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1" r:id="rId4"/>
    <p:sldId id="262" r:id="rId5"/>
    <p:sldId id="260" r:id="rId6"/>
    <p:sldId id="263" r:id="rId7"/>
    <p:sldId id="264" r:id="rId8"/>
    <p:sldId id="266" r:id="rId9"/>
    <p:sldId id="265" r:id="rId10"/>
    <p:sldId id="662" r:id="rId11"/>
    <p:sldId id="663" r:id="rId12"/>
    <p:sldId id="273" r:id="rId13"/>
    <p:sldId id="274" r:id="rId14"/>
    <p:sldId id="275" r:id="rId15"/>
    <p:sldId id="276" r:id="rId16"/>
    <p:sldId id="277" r:id="rId17"/>
    <p:sldId id="636" r:id="rId18"/>
    <p:sldId id="633" r:id="rId19"/>
    <p:sldId id="634" r:id="rId20"/>
    <p:sldId id="638" r:id="rId21"/>
    <p:sldId id="637" r:id="rId22"/>
    <p:sldId id="635" r:id="rId23"/>
    <p:sldId id="639" r:id="rId24"/>
    <p:sldId id="641" r:id="rId25"/>
    <p:sldId id="642" r:id="rId26"/>
    <p:sldId id="644" r:id="rId27"/>
    <p:sldId id="643" r:id="rId28"/>
    <p:sldId id="645" r:id="rId29"/>
    <p:sldId id="646" r:id="rId30"/>
    <p:sldId id="640" r:id="rId31"/>
    <p:sldId id="647" r:id="rId32"/>
    <p:sldId id="649" r:id="rId33"/>
    <p:sldId id="650" r:id="rId34"/>
    <p:sldId id="651" r:id="rId35"/>
    <p:sldId id="648" r:id="rId36"/>
    <p:sldId id="653" r:id="rId37"/>
    <p:sldId id="654" r:id="rId38"/>
    <p:sldId id="655" r:id="rId39"/>
    <p:sldId id="656" r:id="rId40"/>
    <p:sldId id="658" r:id="rId41"/>
    <p:sldId id="657" r:id="rId42"/>
    <p:sldId id="659" r:id="rId43"/>
    <p:sldId id="660" r:id="rId44"/>
    <p:sldId id="661" r:id="rId45"/>
    <p:sldId id="267" r:id="rId46"/>
    <p:sldId id="669" r:id="rId47"/>
    <p:sldId id="664" r:id="rId48"/>
    <p:sldId id="665" r:id="rId49"/>
    <p:sldId id="666" r:id="rId50"/>
    <p:sldId id="667" r:id="rId51"/>
    <p:sldId id="668" r:id="rId52"/>
    <p:sldId id="320" r:id="rId53"/>
    <p:sldId id="321" r:id="rId54"/>
    <p:sldId id="322" r:id="rId5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C4F2"/>
    <a:srgbClr val="01CCFF"/>
    <a:srgbClr val="0DC0FF"/>
    <a:srgbClr val="05BE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96" autoAdjust="0"/>
    <p:restoredTop sz="94660"/>
  </p:normalViewPr>
  <p:slideViewPr>
    <p:cSldViewPr snapToGrid="0">
      <p:cViewPr varScale="1">
        <p:scale>
          <a:sx n="107" d="100"/>
          <a:sy n="107" d="100"/>
        </p:scale>
        <p:origin x="558"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2.png"/><Relationship Id="rId4"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2.png"/><Relationship Id="rId4"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Simple Blue 1">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C07E53C0-197E-4E39-3DF4-192264592964}"/>
              </a:ext>
            </a:extLst>
          </p:cNvPr>
          <p:cNvPicPr>
            <a:picLocks noChangeAspect="1"/>
          </p:cNvPicPr>
          <p:nvPr userDrawn="1"/>
        </p:nvPicPr>
        <p:blipFill>
          <a:blip r:embed="rId2" cstate="hqprint">
            <a:extLst>
              <a:ext uri="{28A0092B-C50C-407E-A947-70E740481C1C}">
                <a14:useLocalDpi xmlns:a14="http://schemas.microsoft.com/office/drawing/2010/main" val="0"/>
              </a:ext>
            </a:extLst>
          </a:blip>
          <a:srcRect/>
          <a:stretch/>
        </p:blipFill>
        <p:spPr>
          <a:xfrm>
            <a:off x="9475992" y="566709"/>
            <a:ext cx="2528178" cy="783735"/>
          </a:xfrm>
          <a:prstGeom prst="rect">
            <a:avLst/>
          </a:prstGeom>
        </p:spPr>
      </p:pic>
      <p:pic>
        <p:nvPicPr>
          <p:cNvPr id="8" name="Picture 7" descr="Logo&#10;&#10;Description automatically generated">
            <a:extLst>
              <a:ext uri="{FF2B5EF4-FFF2-40B4-BE49-F238E27FC236}">
                <a16:creationId xmlns:a16="http://schemas.microsoft.com/office/drawing/2014/main" id="{14084F6E-C402-E001-B8A3-477D91DB6233}"/>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87830" y="136524"/>
            <a:ext cx="1655762" cy="1655762"/>
          </a:xfrm>
          <a:prstGeom prst="rect">
            <a:avLst/>
          </a:prstGeom>
        </p:spPr>
      </p:pic>
      <p:sp>
        <p:nvSpPr>
          <p:cNvPr id="2" name="Title 1">
            <a:extLst>
              <a:ext uri="{FF2B5EF4-FFF2-40B4-BE49-F238E27FC236}">
                <a16:creationId xmlns:a16="http://schemas.microsoft.com/office/drawing/2014/main" id="{CD7CCB3D-C221-6ABC-3252-89E6D68BC59E}"/>
              </a:ext>
            </a:extLst>
          </p:cNvPr>
          <p:cNvSpPr>
            <a:spLocks noGrp="1"/>
          </p:cNvSpPr>
          <p:nvPr>
            <p:ph type="ctrTitle"/>
          </p:nvPr>
        </p:nvSpPr>
        <p:spPr>
          <a:xfrm>
            <a:off x="1524000" y="1122363"/>
            <a:ext cx="9144000" cy="2387600"/>
          </a:xfrm>
        </p:spPr>
        <p:txBody>
          <a:bodyPr anchor="b"/>
          <a:lstStyle>
            <a:lvl1pPr algn="ctr">
              <a:defRPr sz="6000" spc="150" baseline="0">
                <a:solidFill>
                  <a:srgbClr val="00B0F0"/>
                </a:solidFill>
                <a:latin typeface="Nexa Bold" panose="02000000000000000000" pitchFamily="50" charset="0"/>
              </a:defRPr>
            </a:lvl1pPr>
          </a:lstStyle>
          <a:p>
            <a:r>
              <a:rPr lang="en-GB"/>
              <a:t>Click to edit Master title style</a:t>
            </a:r>
            <a:endParaRPr lang="en-GB" dirty="0"/>
          </a:p>
        </p:txBody>
      </p:sp>
      <p:sp>
        <p:nvSpPr>
          <p:cNvPr id="3" name="Subtitle 2">
            <a:extLst>
              <a:ext uri="{FF2B5EF4-FFF2-40B4-BE49-F238E27FC236}">
                <a16:creationId xmlns:a16="http://schemas.microsoft.com/office/drawing/2014/main" id="{4E21009A-C110-F658-0A21-7D89E80E2BF7}"/>
              </a:ext>
            </a:extLst>
          </p:cNvPr>
          <p:cNvSpPr>
            <a:spLocks noGrp="1"/>
          </p:cNvSpPr>
          <p:nvPr>
            <p:ph type="subTitle" idx="1"/>
          </p:nvPr>
        </p:nvSpPr>
        <p:spPr>
          <a:xfrm>
            <a:off x="1524000" y="3602038"/>
            <a:ext cx="9144000" cy="1655762"/>
          </a:xfrm>
        </p:spPr>
        <p:txBody>
          <a:bodyPr/>
          <a:lstStyle>
            <a:lvl1pPr marL="0" indent="0" algn="ctr">
              <a:buNone/>
              <a:defRPr sz="2400" i="1">
                <a:solidFill>
                  <a:srgbClr val="00B0F0"/>
                </a:solidFill>
                <a:latin typeface="Nexa Bold" panose="020000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GB" dirty="0"/>
          </a:p>
        </p:txBody>
      </p:sp>
      <p:sp>
        <p:nvSpPr>
          <p:cNvPr id="4" name="Date Placeholder 3">
            <a:extLst>
              <a:ext uri="{FF2B5EF4-FFF2-40B4-BE49-F238E27FC236}">
                <a16:creationId xmlns:a16="http://schemas.microsoft.com/office/drawing/2014/main" id="{22466F76-74B9-E616-003F-9F12067748CE}"/>
              </a:ext>
            </a:extLst>
          </p:cNvPr>
          <p:cNvSpPr>
            <a:spLocks noGrp="1"/>
          </p:cNvSpPr>
          <p:nvPr>
            <p:ph type="dt" sz="half" idx="10"/>
          </p:nvPr>
        </p:nvSpPr>
        <p:spPr/>
        <p:txBody>
          <a:bodyPr/>
          <a:lstStyle/>
          <a:p>
            <a:fld id="{28E8D346-A915-4882-A510-80C55F2B0290}" type="datetimeFigureOut">
              <a:rPr lang="en-GB" smtClean="0"/>
              <a:t>18/04/2025</a:t>
            </a:fld>
            <a:endParaRPr lang="en-GB"/>
          </a:p>
        </p:txBody>
      </p:sp>
      <p:sp>
        <p:nvSpPr>
          <p:cNvPr id="5" name="Footer Placeholder 4">
            <a:extLst>
              <a:ext uri="{FF2B5EF4-FFF2-40B4-BE49-F238E27FC236}">
                <a16:creationId xmlns:a16="http://schemas.microsoft.com/office/drawing/2014/main" id="{AFA85831-62F6-248F-2536-5365792A8E9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23824EA-FB57-AA42-CC47-1070218757B3}"/>
              </a:ext>
            </a:extLst>
          </p:cNvPr>
          <p:cNvSpPr>
            <a:spLocks noGrp="1"/>
          </p:cNvSpPr>
          <p:nvPr>
            <p:ph type="sldNum" sz="quarter" idx="12"/>
          </p:nvPr>
        </p:nvSpPr>
        <p:spPr/>
        <p:txBody>
          <a:bodyPr/>
          <a:lstStyle/>
          <a:p>
            <a:fld id="{E33F180C-7AC5-428A-9DBB-8DF57BA31570}" type="slidenum">
              <a:rPr lang="en-GB" smtClean="0"/>
              <a:t>‹#›</a:t>
            </a:fld>
            <a:endParaRPr lang="en-GB"/>
          </a:p>
        </p:txBody>
      </p:sp>
      <p:sp>
        <p:nvSpPr>
          <p:cNvPr id="10" name="TextBox 9">
            <a:extLst>
              <a:ext uri="{FF2B5EF4-FFF2-40B4-BE49-F238E27FC236}">
                <a16:creationId xmlns:a16="http://schemas.microsoft.com/office/drawing/2014/main" id="{545C5B81-6D3C-324B-1D70-12F6AA44804C}"/>
              </a:ext>
            </a:extLst>
          </p:cNvPr>
          <p:cNvSpPr txBox="1"/>
          <p:nvPr userDrawn="1"/>
        </p:nvSpPr>
        <p:spPr>
          <a:xfrm>
            <a:off x="8340436" y="5946135"/>
            <a:ext cx="3851564" cy="406650"/>
          </a:xfrm>
          <a:prstGeom prst="rect">
            <a:avLst/>
          </a:prstGeom>
          <a:noFill/>
        </p:spPr>
        <p:txBody>
          <a:bodyPr wrap="square" rtlCol="0">
            <a:spAutoFit/>
          </a:bodyPr>
          <a:lstStyle/>
          <a:p>
            <a:pPr algn="ctr">
              <a:lnSpc>
                <a:spcPct val="107000"/>
              </a:lnSpc>
              <a:spcAft>
                <a:spcPts val="800"/>
              </a:spcAft>
            </a:pPr>
            <a:r>
              <a:rPr lang="en-GB" sz="2000" b="1" i="1" dirty="0">
                <a:solidFill>
                  <a:srgbClr val="00B0F0"/>
                </a:solidFill>
                <a:latin typeface="Consolas" panose="020B0609020204030204" pitchFamily="49" charset="0"/>
                <a:ea typeface="Times New Roman" panose="02020603050405020304" pitchFamily="18" charset="0"/>
                <a:cs typeface="Times New Roman" panose="02020603050405020304" pitchFamily="18" charset="0"/>
              </a:rPr>
              <a:t>{Learn, Create, Innovate};</a:t>
            </a:r>
            <a:endParaRPr lang="en-US" sz="2000" b="1" i="1" dirty="0">
              <a:solidFill>
                <a:srgbClr val="00B0F0"/>
              </a:solidFill>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073961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Simple Blue 2">
    <p:spTree>
      <p:nvGrpSpPr>
        <p:cNvPr id="1" name=""/>
        <p:cNvGrpSpPr/>
        <p:nvPr/>
      </p:nvGrpSpPr>
      <p:grpSpPr>
        <a:xfrm>
          <a:off x="0" y="0"/>
          <a:ext cx="0" cy="0"/>
          <a:chOff x="0" y="0"/>
          <a:chExt cx="0" cy="0"/>
        </a:xfrm>
      </p:grpSpPr>
      <p:pic>
        <p:nvPicPr>
          <p:cNvPr id="7" name="Content Placeholder 3" descr="Diagram, engineering drawing&#10;&#10;Description automatically generated">
            <a:extLst>
              <a:ext uri="{FF2B5EF4-FFF2-40B4-BE49-F238E27FC236}">
                <a16:creationId xmlns:a16="http://schemas.microsoft.com/office/drawing/2014/main" id="{E9979AA6-E3C5-CBDB-656B-BBF3673289D0}"/>
              </a:ext>
            </a:extLst>
          </p:cNvPr>
          <p:cNvPicPr>
            <a:picLocks noChangeAspect="1"/>
          </p:cNvPicPr>
          <p:nvPr userDrawn="1"/>
        </p:nvPicPr>
        <p:blipFill>
          <a:blip r:embed="rId2">
            <a:clrChange>
              <a:clrFrom>
                <a:srgbClr val="FFFFFF"/>
              </a:clrFrom>
              <a:clrTo>
                <a:srgbClr val="FFFFFF">
                  <a:alpha val="0"/>
                </a:srgbClr>
              </a:clrTo>
            </a:clrChange>
            <a:alphaModFix amt="12000"/>
            <a:extLst>
              <a:ext uri="{BEBA8EAE-BF5A-486C-A8C5-ECC9F3942E4B}">
                <a14:imgProps xmlns:a14="http://schemas.microsoft.com/office/drawing/2010/main">
                  <a14:imgLayer r:embed="rId3">
                    <a14:imgEffect>
                      <a14:artisticPhotocopy/>
                    </a14:imgEffect>
                  </a14:imgLayer>
                </a14:imgProps>
              </a:ext>
              <a:ext uri="{28A0092B-C50C-407E-A947-70E740481C1C}">
                <a14:useLocalDpi xmlns:a14="http://schemas.microsoft.com/office/drawing/2010/main" val="0"/>
              </a:ext>
            </a:extLst>
          </a:blip>
          <a:stretch>
            <a:fillRect/>
          </a:stretch>
        </p:blipFill>
        <p:spPr>
          <a:xfrm>
            <a:off x="1406443" y="1130179"/>
            <a:ext cx="9379113" cy="4597642"/>
          </a:xfrm>
          <a:prstGeom prst="rect">
            <a:avLst/>
          </a:prstGeom>
          <a:effectLst>
            <a:glow>
              <a:schemeClr val="tx1"/>
            </a:glow>
            <a:outerShdw blurRad="50800" dist="50800" dir="5400000" algn="ctr" rotWithShape="0">
              <a:srgbClr val="000000">
                <a:alpha val="0"/>
              </a:srgbClr>
            </a:outerShdw>
            <a:reflection endPos="0" dist="50800" dir="5400000" sy="-100000" algn="bl" rotWithShape="0"/>
          </a:effectLst>
        </p:spPr>
      </p:pic>
      <p:pic>
        <p:nvPicPr>
          <p:cNvPr id="9" name="Picture 8">
            <a:extLst>
              <a:ext uri="{FF2B5EF4-FFF2-40B4-BE49-F238E27FC236}">
                <a16:creationId xmlns:a16="http://schemas.microsoft.com/office/drawing/2014/main" id="{C07E53C0-197E-4E39-3DF4-192264592964}"/>
              </a:ext>
            </a:extLst>
          </p:cNvPr>
          <p:cNvPicPr>
            <a:picLocks noChangeAspect="1"/>
          </p:cNvPicPr>
          <p:nvPr userDrawn="1"/>
        </p:nvPicPr>
        <p:blipFill>
          <a:blip r:embed="rId4" cstate="hqprint">
            <a:extLst>
              <a:ext uri="{28A0092B-C50C-407E-A947-70E740481C1C}">
                <a14:useLocalDpi xmlns:a14="http://schemas.microsoft.com/office/drawing/2010/main" val="0"/>
              </a:ext>
            </a:extLst>
          </a:blip>
          <a:srcRect/>
          <a:stretch/>
        </p:blipFill>
        <p:spPr>
          <a:xfrm>
            <a:off x="9475992" y="566709"/>
            <a:ext cx="2528178" cy="783735"/>
          </a:xfrm>
          <a:prstGeom prst="rect">
            <a:avLst/>
          </a:prstGeom>
        </p:spPr>
      </p:pic>
      <p:pic>
        <p:nvPicPr>
          <p:cNvPr id="8" name="Picture 7" descr="Logo&#10;&#10;Description automatically generated">
            <a:extLst>
              <a:ext uri="{FF2B5EF4-FFF2-40B4-BE49-F238E27FC236}">
                <a16:creationId xmlns:a16="http://schemas.microsoft.com/office/drawing/2014/main" id="{14084F6E-C402-E001-B8A3-477D91DB6233}"/>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87830" y="136524"/>
            <a:ext cx="1655762" cy="1655762"/>
          </a:xfrm>
          <a:prstGeom prst="rect">
            <a:avLst/>
          </a:prstGeom>
        </p:spPr>
      </p:pic>
      <p:sp>
        <p:nvSpPr>
          <p:cNvPr id="2" name="Title 1">
            <a:extLst>
              <a:ext uri="{FF2B5EF4-FFF2-40B4-BE49-F238E27FC236}">
                <a16:creationId xmlns:a16="http://schemas.microsoft.com/office/drawing/2014/main" id="{CD7CCB3D-C221-6ABC-3252-89E6D68BC59E}"/>
              </a:ext>
            </a:extLst>
          </p:cNvPr>
          <p:cNvSpPr>
            <a:spLocks noGrp="1"/>
          </p:cNvSpPr>
          <p:nvPr>
            <p:ph type="ctrTitle"/>
          </p:nvPr>
        </p:nvSpPr>
        <p:spPr>
          <a:xfrm>
            <a:off x="1524000" y="1122363"/>
            <a:ext cx="9144000" cy="2387600"/>
          </a:xfrm>
        </p:spPr>
        <p:txBody>
          <a:bodyPr anchor="b"/>
          <a:lstStyle>
            <a:lvl1pPr algn="ctr">
              <a:defRPr sz="6000" spc="150" baseline="0">
                <a:solidFill>
                  <a:srgbClr val="00B0F0"/>
                </a:solidFill>
                <a:latin typeface="Nexa Bold" panose="02000000000000000000" pitchFamily="50" charset="0"/>
              </a:defRPr>
            </a:lvl1pPr>
          </a:lstStyle>
          <a:p>
            <a:r>
              <a:rPr lang="en-GB"/>
              <a:t>Click to edit Master title style</a:t>
            </a:r>
            <a:endParaRPr lang="en-GB" dirty="0"/>
          </a:p>
        </p:txBody>
      </p:sp>
      <p:sp>
        <p:nvSpPr>
          <p:cNvPr id="3" name="Subtitle 2">
            <a:extLst>
              <a:ext uri="{FF2B5EF4-FFF2-40B4-BE49-F238E27FC236}">
                <a16:creationId xmlns:a16="http://schemas.microsoft.com/office/drawing/2014/main" id="{4E21009A-C110-F658-0A21-7D89E80E2BF7}"/>
              </a:ext>
            </a:extLst>
          </p:cNvPr>
          <p:cNvSpPr>
            <a:spLocks noGrp="1"/>
          </p:cNvSpPr>
          <p:nvPr>
            <p:ph type="subTitle" idx="1"/>
          </p:nvPr>
        </p:nvSpPr>
        <p:spPr>
          <a:xfrm>
            <a:off x="1524000" y="3602038"/>
            <a:ext cx="9144000" cy="1655762"/>
          </a:xfrm>
        </p:spPr>
        <p:txBody>
          <a:bodyPr/>
          <a:lstStyle>
            <a:lvl1pPr marL="0" indent="0" algn="ctr">
              <a:buNone/>
              <a:defRPr sz="2400" i="1">
                <a:solidFill>
                  <a:srgbClr val="00B0F0"/>
                </a:solidFill>
                <a:latin typeface="Nexa Bold" panose="020000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GB" dirty="0"/>
          </a:p>
        </p:txBody>
      </p:sp>
      <p:sp>
        <p:nvSpPr>
          <p:cNvPr id="4" name="Date Placeholder 3">
            <a:extLst>
              <a:ext uri="{FF2B5EF4-FFF2-40B4-BE49-F238E27FC236}">
                <a16:creationId xmlns:a16="http://schemas.microsoft.com/office/drawing/2014/main" id="{22466F76-74B9-E616-003F-9F12067748CE}"/>
              </a:ext>
            </a:extLst>
          </p:cNvPr>
          <p:cNvSpPr>
            <a:spLocks noGrp="1"/>
          </p:cNvSpPr>
          <p:nvPr>
            <p:ph type="dt" sz="half" idx="10"/>
          </p:nvPr>
        </p:nvSpPr>
        <p:spPr/>
        <p:txBody>
          <a:bodyPr/>
          <a:lstStyle/>
          <a:p>
            <a:fld id="{28E8D346-A915-4882-A510-80C55F2B0290}" type="datetimeFigureOut">
              <a:rPr lang="en-GB" smtClean="0"/>
              <a:t>18/04/2025</a:t>
            </a:fld>
            <a:endParaRPr lang="en-GB"/>
          </a:p>
        </p:txBody>
      </p:sp>
      <p:sp>
        <p:nvSpPr>
          <p:cNvPr id="5" name="Footer Placeholder 4">
            <a:extLst>
              <a:ext uri="{FF2B5EF4-FFF2-40B4-BE49-F238E27FC236}">
                <a16:creationId xmlns:a16="http://schemas.microsoft.com/office/drawing/2014/main" id="{AFA85831-62F6-248F-2536-5365792A8E9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23824EA-FB57-AA42-CC47-1070218757B3}"/>
              </a:ext>
            </a:extLst>
          </p:cNvPr>
          <p:cNvSpPr>
            <a:spLocks noGrp="1"/>
          </p:cNvSpPr>
          <p:nvPr>
            <p:ph type="sldNum" sz="quarter" idx="12"/>
          </p:nvPr>
        </p:nvSpPr>
        <p:spPr/>
        <p:txBody>
          <a:bodyPr/>
          <a:lstStyle/>
          <a:p>
            <a:fld id="{E33F180C-7AC5-428A-9DBB-8DF57BA31570}" type="slidenum">
              <a:rPr lang="en-GB" smtClean="0"/>
              <a:t>‹#›</a:t>
            </a:fld>
            <a:endParaRPr lang="en-GB"/>
          </a:p>
        </p:txBody>
      </p:sp>
      <p:sp>
        <p:nvSpPr>
          <p:cNvPr id="10" name="TextBox 9">
            <a:extLst>
              <a:ext uri="{FF2B5EF4-FFF2-40B4-BE49-F238E27FC236}">
                <a16:creationId xmlns:a16="http://schemas.microsoft.com/office/drawing/2014/main" id="{15DC9C2A-0E96-B3DD-E72A-B658606A10BB}"/>
              </a:ext>
            </a:extLst>
          </p:cNvPr>
          <p:cNvSpPr txBox="1"/>
          <p:nvPr userDrawn="1"/>
        </p:nvSpPr>
        <p:spPr>
          <a:xfrm>
            <a:off x="8340436" y="5946135"/>
            <a:ext cx="3851564" cy="406650"/>
          </a:xfrm>
          <a:prstGeom prst="rect">
            <a:avLst/>
          </a:prstGeom>
          <a:noFill/>
        </p:spPr>
        <p:txBody>
          <a:bodyPr wrap="square" rtlCol="0">
            <a:spAutoFit/>
          </a:bodyPr>
          <a:lstStyle/>
          <a:p>
            <a:pPr algn="ctr">
              <a:lnSpc>
                <a:spcPct val="107000"/>
              </a:lnSpc>
              <a:spcAft>
                <a:spcPts val="800"/>
              </a:spcAft>
            </a:pPr>
            <a:r>
              <a:rPr lang="en-GB" sz="2000" b="1" i="1" dirty="0">
                <a:solidFill>
                  <a:srgbClr val="00B0F0"/>
                </a:solidFill>
                <a:latin typeface="Consolas" panose="020B0609020204030204" pitchFamily="49" charset="0"/>
                <a:ea typeface="Times New Roman" panose="02020603050405020304" pitchFamily="18" charset="0"/>
                <a:cs typeface="Times New Roman" panose="02020603050405020304" pitchFamily="18" charset="0"/>
              </a:rPr>
              <a:t>{Learn, Create, Innovate};</a:t>
            </a:r>
            <a:endParaRPr lang="en-US" sz="2000" b="1" i="1" dirty="0">
              <a:solidFill>
                <a:srgbClr val="00B0F0"/>
              </a:solidFill>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6258958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Title Slide Simple Grey 1">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C07E53C0-197E-4E39-3DF4-192264592964}"/>
              </a:ext>
            </a:extLst>
          </p:cNvPr>
          <p:cNvPicPr>
            <a:picLocks noChangeAspect="1"/>
          </p:cNvPicPr>
          <p:nvPr userDrawn="1"/>
        </p:nvPicPr>
        <p:blipFill>
          <a:blip r:embed="rId2" cstate="hqprint">
            <a:extLst>
              <a:ext uri="{28A0092B-C50C-407E-A947-70E740481C1C}">
                <a14:useLocalDpi xmlns:a14="http://schemas.microsoft.com/office/drawing/2010/main" val="0"/>
              </a:ext>
            </a:extLst>
          </a:blip>
          <a:srcRect/>
          <a:stretch/>
        </p:blipFill>
        <p:spPr>
          <a:xfrm>
            <a:off x="9475992" y="566709"/>
            <a:ext cx="2528178" cy="783735"/>
          </a:xfrm>
          <a:prstGeom prst="rect">
            <a:avLst/>
          </a:prstGeom>
        </p:spPr>
      </p:pic>
      <p:pic>
        <p:nvPicPr>
          <p:cNvPr id="8" name="Picture 7" descr="Logo&#10;&#10;Description automatically generated">
            <a:extLst>
              <a:ext uri="{FF2B5EF4-FFF2-40B4-BE49-F238E27FC236}">
                <a16:creationId xmlns:a16="http://schemas.microsoft.com/office/drawing/2014/main" id="{14084F6E-C402-E001-B8A3-477D91DB6233}"/>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87830" y="136524"/>
            <a:ext cx="1655762" cy="1655762"/>
          </a:xfrm>
          <a:prstGeom prst="rect">
            <a:avLst/>
          </a:prstGeom>
        </p:spPr>
      </p:pic>
      <p:sp>
        <p:nvSpPr>
          <p:cNvPr id="2" name="Title 1">
            <a:extLst>
              <a:ext uri="{FF2B5EF4-FFF2-40B4-BE49-F238E27FC236}">
                <a16:creationId xmlns:a16="http://schemas.microsoft.com/office/drawing/2014/main" id="{CD7CCB3D-C221-6ABC-3252-89E6D68BC59E}"/>
              </a:ext>
            </a:extLst>
          </p:cNvPr>
          <p:cNvSpPr>
            <a:spLocks noGrp="1"/>
          </p:cNvSpPr>
          <p:nvPr>
            <p:ph type="ctrTitle"/>
          </p:nvPr>
        </p:nvSpPr>
        <p:spPr>
          <a:xfrm>
            <a:off x="1524000" y="1122363"/>
            <a:ext cx="9144000" cy="2387600"/>
          </a:xfrm>
        </p:spPr>
        <p:txBody>
          <a:bodyPr anchor="b"/>
          <a:lstStyle>
            <a:lvl1pPr algn="ctr">
              <a:defRPr sz="6000" spc="150" baseline="0">
                <a:solidFill>
                  <a:schemeClr val="bg2">
                    <a:lumMod val="50000"/>
                  </a:schemeClr>
                </a:solidFill>
                <a:latin typeface="Nexa Bold" panose="02000000000000000000" pitchFamily="50" charset="0"/>
              </a:defRPr>
            </a:lvl1pPr>
          </a:lstStyle>
          <a:p>
            <a:r>
              <a:rPr lang="en-GB"/>
              <a:t>Click to edit Master title style</a:t>
            </a:r>
            <a:endParaRPr lang="en-GB" dirty="0"/>
          </a:p>
        </p:txBody>
      </p:sp>
      <p:sp>
        <p:nvSpPr>
          <p:cNvPr id="3" name="Subtitle 2">
            <a:extLst>
              <a:ext uri="{FF2B5EF4-FFF2-40B4-BE49-F238E27FC236}">
                <a16:creationId xmlns:a16="http://schemas.microsoft.com/office/drawing/2014/main" id="{4E21009A-C110-F658-0A21-7D89E80E2BF7}"/>
              </a:ext>
            </a:extLst>
          </p:cNvPr>
          <p:cNvSpPr>
            <a:spLocks noGrp="1"/>
          </p:cNvSpPr>
          <p:nvPr>
            <p:ph type="subTitle" idx="1"/>
          </p:nvPr>
        </p:nvSpPr>
        <p:spPr>
          <a:xfrm>
            <a:off x="1524000" y="3602038"/>
            <a:ext cx="9144000" cy="1655762"/>
          </a:xfrm>
        </p:spPr>
        <p:txBody>
          <a:bodyPr/>
          <a:lstStyle>
            <a:lvl1pPr marL="0" indent="0" algn="ctr">
              <a:buNone/>
              <a:defRPr sz="2400" i="1">
                <a:solidFill>
                  <a:schemeClr val="bg2">
                    <a:lumMod val="50000"/>
                  </a:schemeClr>
                </a:solidFill>
                <a:latin typeface="Nexa Bold" panose="020000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GB" dirty="0"/>
          </a:p>
        </p:txBody>
      </p:sp>
      <p:sp>
        <p:nvSpPr>
          <p:cNvPr id="4" name="Date Placeholder 3">
            <a:extLst>
              <a:ext uri="{FF2B5EF4-FFF2-40B4-BE49-F238E27FC236}">
                <a16:creationId xmlns:a16="http://schemas.microsoft.com/office/drawing/2014/main" id="{22466F76-74B9-E616-003F-9F12067748CE}"/>
              </a:ext>
            </a:extLst>
          </p:cNvPr>
          <p:cNvSpPr>
            <a:spLocks noGrp="1"/>
          </p:cNvSpPr>
          <p:nvPr>
            <p:ph type="dt" sz="half" idx="10"/>
          </p:nvPr>
        </p:nvSpPr>
        <p:spPr/>
        <p:txBody>
          <a:bodyPr/>
          <a:lstStyle/>
          <a:p>
            <a:fld id="{28E8D346-A915-4882-A510-80C55F2B0290}" type="datetimeFigureOut">
              <a:rPr lang="en-GB" smtClean="0"/>
              <a:t>18/04/2025</a:t>
            </a:fld>
            <a:endParaRPr lang="en-GB"/>
          </a:p>
        </p:txBody>
      </p:sp>
      <p:sp>
        <p:nvSpPr>
          <p:cNvPr id="5" name="Footer Placeholder 4">
            <a:extLst>
              <a:ext uri="{FF2B5EF4-FFF2-40B4-BE49-F238E27FC236}">
                <a16:creationId xmlns:a16="http://schemas.microsoft.com/office/drawing/2014/main" id="{AFA85831-62F6-248F-2536-5365792A8E9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23824EA-FB57-AA42-CC47-1070218757B3}"/>
              </a:ext>
            </a:extLst>
          </p:cNvPr>
          <p:cNvSpPr>
            <a:spLocks noGrp="1"/>
          </p:cNvSpPr>
          <p:nvPr>
            <p:ph type="sldNum" sz="quarter" idx="12"/>
          </p:nvPr>
        </p:nvSpPr>
        <p:spPr/>
        <p:txBody>
          <a:bodyPr/>
          <a:lstStyle/>
          <a:p>
            <a:fld id="{E33F180C-7AC5-428A-9DBB-8DF57BA31570}" type="slidenum">
              <a:rPr lang="en-GB" smtClean="0"/>
              <a:t>‹#›</a:t>
            </a:fld>
            <a:endParaRPr lang="en-GB"/>
          </a:p>
        </p:txBody>
      </p:sp>
      <p:pic>
        <p:nvPicPr>
          <p:cNvPr id="10" name="Content Placeholder 3" descr="Diagram, engineering drawing&#10;&#10;Description automatically generated">
            <a:extLst>
              <a:ext uri="{FF2B5EF4-FFF2-40B4-BE49-F238E27FC236}">
                <a16:creationId xmlns:a16="http://schemas.microsoft.com/office/drawing/2014/main" id="{D75D2FB5-A6FD-7717-B985-1C45B2677747}"/>
              </a:ext>
            </a:extLst>
          </p:cNvPr>
          <p:cNvPicPr>
            <a:picLocks noChangeAspect="1"/>
          </p:cNvPicPr>
          <p:nvPr userDrawn="1"/>
        </p:nvPicPr>
        <p:blipFill>
          <a:blip r:embed="rId4">
            <a:clrChange>
              <a:clrFrom>
                <a:srgbClr val="FFFFFF"/>
              </a:clrFrom>
              <a:clrTo>
                <a:srgbClr val="FFFFFF">
                  <a:alpha val="0"/>
                </a:srgbClr>
              </a:clrTo>
            </a:clrChange>
            <a:alphaModFix amt="12000"/>
            <a:extLst>
              <a:ext uri="{BEBA8EAE-BF5A-486C-A8C5-ECC9F3942E4B}">
                <a14:imgProps xmlns:a14="http://schemas.microsoft.com/office/drawing/2010/main">
                  <a14:imgLayer r:embed="rId5">
                    <a14:imgEffect>
                      <a14:artisticPhotocopy/>
                    </a14:imgEffect>
                  </a14:imgLayer>
                </a14:imgProps>
              </a:ext>
              <a:ext uri="{28A0092B-C50C-407E-A947-70E740481C1C}">
                <a14:useLocalDpi xmlns:a14="http://schemas.microsoft.com/office/drawing/2010/main" val="0"/>
              </a:ext>
            </a:extLst>
          </a:blip>
          <a:stretch>
            <a:fillRect/>
          </a:stretch>
        </p:blipFill>
        <p:spPr>
          <a:xfrm>
            <a:off x="1406443" y="1130179"/>
            <a:ext cx="9379113" cy="4597642"/>
          </a:xfrm>
          <a:prstGeom prst="rect">
            <a:avLst/>
          </a:prstGeom>
          <a:effectLst>
            <a:glow>
              <a:schemeClr val="tx1"/>
            </a:glow>
            <a:outerShdw blurRad="50800" dist="50800" dir="5400000" algn="ctr" rotWithShape="0">
              <a:srgbClr val="000000">
                <a:alpha val="0"/>
              </a:srgbClr>
            </a:outerShdw>
            <a:reflection endPos="0" dist="50800" dir="5400000" sy="-100000" algn="bl" rotWithShape="0"/>
          </a:effectLst>
        </p:spPr>
      </p:pic>
      <p:sp>
        <p:nvSpPr>
          <p:cNvPr id="11" name="TextBox 10">
            <a:extLst>
              <a:ext uri="{FF2B5EF4-FFF2-40B4-BE49-F238E27FC236}">
                <a16:creationId xmlns:a16="http://schemas.microsoft.com/office/drawing/2014/main" id="{17E1513E-D9F7-4665-D50A-C49BD0623386}"/>
              </a:ext>
            </a:extLst>
          </p:cNvPr>
          <p:cNvSpPr txBox="1"/>
          <p:nvPr userDrawn="1"/>
        </p:nvSpPr>
        <p:spPr>
          <a:xfrm>
            <a:off x="8340436" y="5946135"/>
            <a:ext cx="3851564" cy="406650"/>
          </a:xfrm>
          <a:prstGeom prst="rect">
            <a:avLst/>
          </a:prstGeom>
          <a:noFill/>
        </p:spPr>
        <p:txBody>
          <a:bodyPr wrap="square" rtlCol="0">
            <a:spAutoFit/>
          </a:bodyPr>
          <a:lstStyle/>
          <a:p>
            <a:pPr algn="ctr">
              <a:lnSpc>
                <a:spcPct val="107000"/>
              </a:lnSpc>
              <a:spcAft>
                <a:spcPts val="800"/>
              </a:spcAft>
            </a:pPr>
            <a:r>
              <a:rPr lang="en-GB" sz="2000" b="1" i="1" dirty="0">
                <a:solidFill>
                  <a:schemeClr val="tx1">
                    <a:lumMod val="65000"/>
                    <a:lumOff val="35000"/>
                  </a:schemeClr>
                </a:solidFill>
                <a:latin typeface="Consolas" panose="020B0609020204030204" pitchFamily="49" charset="0"/>
                <a:ea typeface="Times New Roman" panose="02020603050405020304" pitchFamily="18" charset="0"/>
                <a:cs typeface="Times New Roman" panose="02020603050405020304" pitchFamily="18" charset="0"/>
              </a:rPr>
              <a:t>{Learn, Create, Innovate};</a:t>
            </a:r>
            <a:endParaRPr lang="en-US" sz="2000" b="1" i="1" dirty="0">
              <a:solidFill>
                <a:schemeClr val="tx1">
                  <a:lumMod val="65000"/>
                  <a:lumOff val="35000"/>
                </a:schemeClr>
              </a:solidFill>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2907149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Title Slide Simple Grey 2">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C07E53C0-197E-4E39-3DF4-192264592964}"/>
              </a:ext>
            </a:extLst>
          </p:cNvPr>
          <p:cNvPicPr>
            <a:picLocks noChangeAspect="1"/>
          </p:cNvPicPr>
          <p:nvPr userDrawn="1"/>
        </p:nvPicPr>
        <p:blipFill>
          <a:blip r:embed="rId2" cstate="hqprint">
            <a:extLst>
              <a:ext uri="{28A0092B-C50C-407E-A947-70E740481C1C}">
                <a14:useLocalDpi xmlns:a14="http://schemas.microsoft.com/office/drawing/2010/main" val="0"/>
              </a:ext>
            </a:extLst>
          </a:blip>
          <a:srcRect/>
          <a:stretch/>
        </p:blipFill>
        <p:spPr>
          <a:xfrm>
            <a:off x="9475992" y="566709"/>
            <a:ext cx="2528178" cy="783735"/>
          </a:xfrm>
          <a:prstGeom prst="rect">
            <a:avLst/>
          </a:prstGeom>
        </p:spPr>
      </p:pic>
      <p:pic>
        <p:nvPicPr>
          <p:cNvPr id="8" name="Picture 7" descr="Logo&#10;&#10;Description automatically generated">
            <a:extLst>
              <a:ext uri="{FF2B5EF4-FFF2-40B4-BE49-F238E27FC236}">
                <a16:creationId xmlns:a16="http://schemas.microsoft.com/office/drawing/2014/main" id="{14084F6E-C402-E001-B8A3-477D91DB6233}"/>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87830" y="136524"/>
            <a:ext cx="1655762" cy="1655762"/>
          </a:xfrm>
          <a:prstGeom prst="rect">
            <a:avLst/>
          </a:prstGeom>
        </p:spPr>
      </p:pic>
      <p:sp>
        <p:nvSpPr>
          <p:cNvPr id="2" name="Title 1">
            <a:extLst>
              <a:ext uri="{FF2B5EF4-FFF2-40B4-BE49-F238E27FC236}">
                <a16:creationId xmlns:a16="http://schemas.microsoft.com/office/drawing/2014/main" id="{CD7CCB3D-C221-6ABC-3252-89E6D68BC59E}"/>
              </a:ext>
            </a:extLst>
          </p:cNvPr>
          <p:cNvSpPr>
            <a:spLocks noGrp="1"/>
          </p:cNvSpPr>
          <p:nvPr>
            <p:ph type="ctrTitle"/>
          </p:nvPr>
        </p:nvSpPr>
        <p:spPr>
          <a:xfrm>
            <a:off x="1524000" y="1122363"/>
            <a:ext cx="9144000" cy="2387600"/>
          </a:xfrm>
        </p:spPr>
        <p:txBody>
          <a:bodyPr anchor="b"/>
          <a:lstStyle>
            <a:lvl1pPr algn="ctr">
              <a:defRPr sz="6000" spc="150" baseline="0">
                <a:solidFill>
                  <a:schemeClr val="bg2">
                    <a:lumMod val="50000"/>
                  </a:schemeClr>
                </a:solidFill>
                <a:latin typeface="Nexa Bold" panose="02000000000000000000" pitchFamily="50" charset="0"/>
              </a:defRPr>
            </a:lvl1pPr>
          </a:lstStyle>
          <a:p>
            <a:r>
              <a:rPr lang="en-GB"/>
              <a:t>Click to edit Master title style</a:t>
            </a:r>
            <a:endParaRPr lang="en-GB" dirty="0"/>
          </a:p>
        </p:txBody>
      </p:sp>
      <p:sp>
        <p:nvSpPr>
          <p:cNvPr id="3" name="Subtitle 2">
            <a:extLst>
              <a:ext uri="{FF2B5EF4-FFF2-40B4-BE49-F238E27FC236}">
                <a16:creationId xmlns:a16="http://schemas.microsoft.com/office/drawing/2014/main" id="{4E21009A-C110-F658-0A21-7D89E80E2BF7}"/>
              </a:ext>
            </a:extLst>
          </p:cNvPr>
          <p:cNvSpPr>
            <a:spLocks noGrp="1"/>
          </p:cNvSpPr>
          <p:nvPr>
            <p:ph type="subTitle" idx="1"/>
          </p:nvPr>
        </p:nvSpPr>
        <p:spPr>
          <a:xfrm>
            <a:off x="1524000" y="3602038"/>
            <a:ext cx="9144000" cy="1655762"/>
          </a:xfrm>
        </p:spPr>
        <p:txBody>
          <a:bodyPr/>
          <a:lstStyle>
            <a:lvl1pPr marL="0" indent="0" algn="ctr">
              <a:buNone/>
              <a:defRPr sz="2400" i="1">
                <a:solidFill>
                  <a:schemeClr val="bg2">
                    <a:lumMod val="50000"/>
                  </a:schemeClr>
                </a:solidFill>
                <a:latin typeface="Nexa Bold" panose="020000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GB" dirty="0"/>
          </a:p>
        </p:txBody>
      </p:sp>
      <p:sp>
        <p:nvSpPr>
          <p:cNvPr id="4" name="Date Placeholder 3">
            <a:extLst>
              <a:ext uri="{FF2B5EF4-FFF2-40B4-BE49-F238E27FC236}">
                <a16:creationId xmlns:a16="http://schemas.microsoft.com/office/drawing/2014/main" id="{22466F76-74B9-E616-003F-9F12067748CE}"/>
              </a:ext>
            </a:extLst>
          </p:cNvPr>
          <p:cNvSpPr>
            <a:spLocks noGrp="1"/>
          </p:cNvSpPr>
          <p:nvPr>
            <p:ph type="dt" sz="half" idx="10"/>
          </p:nvPr>
        </p:nvSpPr>
        <p:spPr/>
        <p:txBody>
          <a:bodyPr/>
          <a:lstStyle/>
          <a:p>
            <a:fld id="{28E8D346-A915-4882-A510-80C55F2B0290}" type="datetimeFigureOut">
              <a:rPr lang="en-GB" smtClean="0"/>
              <a:t>18/04/2025</a:t>
            </a:fld>
            <a:endParaRPr lang="en-GB"/>
          </a:p>
        </p:txBody>
      </p:sp>
      <p:sp>
        <p:nvSpPr>
          <p:cNvPr id="5" name="Footer Placeholder 4">
            <a:extLst>
              <a:ext uri="{FF2B5EF4-FFF2-40B4-BE49-F238E27FC236}">
                <a16:creationId xmlns:a16="http://schemas.microsoft.com/office/drawing/2014/main" id="{AFA85831-62F6-248F-2536-5365792A8E9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23824EA-FB57-AA42-CC47-1070218757B3}"/>
              </a:ext>
            </a:extLst>
          </p:cNvPr>
          <p:cNvSpPr>
            <a:spLocks noGrp="1"/>
          </p:cNvSpPr>
          <p:nvPr>
            <p:ph type="sldNum" sz="quarter" idx="12"/>
          </p:nvPr>
        </p:nvSpPr>
        <p:spPr/>
        <p:txBody>
          <a:bodyPr/>
          <a:lstStyle/>
          <a:p>
            <a:fld id="{E33F180C-7AC5-428A-9DBB-8DF57BA31570}" type="slidenum">
              <a:rPr lang="en-GB" smtClean="0"/>
              <a:t>‹#›</a:t>
            </a:fld>
            <a:endParaRPr lang="en-GB"/>
          </a:p>
        </p:txBody>
      </p:sp>
      <p:pic>
        <p:nvPicPr>
          <p:cNvPr id="10" name="Content Placeholder 3" descr="Diagram, engineering drawing&#10;&#10;Description automatically generated">
            <a:extLst>
              <a:ext uri="{FF2B5EF4-FFF2-40B4-BE49-F238E27FC236}">
                <a16:creationId xmlns:a16="http://schemas.microsoft.com/office/drawing/2014/main" id="{D75D2FB5-A6FD-7717-B985-1C45B2677747}"/>
              </a:ext>
            </a:extLst>
          </p:cNvPr>
          <p:cNvPicPr>
            <a:picLocks noChangeAspect="1"/>
          </p:cNvPicPr>
          <p:nvPr userDrawn="1"/>
        </p:nvPicPr>
        <p:blipFill>
          <a:blip r:embed="rId4">
            <a:clrChange>
              <a:clrFrom>
                <a:srgbClr val="FFFFFF"/>
              </a:clrFrom>
              <a:clrTo>
                <a:srgbClr val="FFFFFF">
                  <a:alpha val="0"/>
                </a:srgbClr>
              </a:clrTo>
            </a:clrChange>
            <a:alphaModFix amt="12000"/>
            <a:extLst>
              <a:ext uri="{BEBA8EAE-BF5A-486C-A8C5-ECC9F3942E4B}">
                <a14:imgProps xmlns:a14="http://schemas.microsoft.com/office/drawing/2010/main">
                  <a14:imgLayer r:embed="rId5">
                    <a14:imgEffect>
                      <a14:artisticPhotocopy/>
                    </a14:imgEffect>
                  </a14:imgLayer>
                </a14:imgProps>
              </a:ext>
              <a:ext uri="{28A0092B-C50C-407E-A947-70E740481C1C}">
                <a14:useLocalDpi xmlns:a14="http://schemas.microsoft.com/office/drawing/2010/main" val="0"/>
              </a:ext>
            </a:extLst>
          </a:blip>
          <a:stretch>
            <a:fillRect/>
          </a:stretch>
        </p:blipFill>
        <p:spPr>
          <a:xfrm>
            <a:off x="1406443" y="1130179"/>
            <a:ext cx="9379113" cy="4597642"/>
          </a:xfrm>
          <a:prstGeom prst="rect">
            <a:avLst/>
          </a:prstGeom>
          <a:effectLst>
            <a:glow>
              <a:schemeClr val="tx1"/>
            </a:glow>
            <a:outerShdw blurRad="50800" dist="50800" dir="5400000" algn="ctr" rotWithShape="0">
              <a:srgbClr val="000000">
                <a:alpha val="0"/>
              </a:srgbClr>
            </a:outerShdw>
            <a:reflection endPos="0" dist="50800" dir="5400000" sy="-100000" algn="bl" rotWithShape="0"/>
          </a:effectLst>
        </p:spPr>
      </p:pic>
      <p:cxnSp>
        <p:nvCxnSpPr>
          <p:cNvPr id="7" name="Straight Connector 6">
            <a:extLst>
              <a:ext uri="{FF2B5EF4-FFF2-40B4-BE49-F238E27FC236}">
                <a16:creationId xmlns:a16="http://schemas.microsoft.com/office/drawing/2014/main" id="{9EA7E8DB-A4AC-8027-9A53-75C66510D5D0}"/>
              </a:ext>
            </a:extLst>
          </p:cNvPr>
          <p:cNvCxnSpPr>
            <a:cxnSpLocks noChangeShapeType="1"/>
          </p:cNvCxnSpPr>
          <p:nvPr userDrawn="1"/>
        </p:nvCxnSpPr>
        <p:spPr bwMode="auto">
          <a:xfrm>
            <a:off x="3402038" y="3509963"/>
            <a:ext cx="5438686" cy="0"/>
          </a:xfrm>
          <a:prstGeom prst="line">
            <a:avLst/>
          </a:prstGeom>
          <a:noFill/>
          <a:ln w="25400">
            <a:solidFill>
              <a:srgbClr val="660066"/>
            </a:solidFill>
            <a:prstDash val="dot"/>
            <a:round/>
            <a:headEnd/>
            <a:tailEnd/>
          </a:ln>
          <a:effectLst>
            <a:outerShdw blurRad="63500" dist="20000" dir="5400000" rotWithShape="0">
              <a:srgbClr val="000000">
                <a:alpha val="37999"/>
              </a:srgbClr>
            </a:outerShdw>
          </a:effectLst>
          <a:extLst>
            <a:ext uri="{909E8E84-426E-40DD-AFC4-6F175D3DCCD1}">
              <a14:hiddenFill xmlns:a14="http://schemas.microsoft.com/office/drawing/2010/main">
                <a:noFill/>
              </a14:hiddenFill>
            </a:ext>
          </a:extLst>
        </p:spPr>
      </p:cxnSp>
      <p:sp>
        <p:nvSpPr>
          <p:cNvPr id="11" name="TextBox 10">
            <a:extLst>
              <a:ext uri="{FF2B5EF4-FFF2-40B4-BE49-F238E27FC236}">
                <a16:creationId xmlns:a16="http://schemas.microsoft.com/office/drawing/2014/main" id="{D7629CA6-0662-2D71-1B21-AE49055667F6}"/>
              </a:ext>
            </a:extLst>
          </p:cNvPr>
          <p:cNvSpPr txBox="1"/>
          <p:nvPr userDrawn="1"/>
        </p:nvSpPr>
        <p:spPr>
          <a:xfrm>
            <a:off x="8340436" y="5946135"/>
            <a:ext cx="3851564" cy="406650"/>
          </a:xfrm>
          <a:prstGeom prst="rect">
            <a:avLst/>
          </a:prstGeom>
          <a:noFill/>
        </p:spPr>
        <p:txBody>
          <a:bodyPr wrap="square" rtlCol="0">
            <a:spAutoFit/>
          </a:bodyPr>
          <a:lstStyle/>
          <a:p>
            <a:pPr algn="ctr">
              <a:lnSpc>
                <a:spcPct val="107000"/>
              </a:lnSpc>
              <a:spcAft>
                <a:spcPts val="800"/>
              </a:spcAft>
            </a:pPr>
            <a:r>
              <a:rPr lang="en-GB" sz="2000" b="1" i="1" dirty="0">
                <a:solidFill>
                  <a:schemeClr val="tx1">
                    <a:lumMod val="65000"/>
                    <a:lumOff val="35000"/>
                  </a:schemeClr>
                </a:solidFill>
                <a:latin typeface="Consolas" panose="020B0609020204030204" pitchFamily="49" charset="0"/>
                <a:ea typeface="Times New Roman" panose="02020603050405020304" pitchFamily="18" charset="0"/>
                <a:cs typeface="Times New Roman" panose="02020603050405020304" pitchFamily="18" charset="0"/>
              </a:rPr>
              <a:t>{Learn, Create, Innovate};</a:t>
            </a:r>
            <a:endParaRPr lang="en-US" sz="2000" b="1" i="1" dirty="0">
              <a:solidFill>
                <a:schemeClr val="tx1">
                  <a:lumMod val="65000"/>
                  <a:lumOff val="35000"/>
                </a:schemeClr>
              </a:solidFill>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8213467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Slide Simple Grey 3">
    <p:spTree>
      <p:nvGrpSpPr>
        <p:cNvPr id="1" name=""/>
        <p:cNvGrpSpPr/>
        <p:nvPr/>
      </p:nvGrpSpPr>
      <p:grpSpPr>
        <a:xfrm>
          <a:off x="0" y="0"/>
          <a:ext cx="0" cy="0"/>
          <a:chOff x="0" y="0"/>
          <a:chExt cx="0" cy="0"/>
        </a:xfrm>
      </p:grpSpPr>
      <p:pic>
        <p:nvPicPr>
          <p:cNvPr id="10" name="Content Placeholder 3" descr="Diagram, engineering drawing&#10;&#10;Description automatically generated">
            <a:extLst>
              <a:ext uri="{FF2B5EF4-FFF2-40B4-BE49-F238E27FC236}">
                <a16:creationId xmlns:a16="http://schemas.microsoft.com/office/drawing/2014/main" id="{E1C1C02C-18E1-780A-8763-41AE0F2917BC}"/>
              </a:ext>
            </a:extLst>
          </p:cNvPr>
          <p:cNvPicPr>
            <a:picLocks noChangeAspect="1"/>
          </p:cNvPicPr>
          <p:nvPr userDrawn="1"/>
        </p:nvPicPr>
        <p:blipFill>
          <a:blip r:embed="rId2">
            <a:clrChange>
              <a:clrFrom>
                <a:srgbClr val="FFFFFF"/>
              </a:clrFrom>
              <a:clrTo>
                <a:srgbClr val="FFFFFF">
                  <a:alpha val="0"/>
                </a:srgbClr>
              </a:clrTo>
            </a:clrChange>
            <a:alphaModFix amt="12000"/>
            <a:extLst>
              <a:ext uri="{BEBA8EAE-BF5A-486C-A8C5-ECC9F3942E4B}">
                <a14:imgProps xmlns:a14="http://schemas.microsoft.com/office/drawing/2010/main">
                  <a14:imgLayer r:embed="rId3">
                    <a14:imgEffect>
                      <a14:artisticPhotocopy/>
                    </a14:imgEffect>
                  </a14:imgLayer>
                </a14:imgProps>
              </a:ext>
              <a:ext uri="{28A0092B-C50C-407E-A947-70E740481C1C}">
                <a14:useLocalDpi xmlns:a14="http://schemas.microsoft.com/office/drawing/2010/main" val="0"/>
              </a:ext>
            </a:extLst>
          </a:blip>
          <a:stretch>
            <a:fillRect/>
          </a:stretch>
        </p:blipFill>
        <p:spPr>
          <a:xfrm>
            <a:off x="1406443" y="1130179"/>
            <a:ext cx="9379113" cy="4597642"/>
          </a:xfrm>
          <a:prstGeom prst="rect">
            <a:avLst/>
          </a:prstGeom>
          <a:effectLst>
            <a:glow>
              <a:schemeClr val="tx1"/>
            </a:glow>
            <a:outerShdw blurRad="50800" dist="50800" dir="5400000" algn="ctr" rotWithShape="0">
              <a:srgbClr val="000000">
                <a:alpha val="0"/>
              </a:srgbClr>
            </a:outerShdw>
            <a:reflection endPos="0" dist="50800" dir="5400000" sy="-100000" algn="bl" rotWithShape="0"/>
          </a:effectLst>
        </p:spPr>
      </p:pic>
      <p:pic>
        <p:nvPicPr>
          <p:cNvPr id="9" name="Picture 8">
            <a:extLst>
              <a:ext uri="{FF2B5EF4-FFF2-40B4-BE49-F238E27FC236}">
                <a16:creationId xmlns:a16="http://schemas.microsoft.com/office/drawing/2014/main" id="{C07E53C0-197E-4E39-3DF4-192264592964}"/>
              </a:ext>
            </a:extLst>
          </p:cNvPr>
          <p:cNvPicPr>
            <a:picLocks noChangeAspect="1"/>
          </p:cNvPicPr>
          <p:nvPr userDrawn="1"/>
        </p:nvPicPr>
        <p:blipFill>
          <a:blip r:embed="rId4" cstate="hqprint">
            <a:extLst>
              <a:ext uri="{28A0092B-C50C-407E-A947-70E740481C1C}">
                <a14:useLocalDpi xmlns:a14="http://schemas.microsoft.com/office/drawing/2010/main" val="0"/>
              </a:ext>
            </a:extLst>
          </a:blip>
          <a:srcRect/>
          <a:stretch/>
        </p:blipFill>
        <p:spPr>
          <a:xfrm>
            <a:off x="9475992" y="566709"/>
            <a:ext cx="2528178" cy="783735"/>
          </a:xfrm>
          <a:prstGeom prst="rect">
            <a:avLst/>
          </a:prstGeom>
        </p:spPr>
      </p:pic>
      <p:pic>
        <p:nvPicPr>
          <p:cNvPr id="8" name="Picture 7" descr="Logo&#10;&#10;Description automatically generated">
            <a:extLst>
              <a:ext uri="{FF2B5EF4-FFF2-40B4-BE49-F238E27FC236}">
                <a16:creationId xmlns:a16="http://schemas.microsoft.com/office/drawing/2014/main" id="{14084F6E-C402-E001-B8A3-477D91DB6233}"/>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87830" y="136524"/>
            <a:ext cx="1655762" cy="1655762"/>
          </a:xfrm>
          <a:prstGeom prst="rect">
            <a:avLst/>
          </a:prstGeom>
        </p:spPr>
      </p:pic>
      <p:sp>
        <p:nvSpPr>
          <p:cNvPr id="2" name="Title 1">
            <a:extLst>
              <a:ext uri="{FF2B5EF4-FFF2-40B4-BE49-F238E27FC236}">
                <a16:creationId xmlns:a16="http://schemas.microsoft.com/office/drawing/2014/main" id="{CD7CCB3D-C221-6ABC-3252-89E6D68BC59E}"/>
              </a:ext>
            </a:extLst>
          </p:cNvPr>
          <p:cNvSpPr>
            <a:spLocks noGrp="1"/>
          </p:cNvSpPr>
          <p:nvPr>
            <p:ph type="ctrTitle"/>
          </p:nvPr>
        </p:nvSpPr>
        <p:spPr>
          <a:xfrm>
            <a:off x="3454400" y="2500833"/>
            <a:ext cx="4347501" cy="565735"/>
          </a:xfrm>
        </p:spPr>
        <p:txBody>
          <a:bodyPr anchor="b">
            <a:normAutofit/>
          </a:bodyPr>
          <a:lstStyle>
            <a:lvl1pPr algn="ctr">
              <a:defRPr sz="3000" spc="150" baseline="0">
                <a:solidFill>
                  <a:schemeClr val="bg2">
                    <a:lumMod val="50000"/>
                  </a:schemeClr>
                </a:solidFill>
                <a:latin typeface="Nexa-Bold" panose="01000000000000000000" pitchFamily="2" charset="0"/>
              </a:defRPr>
            </a:lvl1pPr>
          </a:lstStyle>
          <a:p>
            <a:r>
              <a:rPr lang="en-GB"/>
              <a:t>Click to edit Master title style</a:t>
            </a:r>
            <a:endParaRPr lang="en-GB" dirty="0"/>
          </a:p>
        </p:txBody>
      </p:sp>
      <p:sp>
        <p:nvSpPr>
          <p:cNvPr id="3" name="Subtitle 2">
            <a:extLst>
              <a:ext uri="{FF2B5EF4-FFF2-40B4-BE49-F238E27FC236}">
                <a16:creationId xmlns:a16="http://schemas.microsoft.com/office/drawing/2014/main" id="{4E21009A-C110-F658-0A21-7D89E80E2BF7}"/>
              </a:ext>
            </a:extLst>
          </p:cNvPr>
          <p:cNvSpPr>
            <a:spLocks noGrp="1"/>
          </p:cNvSpPr>
          <p:nvPr>
            <p:ph type="subTitle" idx="1"/>
          </p:nvPr>
        </p:nvSpPr>
        <p:spPr>
          <a:xfrm>
            <a:off x="1524000" y="3142992"/>
            <a:ext cx="9144000" cy="1655762"/>
          </a:xfrm>
        </p:spPr>
        <p:txBody>
          <a:bodyPr>
            <a:normAutofit/>
          </a:bodyPr>
          <a:lstStyle>
            <a:lvl1pPr marL="0" indent="0" algn="ctr">
              <a:buNone/>
              <a:defRPr sz="2000" i="1">
                <a:solidFill>
                  <a:schemeClr val="bg2">
                    <a:lumMod val="50000"/>
                  </a:schemeClr>
                </a:solidFill>
                <a:latin typeface="Nexa Bold" panose="020000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GB" dirty="0"/>
          </a:p>
        </p:txBody>
      </p:sp>
      <p:sp>
        <p:nvSpPr>
          <p:cNvPr id="4" name="Date Placeholder 3">
            <a:extLst>
              <a:ext uri="{FF2B5EF4-FFF2-40B4-BE49-F238E27FC236}">
                <a16:creationId xmlns:a16="http://schemas.microsoft.com/office/drawing/2014/main" id="{22466F76-74B9-E616-003F-9F12067748CE}"/>
              </a:ext>
            </a:extLst>
          </p:cNvPr>
          <p:cNvSpPr>
            <a:spLocks noGrp="1"/>
          </p:cNvSpPr>
          <p:nvPr>
            <p:ph type="dt" sz="half" idx="10"/>
          </p:nvPr>
        </p:nvSpPr>
        <p:spPr/>
        <p:txBody>
          <a:bodyPr/>
          <a:lstStyle/>
          <a:p>
            <a:fld id="{28E8D346-A915-4882-A510-80C55F2B0290}" type="datetimeFigureOut">
              <a:rPr lang="en-GB" smtClean="0"/>
              <a:t>18/04/2025</a:t>
            </a:fld>
            <a:endParaRPr lang="en-GB"/>
          </a:p>
        </p:txBody>
      </p:sp>
      <p:sp>
        <p:nvSpPr>
          <p:cNvPr id="5" name="Footer Placeholder 4">
            <a:extLst>
              <a:ext uri="{FF2B5EF4-FFF2-40B4-BE49-F238E27FC236}">
                <a16:creationId xmlns:a16="http://schemas.microsoft.com/office/drawing/2014/main" id="{AFA85831-62F6-248F-2536-5365792A8E9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23824EA-FB57-AA42-CC47-1070218757B3}"/>
              </a:ext>
            </a:extLst>
          </p:cNvPr>
          <p:cNvSpPr>
            <a:spLocks noGrp="1"/>
          </p:cNvSpPr>
          <p:nvPr>
            <p:ph type="sldNum" sz="quarter" idx="12"/>
          </p:nvPr>
        </p:nvSpPr>
        <p:spPr/>
        <p:txBody>
          <a:bodyPr/>
          <a:lstStyle/>
          <a:p>
            <a:fld id="{E33F180C-7AC5-428A-9DBB-8DF57BA31570}" type="slidenum">
              <a:rPr lang="en-GB" smtClean="0"/>
              <a:t>‹#›</a:t>
            </a:fld>
            <a:endParaRPr lang="en-GB"/>
          </a:p>
        </p:txBody>
      </p:sp>
      <p:sp>
        <p:nvSpPr>
          <p:cNvPr id="11" name="TextBox 10">
            <a:extLst>
              <a:ext uri="{FF2B5EF4-FFF2-40B4-BE49-F238E27FC236}">
                <a16:creationId xmlns:a16="http://schemas.microsoft.com/office/drawing/2014/main" id="{24644F0A-52D2-552F-0A18-5EBE0472DC5E}"/>
              </a:ext>
            </a:extLst>
          </p:cNvPr>
          <p:cNvSpPr txBox="1"/>
          <p:nvPr userDrawn="1"/>
        </p:nvSpPr>
        <p:spPr>
          <a:xfrm>
            <a:off x="8340436" y="5946135"/>
            <a:ext cx="3851564" cy="406650"/>
          </a:xfrm>
          <a:prstGeom prst="rect">
            <a:avLst/>
          </a:prstGeom>
          <a:noFill/>
        </p:spPr>
        <p:txBody>
          <a:bodyPr wrap="square" rtlCol="0">
            <a:spAutoFit/>
          </a:bodyPr>
          <a:lstStyle/>
          <a:p>
            <a:pPr algn="ctr">
              <a:lnSpc>
                <a:spcPct val="107000"/>
              </a:lnSpc>
              <a:spcAft>
                <a:spcPts val="800"/>
              </a:spcAft>
            </a:pPr>
            <a:r>
              <a:rPr lang="en-GB" sz="2000" b="1" i="1" dirty="0">
                <a:solidFill>
                  <a:schemeClr val="tx1">
                    <a:lumMod val="65000"/>
                    <a:lumOff val="35000"/>
                  </a:schemeClr>
                </a:solidFill>
                <a:latin typeface="Consolas" panose="020B0609020204030204" pitchFamily="49" charset="0"/>
                <a:ea typeface="Times New Roman" panose="02020603050405020304" pitchFamily="18" charset="0"/>
                <a:cs typeface="Times New Roman" panose="02020603050405020304" pitchFamily="18" charset="0"/>
              </a:rPr>
              <a:t>{Learn, Create, Innovate};</a:t>
            </a:r>
            <a:endParaRPr lang="en-US" sz="2000" b="1" i="1" dirty="0">
              <a:solidFill>
                <a:schemeClr val="tx1">
                  <a:lumMod val="65000"/>
                  <a:lumOff val="35000"/>
                </a:schemeClr>
              </a:solidFill>
              <a:latin typeface="Calibri" panose="020F0502020204030204" pitchFamily="34" charset="0"/>
              <a:ea typeface="Calibri" panose="020F0502020204030204" pitchFamily="34" charset="0"/>
              <a:cs typeface="Times New Roman" panose="02020603050405020304" pitchFamily="18" charset="0"/>
            </a:endParaRPr>
          </a:p>
        </p:txBody>
      </p:sp>
      <p:cxnSp>
        <p:nvCxnSpPr>
          <p:cNvPr id="13" name="Straight Connector 12">
            <a:extLst>
              <a:ext uri="{FF2B5EF4-FFF2-40B4-BE49-F238E27FC236}">
                <a16:creationId xmlns:a16="http://schemas.microsoft.com/office/drawing/2014/main" id="{74111F31-A7FB-AB43-EE29-2BCF7DB70B07}"/>
              </a:ext>
            </a:extLst>
          </p:cNvPr>
          <p:cNvCxnSpPr>
            <a:cxnSpLocks noChangeShapeType="1"/>
          </p:cNvCxnSpPr>
          <p:nvPr userDrawn="1"/>
        </p:nvCxnSpPr>
        <p:spPr bwMode="auto">
          <a:xfrm>
            <a:off x="3059138" y="3066568"/>
            <a:ext cx="5438686" cy="0"/>
          </a:xfrm>
          <a:prstGeom prst="line">
            <a:avLst/>
          </a:prstGeom>
          <a:noFill/>
          <a:ln w="25400">
            <a:solidFill>
              <a:srgbClr val="660066"/>
            </a:solidFill>
            <a:prstDash val="dot"/>
            <a:round/>
            <a:headEnd/>
            <a:tailEnd/>
          </a:ln>
          <a:effectLst>
            <a:outerShdw blurRad="63500" dist="20000" dir="5400000" rotWithShape="0">
              <a:srgbClr val="000000">
                <a:alpha val="37999"/>
              </a:srgbClr>
            </a:outerShdw>
          </a:effectLst>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21044872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Slide Simple Logo Blue 1">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1127661D-AEBD-17AC-4B6C-4A3EDB784FB3}"/>
              </a:ext>
            </a:extLst>
          </p:cNvPr>
          <p:cNvPicPr>
            <a:picLocks noChangeAspect="1"/>
          </p:cNvPicPr>
          <p:nvPr userDrawn="1"/>
        </p:nvPicPr>
        <p:blipFill rotWithShape="1">
          <a:blip r:embed="rId2">
            <a:grayscl/>
            <a:alphaModFix amt="20000"/>
            <a:extLst>
              <a:ext uri="{28A0092B-C50C-407E-A947-70E740481C1C}">
                <a14:useLocalDpi xmlns:a14="http://schemas.microsoft.com/office/drawing/2010/main" val="0"/>
              </a:ext>
            </a:extLst>
          </a:blip>
          <a:srcRect r="12379" b="28024"/>
          <a:stretch/>
        </p:blipFill>
        <p:spPr>
          <a:xfrm>
            <a:off x="5159912" y="1081454"/>
            <a:ext cx="7032088" cy="5776546"/>
          </a:xfrm>
          <a:prstGeom prst="rect">
            <a:avLst/>
          </a:prstGeom>
        </p:spPr>
      </p:pic>
      <p:sp>
        <p:nvSpPr>
          <p:cNvPr id="10" name="Arc 9">
            <a:extLst>
              <a:ext uri="{FF2B5EF4-FFF2-40B4-BE49-F238E27FC236}">
                <a16:creationId xmlns:a16="http://schemas.microsoft.com/office/drawing/2014/main" id="{7A42C6AB-54B1-13FD-E709-ED01A315E46D}"/>
              </a:ext>
            </a:extLst>
          </p:cNvPr>
          <p:cNvSpPr/>
          <p:nvPr userDrawn="1"/>
        </p:nvSpPr>
        <p:spPr>
          <a:xfrm rot="16200000">
            <a:off x="5175955" y="1072085"/>
            <a:ext cx="7920404" cy="7920404"/>
          </a:xfrm>
          <a:prstGeom prst="arc">
            <a:avLst>
              <a:gd name="adj1" fmla="val 14553369"/>
              <a:gd name="adj2" fmla="val 3028724"/>
            </a:avLst>
          </a:prstGeom>
          <a:ln>
            <a:solidFill>
              <a:schemeClr val="accent3">
                <a:alpha val="35000"/>
              </a:schemeClr>
            </a:solidFill>
          </a:ln>
        </p:spPr>
        <p:style>
          <a:lnRef idx="1">
            <a:schemeClr val="accent3"/>
          </a:lnRef>
          <a:fillRef idx="0">
            <a:schemeClr val="accent3"/>
          </a:fillRef>
          <a:effectRef idx="0">
            <a:schemeClr val="accent3"/>
          </a:effectRef>
          <a:fontRef idx="minor">
            <a:schemeClr val="tx1"/>
          </a:fontRef>
        </p:style>
        <p:txBody>
          <a:bodyPr rtlCol="0" anchor="ctr"/>
          <a:lstStyle/>
          <a:p>
            <a:pPr algn="ctr"/>
            <a:endParaRPr lang="en-GB"/>
          </a:p>
        </p:txBody>
      </p:sp>
      <p:pic>
        <p:nvPicPr>
          <p:cNvPr id="9" name="Picture 8">
            <a:extLst>
              <a:ext uri="{FF2B5EF4-FFF2-40B4-BE49-F238E27FC236}">
                <a16:creationId xmlns:a16="http://schemas.microsoft.com/office/drawing/2014/main" id="{C07E53C0-197E-4E39-3DF4-192264592964}"/>
              </a:ext>
            </a:extLst>
          </p:cNvPr>
          <p:cNvPicPr>
            <a:picLocks noChangeAspect="1"/>
          </p:cNvPicPr>
          <p:nvPr userDrawn="1"/>
        </p:nvPicPr>
        <p:blipFill>
          <a:blip r:embed="rId3" cstate="hqprint">
            <a:extLst>
              <a:ext uri="{28A0092B-C50C-407E-A947-70E740481C1C}">
                <a14:useLocalDpi xmlns:a14="http://schemas.microsoft.com/office/drawing/2010/main" val="0"/>
              </a:ext>
            </a:extLst>
          </a:blip>
          <a:srcRect/>
          <a:stretch/>
        </p:blipFill>
        <p:spPr>
          <a:xfrm>
            <a:off x="9475992" y="566709"/>
            <a:ext cx="2528178" cy="783735"/>
          </a:xfrm>
          <a:prstGeom prst="rect">
            <a:avLst/>
          </a:prstGeom>
        </p:spPr>
      </p:pic>
      <p:pic>
        <p:nvPicPr>
          <p:cNvPr id="8" name="Picture 7" descr="Logo&#10;&#10;Description automatically generated">
            <a:extLst>
              <a:ext uri="{FF2B5EF4-FFF2-40B4-BE49-F238E27FC236}">
                <a16:creationId xmlns:a16="http://schemas.microsoft.com/office/drawing/2014/main" id="{14084F6E-C402-E001-B8A3-477D91DB6233}"/>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87830" y="136524"/>
            <a:ext cx="1655762" cy="1655762"/>
          </a:xfrm>
          <a:prstGeom prst="rect">
            <a:avLst/>
          </a:prstGeom>
        </p:spPr>
      </p:pic>
      <p:sp>
        <p:nvSpPr>
          <p:cNvPr id="2" name="Title 1">
            <a:extLst>
              <a:ext uri="{FF2B5EF4-FFF2-40B4-BE49-F238E27FC236}">
                <a16:creationId xmlns:a16="http://schemas.microsoft.com/office/drawing/2014/main" id="{CD7CCB3D-C221-6ABC-3252-89E6D68BC59E}"/>
              </a:ext>
            </a:extLst>
          </p:cNvPr>
          <p:cNvSpPr>
            <a:spLocks noGrp="1"/>
          </p:cNvSpPr>
          <p:nvPr>
            <p:ph type="ctrTitle"/>
          </p:nvPr>
        </p:nvSpPr>
        <p:spPr>
          <a:xfrm>
            <a:off x="1524000" y="1122363"/>
            <a:ext cx="9144000" cy="2387600"/>
          </a:xfrm>
        </p:spPr>
        <p:txBody>
          <a:bodyPr anchor="b"/>
          <a:lstStyle>
            <a:lvl1pPr algn="ctr">
              <a:defRPr sz="6000" spc="150" baseline="0">
                <a:solidFill>
                  <a:srgbClr val="00B0F0"/>
                </a:solidFill>
                <a:latin typeface="Nexa Bold" panose="02000000000000000000" pitchFamily="50" charset="0"/>
              </a:defRPr>
            </a:lvl1pPr>
          </a:lstStyle>
          <a:p>
            <a:r>
              <a:rPr lang="en-GB"/>
              <a:t>Click to edit Master title style</a:t>
            </a:r>
            <a:endParaRPr lang="en-GB" dirty="0"/>
          </a:p>
        </p:txBody>
      </p:sp>
      <p:sp>
        <p:nvSpPr>
          <p:cNvPr id="3" name="Subtitle 2">
            <a:extLst>
              <a:ext uri="{FF2B5EF4-FFF2-40B4-BE49-F238E27FC236}">
                <a16:creationId xmlns:a16="http://schemas.microsoft.com/office/drawing/2014/main" id="{4E21009A-C110-F658-0A21-7D89E80E2BF7}"/>
              </a:ext>
            </a:extLst>
          </p:cNvPr>
          <p:cNvSpPr>
            <a:spLocks noGrp="1"/>
          </p:cNvSpPr>
          <p:nvPr>
            <p:ph type="subTitle" idx="1"/>
          </p:nvPr>
        </p:nvSpPr>
        <p:spPr>
          <a:xfrm>
            <a:off x="1524000" y="3602038"/>
            <a:ext cx="9144000" cy="1655762"/>
          </a:xfrm>
        </p:spPr>
        <p:txBody>
          <a:bodyPr/>
          <a:lstStyle>
            <a:lvl1pPr marL="0" indent="0" algn="ctr">
              <a:buNone/>
              <a:defRPr sz="2400" i="1">
                <a:solidFill>
                  <a:srgbClr val="00B0F0"/>
                </a:solidFill>
                <a:latin typeface="Nexa Bold" panose="020000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GB" dirty="0"/>
          </a:p>
        </p:txBody>
      </p:sp>
      <p:sp>
        <p:nvSpPr>
          <p:cNvPr id="4" name="Date Placeholder 3">
            <a:extLst>
              <a:ext uri="{FF2B5EF4-FFF2-40B4-BE49-F238E27FC236}">
                <a16:creationId xmlns:a16="http://schemas.microsoft.com/office/drawing/2014/main" id="{22466F76-74B9-E616-003F-9F12067748CE}"/>
              </a:ext>
            </a:extLst>
          </p:cNvPr>
          <p:cNvSpPr>
            <a:spLocks noGrp="1"/>
          </p:cNvSpPr>
          <p:nvPr>
            <p:ph type="dt" sz="half" idx="10"/>
          </p:nvPr>
        </p:nvSpPr>
        <p:spPr/>
        <p:txBody>
          <a:bodyPr/>
          <a:lstStyle/>
          <a:p>
            <a:fld id="{28E8D346-A915-4882-A510-80C55F2B0290}" type="datetimeFigureOut">
              <a:rPr lang="en-GB" smtClean="0"/>
              <a:t>18/04/2025</a:t>
            </a:fld>
            <a:endParaRPr lang="en-GB"/>
          </a:p>
        </p:txBody>
      </p:sp>
      <p:sp>
        <p:nvSpPr>
          <p:cNvPr id="5" name="Footer Placeholder 4">
            <a:extLst>
              <a:ext uri="{FF2B5EF4-FFF2-40B4-BE49-F238E27FC236}">
                <a16:creationId xmlns:a16="http://schemas.microsoft.com/office/drawing/2014/main" id="{AFA85831-62F6-248F-2536-5365792A8E9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23824EA-FB57-AA42-CC47-1070218757B3}"/>
              </a:ext>
            </a:extLst>
          </p:cNvPr>
          <p:cNvSpPr>
            <a:spLocks noGrp="1"/>
          </p:cNvSpPr>
          <p:nvPr>
            <p:ph type="sldNum" sz="quarter" idx="12"/>
          </p:nvPr>
        </p:nvSpPr>
        <p:spPr/>
        <p:txBody>
          <a:bodyPr/>
          <a:lstStyle/>
          <a:p>
            <a:fld id="{E33F180C-7AC5-428A-9DBB-8DF57BA31570}" type="slidenum">
              <a:rPr lang="en-GB" smtClean="0"/>
              <a:t>‹#›</a:t>
            </a:fld>
            <a:endParaRPr lang="en-GB"/>
          </a:p>
        </p:txBody>
      </p:sp>
    </p:spTree>
    <p:extLst>
      <p:ext uri="{BB962C8B-B14F-4D97-AF65-F5344CB8AC3E}">
        <p14:creationId xmlns:p14="http://schemas.microsoft.com/office/powerpoint/2010/main" val="25269565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Slide Simple Logo Grey 1">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1127661D-AEBD-17AC-4B6C-4A3EDB784FB3}"/>
              </a:ext>
            </a:extLst>
          </p:cNvPr>
          <p:cNvPicPr>
            <a:picLocks noChangeAspect="1"/>
          </p:cNvPicPr>
          <p:nvPr userDrawn="1"/>
        </p:nvPicPr>
        <p:blipFill rotWithShape="1">
          <a:blip r:embed="rId2">
            <a:grayscl/>
            <a:alphaModFix amt="20000"/>
            <a:extLst>
              <a:ext uri="{28A0092B-C50C-407E-A947-70E740481C1C}">
                <a14:useLocalDpi xmlns:a14="http://schemas.microsoft.com/office/drawing/2010/main" val="0"/>
              </a:ext>
            </a:extLst>
          </a:blip>
          <a:srcRect r="12379" b="28024"/>
          <a:stretch/>
        </p:blipFill>
        <p:spPr>
          <a:xfrm>
            <a:off x="5159912" y="1081454"/>
            <a:ext cx="7032088" cy="5776546"/>
          </a:xfrm>
          <a:prstGeom prst="rect">
            <a:avLst/>
          </a:prstGeom>
        </p:spPr>
      </p:pic>
      <p:sp>
        <p:nvSpPr>
          <p:cNvPr id="10" name="Arc 9">
            <a:extLst>
              <a:ext uri="{FF2B5EF4-FFF2-40B4-BE49-F238E27FC236}">
                <a16:creationId xmlns:a16="http://schemas.microsoft.com/office/drawing/2014/main" id="{7A42C6AB-54B1-13FD-E709-ED01A315E46D}"/>
              </a:ext>
            </a:extLst>
          </p:cNvPr>
          <p:cNvSpPr/>
          <p:nvPr userDrawn="1"/>
        </p:nvSpPr>
        <p:spPr>
          <a:xfrm rot="16200000">
            <a:off x="5175955" y="1072085"/>
            <a:ext cx="7920404" cy="7920404"/>
          </a:xfrm>
          <a:prstGeom prst="arc">
            <a:avLst>
              <a:gd name="adj1" fmla="val 14553369"/>
              <a:gd name="adj2" fmla="val 3028724"/>
            </a:avLst>
          </a:prstGeom>
          <a:ln>
            <a:solidFill>
              <a:schemeClr val="accent3">
                <a:alpha val="35000"/>
              </a:schemeClr>
            </a:solidFill>
          </a:ln>
        </p:spPr>
        <p:style>
          <a:lnRef idx="1">
            <a:schemeClr val="accent3"/>
          </a:lnRef>
          <a:fillRef idx="0">
            <a:schemeClr val="accent3"/>
          </a:fillRef>
          <a:effectRef idx="0">
            <a:schemeClr val="accent3"/>
          </a:effectRef>
          <a:fontRef idx="minor">
            <a:schemeClr val="tx1"/>
          </a:fontRef>
        </p:style>
        <p:txBody>
          <a:bodyPr rtlCol="0" anchor="ctr"/>
          <a:lstStyle/>
          <a:p>
            <a:pPr algn="ctr"/>
            <a:endParaRPr lang="en-GB"/>
          </a:p>
        </p:txBody>
      </p:sp>
      <p:pic>
        <p:nvPicPr>
          <p:cNvPr id="9" name="Picture 8">
            <a:extLst>
              <a:ext uri="{FF2B5EF4-FFF2-40B4-BE49-F238E27FC236}">
                <a16:creationId xmlns:a16="http://schemas.microsoft.com/office/drawing/2014/main" id="{C07E53C0-197E-4E39-3DF4-192264592964}"/>
              </a:ext>
            </a:extLst>
          </p:cNvPr>
          <p:cNvPicPr>
            <a:picLocks noChangeAspect="1"/>
          </p:cNvPicPr>
          <p:nvPr userDrawn="1"/>
        </p:nvPicPr>
        <p:blipFill>
          <a:blip r:embed="rId3" cstate="hqprint">
            <a:extLst>
              <a:ext uri="{28A0092B-C50C-407E-A947-70E740481C1C}">
                <a14:useLocalDpi xmlns:a14="http://schemas.microsoft.com/office/drawing/2010/main" val="0"/>
              </a:ext>
            </a:extLst>
          </a:blip>
          <a:srcRect/>
          <a:stretch/>
        </p:blipFill>
        <p:spPr>
          <a:xfrm>
            <a:off x="9475992" y="566709"/>
            <a:ext cx="2528178" cy="783735"/>
          </a:xfrm>
          <a:prstGeom prst="rect">
            <a:avLst/>
          </a:prstGeom>
        </p:spPr>
      </p:pic>
      <p:pic>
        <p:nvPicPr>
          <p:cNvPr id="8" name="Picture 7" descr="Logo&#10;&#10;Description automatically generated">
            <a:extLst>
              <a:ext uri="{FF2B5EF4-FFF2-40B4-BE49-F238E27FC236}">
                <a16:creationId xmlns:a16="http://schemas.microsoft.com/office/drawing/2014/main" id="{14084F6E-C402-E001-B8A3-477D91DB6233}"/>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87830" y="136524"/>
            <a:ext cx="1655762" cy="1655762"/>
          </a:xfrm>
          <a:prstGeom prst="rect">
            <a:avLst/>
          </a:prstGeom>
        </p:spPr>
      </p:pic>
      <p:sp>
        <p:nvSpPr>
          <p:cNvPr id="2" name="Title 1">
            <a:extLst>
              <a:ext uri="{FF2B5EF4-FFF2-40B4-BE49-F238E27FC236}">
                <a16:creationId xmlns:a16="http://schemas.microsoft.com/office/drawing/2014/main" id="{CD7CCB3D-C221-6ABC-3252-89E6D68BC59E}"/>
              </a:ext>
            </a:extLst>
          </p:cNvPr>
          <p:cNvSpPr>
            <a:spLocks noGrp="1"/>
          </p:cNvSpPr>
          <p:nvPr>
            <p:ph type="ctrTitle"/>
          </p:nvPr>
        </p:nvSpPr>
        <p:spPr>
          <a:xfrm>
            <a:off x="1524000" y="1122363"/>
            <a:ext cx="9144000" cy="2387600"/>
          </a:xfrm>
        </p:spPr>
        <p:txBody>
          <a:bodyPr anchor="b"/>
          <a:lstStyle>
            <a:lvl1pPr algn="ctr">
              <a:defRPr sz="6000" spc="150" baseline="0">
                <a:solidFill>
                  <a:schemeClr val="bg2">
                    <a:lumMod val="50000"/>
                  </a:schemeClr>
                </a:solidFill>
                <a:latin typeface="Nexa Bold" panose="02000000000000000000" pitchFamily="50" charset="0"/>
              </a:defRPr>
            </a:lvl1pPr>
          </a:lstStyle>
          <a:p>
            <a:r>
              <a:rPr lang="en-GB"/>
              <a:t>Click to edit Master title style</a:t>
            </a:r>
            <a:endParaRPr lang="en-GB" dirty="0"/>
          </a:p>
        </p:txBody>
      </p:sp>
      <p:sp>
        <p:nvSpPr>
          <p:cNvPr id="3" name="Subtitle 2">
            <a:extLst>
              <a:ext uri="{FF2B5EF4-FFF2-40B4-BE49-F238E27FC236}">
                <a16:creationId xmlns:a16="http://schemas.microsoft.com/office/drawing/2014/main" id="{4E21009A-C110-F658-0A21-7D89E80E2BF7}"/>
              </a:ext>
            </a:extLst>
          </p:cNvPr>
          <p:cNvSpPr>
            <a:spLocks noGrp="1"/>
          </p:cNvSpPr>
          <p:nvPr>
            <p:ph type="subTitle" idx="1"/>
          </p:nvPr>
        </p:nvSpPr>
        <p:spPr>
          <a:xfrm>
            <a:off x="1524000" y="3602038"/>
            <a:ext cx="9144000" cy="1655762"/>
          </a:xfrm>
        </p:spPr>
        <p:txBody>
          <a:bodyPr/>
          <a:lstStyle>
            <a:lvl1pPr marL="0" indent="0" algn="ctr">
              <a:buNone/>
              <a:defRPr sz="2400" i="1">
                <a:solidFill>
                  <a:schemeClr val="bg2">
                    <a:lumMod val="50000"/>
                  </a:schemeClr>
                </a:solidFill>
                <a:latin typeface="Nexa Bold" panose="020000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GB" dirty="0"/>
          </a:p>
        </p:txBody>
      </p:sp>
      <p:sp>
        <p:nvSpPr>
          <p:cNvPr id="4" name="Date Placeholder 3">
            <a:extLst>
              <a:ext uri="{FF2B5EF4-FFF2-40B4-BE49-F238E27FC236}">
                <a16:creationId xmlns:a16="http://schemas.microsoft.com/office/drawing/2014/main" id="{22466F76-74B9-E616-003F-9F12067748CE}"/>
              </a:ext>
            </a:extLst>
          </p:cNvPr>
          <p:cNvSpPr>
            <a:spLocks noGrp="1"/>
          </p:cNvSpPr>
          <p:nvPr>
            <p:ph type="dt" sz="half" idx="10"/>
          </p:nvPr>
        </p:nvSpPr>
        <p:spPr/>
        <p:txBody>
          <a:bodyPr/>
          <a:lstStyle/>
          <a:p>
            <a:fld id="{28E8D346-A915-4882-A510-80C55F2B0290}" type="datetimeFigureOut">
              <a:rPr lang="en-GB" smtClean="0"/>
              <a:t>18/04/2025</a:t>
            </a:fld>
            <a:endParaRPr lang="en-GB"/>
          </a:p>
        </p:txBody>
      </p:sp>
      <p:sp>
        <p:nvSpPr>
          <p:cNvPr id="5" name="Footer Placeholder 4">
            <a:extLst>
              <a:ext uri="{FF2B5EF4-FFF2-40B4-BE49-F238E27FC236}">
                <a16:creationId xmlns:a16="http://schemas.microsoft.com/office/drawing/2014/main" id="{AFA85831-62F6-248F-2536-5365792A8E9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23824EA-FB57-AA42-CC47-1070218757B3}"/>
              </a:ext>
            </a:extLst>
          </p:cNvPr>
          <p:cNvSpPr>
            <a:spLocks noGrp="1"/>
          </p:cNvSpPr>
          <p:nvPr>
            <p:ph type="sldNum" sz="quarter" idx="12"/>
          </p:nvPr>
        </p:nvSpPr>
        <p:spPr/>
        <p:txBody>
          <a:bodyPr/>
          <a:lstStyle/>
          <a:p>
            <a:fld id="{E33F180C-7AC5-428A-9DBB-8DF57BA31570}" type="slidenum">
              <a:rPr lang="en-GB" smtClean="0"/>
              <a:t>‹#›</a:t>
            </a:fld>
            <a:endParaRPr lang="en-GB"/>
          </a:p>
        </p:txBody>
      </p:sp>
    </p:spTree>
    <p:extLst>
      <p:ext uri="{BB962C8B-B14F-4D97-AF65-F5344CB8AC3E}">
        <p14:creationId xmlns:p14="http://schemas.microsoft.com/office/powerpoint/2010/main" val="7973320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Slide Logo White/Blue 1">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42831A6E-5C61-78AF-5D8D-D13531A7B87B}"/>
              </a:ext>
            </a:extLst>
          </p:cNvPr>
          <p:cNvSpPr/>
          <p:nvPr userDrawn="1"/>
        </p:nvSpPr>
        <p:spPr>
          <a:xfrm>
            <a:off x="0" y="0"/>
            <a:ext cx="12192000" cy="6858000"/>
          </a:xfrm>
          <a:prstGeom prst="rect">
            <a:avLst/>
          </a:prstGeom>
          <a:gradFill flip="none" rotWithShape="1">
            <a:gsLst>
              <a:gs pos="0">
                <a:srgbClr val="00B0F0">
                  <a:shade val="30000"/>
                  <a:satMod val="115000"/>
                </a:srgbClr>
              </a:gs>
              <a:gs pos="23000">
                <a:srgbClr val="00B0F0">
                  <a:shade val="67500"/>
                  <a:satMod val="115000"/>
                </a:srgbClr>
              </a:gs>
              <a:gs pos="100000">
                <a:srgbClr val="00B0F0">
                  <a:shade val="100000"/>
                  <a:satMod val="115000"/>
                </a:srgbClr>
              </a:gs>
            </a:gsLst>
            <a:lin ang="13500000" scaled="1"/>
            <a:tileRect/>
          </a:gra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5" name="Picture 14">
            <a:extLst>
              <a:ext uri="{FF2B5EF4-FFF2-40B4-BE49-F238E27FC236}">
                <a16:creationId xmlns:a16="http://schemas.microsoft.com/office/drawing/2014/main" id="{A1084A2C-5D21-7A98-F6D9-A5AC70C57166}"/>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r="12379" b="28024"/>
          <a:stretch/>
        </p:blipFill>
        <p:spPr>
          <a:xfrm>
            <a:off x="5159912" y="1081454"/>
            <a:ext cx="7032088" cy="5776546"/>
          </a:xfrm>
          <a:prstGeom prst="rect">
            <a:avLst/>
          </a:prstGeom>
        </p:spPr>
      </p:pic>
      <p:sp>
        <p:nvSpPr>
          <p:cNvPr id="18" name="TextBox 17">
            <a:extLst>
              <a:ext uri="{FF2B5EF4-FFF2-40B4-BE49-F238E27FC236}">
                <a16:creationId xmlns:a16="http://schemas.microsoft.com/office/drawing/2014/main" id="{2F0FC399-1E99-64E5-3C59-25E3AD9900B6}"/>
              </a:ext>
            </a:extLst>
          </p:cNvPr>
          <p:cNvSpPr txBox="1"/>
          <p:nvPr userDrawn="1"/>
        </p:nvSpPr>
        <p:spPr>
          <a:xfrm>
            <a:off x="8331200" y="337402"/>
            <a:ext cx="3860800" cy="406650"/>
          </a:xfrm>
          <a:prstGeom prst="rect">
            <a:avLst/>
          </a:prstGeom>
          <a:noFill/>
        </p:spPr>
        <p:txBody>
          <a:bodyPr wrap="square" rtlCol="0">
            <a:spAutoFit/>
          </a:bodyPr>
          <a:lstStyle/>
          <a:p>
            <a:pPr algn="ctr">
              <a:lnSpc>
                <a:spcPct val="107000"/>
              </a:lnSpc>
              <a:spcAft>
                <a:spcPts val="800"/>
              </a:spcAft>
            </a:pPr>
            <a:r>
              <a:rPr lang="en-GB" sz="2000" b="1" i="1" dirty="0">
                <a:solidFill>
                  <a:schemeClr val="bg1"/>
                </a:solidFill>
                <a:latin typeface="Consolas" panose="020B0609020204030204" pitchFamily="49" charset="0"/>
                <a:ea typeface="Times New Roman" panose="02020603050405020304" pitchFamily="18" charset="0"/>
                <a:cs typeface="Times New Roman" panose="02020603050405020304" pitchFamily="18" charset="0"/>
              </a:rPr>
              <a:t>{Learn, Create, Innovate};</a:t>
            </a:r>
            <a:endParaRPr lang="en-US" sz="2000" b="1" i="1" dirty="0">
              <a:solidFill>
                <a:schemeClr val="bg1"/>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2" name="Title 1">
            <a:extLst>
              <a:ext uri="{FF2B5EF4-FFF2-40B4-BE49-F238E27FC236}">
                <a16:creationId xmlns:a16="http://schemas.microsoft.com/office/drawing/2014/main" id="{CD7CCB3D-C221-6ABC-3252-89E6D68BC59E}"/>
              </a:ext>
            </a:extLst>
          </p:cNvPr>
          <p:cNvSpPr>
            <a:spLocks noGrp="1"/>
          </p:cNvSpPr>
          <p:nvPr>
            <p:ph type="ctrTitle"/>
          </p:nvPr>
        </p:nvSpPr>
        <p:spPr>
          <a:xfrm>
            <a:off x="406206" y="2767280"/>
            <a:ext cx="3657793" cy="1323439"/>
          </a:xfrm>
        </p:spPr>
        <p:txBody>
          <a:bodyPr anchor="b">
            <a:normAutofit/>
          </a:bodyPr>
          <a:lstStyle>
            <a:lvl1pPr algn="l">
              <a:lnSpc>
                <a:spcPct val="100000"/>
              </a:lnSpc>
              <a:defRPr sz="4000" b="1" spc="200" baseline="0">
                <a:solidFill>
                  <a:schemeClr val="bg1"/>
                </a:solidFill>
                <a:latin typeface="Nexa Bold" panose="02000000000000000000" pitchFamily="50" charset="0"/>
              </a:defRPr>
            </a:lvl1pPr>
          </a:lstStyle>
          <a:p>
            <a:r>
              <a:rPr lang="en-GB"/>
              <a:t>Click to edit Master title style</a:t>
            </a:r>
            <a:endParaRPr lang="en-GB" dirty="0"/>
          </a:p>
        </p:txBody>
      </p:sp>
      <p:sp>
        <p:nvSpPr>
          <p:cNvPr id="3" name="Subtitle 2">
            <a:extLst>
              <a:ext uri="{FF2B5EF4-FFF2-40B4-BE49-F238E27FC236}">
                <a16:creationId xmlns:a16="http://schemas.microsoft.com/office/drawing/2014/main" id="{4E21009A-C110-F658-0A21-7D89E80E2BF7}"/>
              </a:ext>
            </a:extLst>
          </p:cNvPr>
          <p:cNvSpPr>
            <a:spLocks noGrp="1"/>
          </p:cNvSpPr>
          <p:nvPr>
            <p:ph type="subTitle" idx="1"/>
          </p:nvPr>
        </p:nvSpPr>
        <p:spPr>
          <a:xfrm>
            <a:off x="406206" y="4590215"/>
            <a:ext cx="3657793" cy="884144"/>
          </a:xfrm>
        </p:spPr>
        <p:txBody>
          <a:bodyPr>
            <a:normAutofit/>
          </a:bodyPr>
          <a:lstStyle>
            <a:lvl1pPr marL="0" indent="0" algn="l">
              <a:buNone/>
              <a:defRPr sz="2400" b="1" i="1">
                <a:solidFill>
                  <a:schemeClr val="bg1"/>
                </a:solidFill>
                <a:latin typeface="Nexa Bold" panose="020000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GB" dirty="0"/>
          </a:p>
        </p:txBody>
      </p:sp>
    </p:spTree>
    <p:extLst>
      <p:ext uri="{BB962C8B-B14F-4D97-AF65-F5344CB8AC3E}">
        <p14:creationId xmlns:p14="http://schemas.microsoft.com/office/powerpoint/2010/main" val="11649369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Slide Simple Logo White/Blue 2">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A1084A2C-5D21-7A98-F6D9-A5AC70C57166}"/>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r="12379" b="28024"/>
          <a:stretch/>
        </p:blipFill>
        <p:spPr>
          <a:xfrm>
            <a:off x="5159912" y="1081454"/>
            <a:ext cx="7032088" cy="5776546"/>
          </a:xfrm>
          <a:prstGeom prst="rect">
            <a:avLst/>
          </a:prstGeom>
        </p:spPr>
      </p:pic>
      <p:sp>
        <p:nvSpPr>
          <p:cNvPr id="18" name="TextBox 17">
            <a:extLst>
              <a:ext uri="{FF2B5EF4-FFF2-40B4-BE49-F238E27FC236}">
                <a16:creationId xmlns:a16="http://schemas.microsoft.com/office/drawing/2014/main" id="{2F0FC399-1E99-64E5-3C59-25E3AD9900B6}"/>
              </a:ext>
            </a:extLst>
          </p:cNvPr>
          <p:cNvSpPr txBox="1"/>
          <p:nvPr userDrawn="1"/>
        </p:nvSpPr>
        <p:spPr>
          <a:xfrm>
            <a:off x="8331200" y="337402"/>
            <a:ext cx="3860800" cy="406650"/>
          </a:xfrm>
          <a:prstGeom prst="rect">
            <a:avLst/>
          </a:prstGeom>
          <a:noFill/>
        </p:spPr>
        <p:txBody>
          <a:bodyPr wrap="square" rtlCol="0">
            <a:spAutoFit/>
          </a:bodyPr>
          <a:lstStyle/>
          <a:p>
            <a:pPr algn="ctr">
              <a:lnSpc>
                <a:spcPct val="107000"/>
              </a:lnSpc>
              <a:spcAft>
                <a:spcPts val="800"/>
              </a:spcAft>
            </a:pPr>
            <a:r>
              <a:rPr lang="en-GB" sz="2000" b="1" i="1" dirty="0">
                <a:solidFill>
                  <a:srgbClr val="00B0F0"/>
                </a:solidFill>
                <a:latin typeface="Consolas" panose="020B0609020204030204" pitchFamily="49" charset="0"/>
                <a:ea typeface="Times New Roman" panose="02020603050405020304" pitchFamily="18" charset="0"/>
                <a:cs typeface="Times New Roman" panose="02020603050405020304" pitchFamily="18" charset="0"/>
              </a:rPr>
              <a:t>{Learn, Create, Innovate};</a:t>
            </a:r>
            <a:endParaRPr lang="en-US" sz="2000" b="1" i="1" dirty="0">
              <a:solidFill>
                <a:srgbClr val="00B0F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2" name="Title 1">
            <a:extLst>
              <a:ext uri="{FF2B5EF4-FFF2-40B4-BE49-F238E27FC236}">
                <a16:creationId xmlns:a16="http://schemas.microsoft.com/office/drawing/2014/main" id="{CD7CCB3D-C221-6ABC-3252-89E6D68BC59E}"/>
              </a:ext>
            </a:extLst>
          </p:cNvPr>
          <p:cNvSpPr>
            <a:spLocks noGrp="1"/>
          </p:cNvSpPr>
          <p:nvPr>
            <p:ph type="ctrTitle"/>
          </p:nvPr>
        </p:nvSpPr>
        <p:spPr>
          <a:xfrm>
            <a:off x="406206" y="2767280"/>
            <a:ext cx="3657793" cy="1323439"/>
          </a:xfrm>
        </p:spPr>
        <p:txBody>
          <a:bodyPr anchor="b">
            <a:normAutofit/>
          </a:bodyPr>
          <a:lstStyle>
            <a:lvl1pPr algn="l">
              <a:lnSpc>
                <a:spcPct val="100000"/>
              </a:lnSpc>
              <a:defRPr sz="4000" b="1" spc="200" baseline="0">
                <a:solidFill>
                  <a:srgbClr val="00B0F0"/>
                </a:solidFill>
                <a:latin typeface="Nexa Bold" panose="02000000000000000000" pitchFamily="50" charset="0"/>
              </a:defRPr>
            </a:lvl1pPr>
          </a:lstStyle>
          <a:p>
            <a:r>
              <a:rPr lang="en-GB"/>
              <a:t>Click to edit Master title style</a:t>
            </a:r>
            <a:endParaRPr lang="en-GB" dirty="0"/>
          </a:p>
        </p:txBody>
      </p:sp>
      <p:sp>
        <p:nvSpPr>
          <p:cNvPr id="3" name="Subtitle 2">
            <a:extLst>
              <a:ext uri="{FF2B5EF4-FFF2-40B4-BE49-F238E27FC236}">
                <a16:creationId xmlns:a16="http://schemas.microsoft.com/office/drawing/2014/main" id="{4E21009A-C110-F658-0A21-7D89E80E2BF7}"/>
              </a:ext>
            </a:extLst>
          </p:cNvPr>
          <p:cNvSpPr>
            <a:spLocks noGrp="1"/>
          </p:cNvSpPr>
          <p:nvPr>
            <p:ph type="subTitle" idx="1"/>
          </p:nvPr>
        </p:nvSpPr>
        <p:spPr>
          <a:xfrm>
            <a:off x="406206" y="4590215"/>
            <a:ext cx="3657793" cy="884144"/>
          </a:xfrm>
        </p:spPr>
        <p:txBody>
          <a:bodyPr>
            <a:normAutofit/>
          </a:bodyPr>
          <a:lstStyle>
            <a:lvl1pPr marL="0" indent="0" algn="l">
              <a:buNone/>
              <a:defRPr sz="2400" b="1" i="1">
                <a:solidFill>
                  <a:srgbClr val="00B0F0"/>
                </a:solidFill>
                <a:latin typeface="Nexa Bold" panose="020000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GB" dirty="0"/>
          </a:p>
        </p:txBody>
      </p:sp>
      <p:sp>
        <p:nvSpPr>
          <p:cNvPr id="10" name="Arc 9">
            <a:extLst>
              <a:ext uri="{FF2B5EF4-FFF2-40B4-BE49-F238E27FC236}">
                <a16:creationId xmlns:a16="http://schemas.microsoft.com/office/drawing/2014/main" id="{61F30BF6-4AB5-5793-16E3-01544A52D6F8}"/>
              </a:ext>
            </a:extLst>
          </p:cNvPr>
          <p:cNvSpPr/>
          <p:nvPr userDrawn="1"/>
        </p:nvSpPr>
        <p:spPr>
          <a:xfrm rot="16200000">
            <a:off x="5175955" y="1072085"/>
            <a:ext cx="7920404" cy="7920404"/>
          </a:xfrm>
          <a:prstGeom prst="arc">
            <a:avLst>
              <a:gd name="adj1" fmla="val 14553369"/>
              <a:gd name="adj2" fmla="val 3028724"/>
            </a:avLst>
          </a:prstGeom>
          <a:ln>
            <a:solidFill>
              <a:srgbClr val="00B0F0"/>
            </a:solidFill>
          </a:ln>
        </p:spPr>
        <p:style>
          <a:lnRef idx="1">
            <a:schemeClr val="accent3"/>
          </a:lnRef>
          <a:fillRef idx="0">
            <a:schemeClr val="accent3"/>
          </a:fillRef>
          <a:effectRef idx="0">
            <a:schemeClr val="accent3"/>
          </a:effectRef>
          <a:fontRef idx="minor">
            <a:schemeClr val="tx1"/>
          </a:fontRef>
        </p:style>
        <p:txBody>
          <a:bodyPr rtlCol="0" anchor="ctr"/>
          <a:lstStyle/>
          <a:p>
            <a:pPr algn="ctr"/>
            <a:endParaRPr lang="en-GB"/>
          </a:p>
        </p:txBody>
      </p:sp>
    </p:spTree>
    <p:extLst>
      <p:ext uri="{BB962C8B-B14F-4D97-AF65-F5344CB8AC3E}">
        <p14:creationId xmlns:p14="http://schemas.microsoft.com/office/powerpoint/2010/main" val="35103588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lide Simple Logo Blue/Black 3">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42831A6E-5C61-78AF-5D8D-D13531A7B87B}"/>
              </a:ext>
            </a:extLst>
          </p:cNvPr>
          <p:cNvSpPr/>
          <p:nvPr userDrawn="1"/>
        </p:nvSpPr>
        <p:spPr>
          <a:xfrm>
            <a:off x="0" y="0"/>
            <a:ext cx="12192000" cy="6858000"/>
          </a:xfrm>
          <a:prstGeom prst="rect">
            <a:avLst/>
          </a:prstGeom>
          <a:gradFill flip="none" rotWithShape="1">
            <a:gsLst>
              <a:gs pos="0">
                <a:srgbClr val="00B0F0">
                  <a:shade val="30000"/>
                  <a:satMod val="115000"/>
                </a:srgbClr>
              </a:gs>
              <a:gs pos="23000">
                <a:srgbClr val="00B0F0">
                  <a:shade val="67500"/>
                  <a:satMod val="115000"/>
                </a:srgbClr>
              </a:gs>
              <a:gs pos="100000">
                <a:srgbClr val="00B0F0">
                  <a:shade val="100000"/>
                  <a:satMod val="115000"/>
                </a:srgbClr>
              </a:gs>
            </a:gsLst>
            <a:lin ang="13500000" scaled="1"/>
            <a:tileRect/>
          </a:gra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TextBox 17">
            <a:extLst>
              <a:ext uri="{FF2B5EF4-FFF2-40B4-BE49-F238E27FC236}">
                <a16:creationId xmlns:a16="http://schemas.microsoft.com/office/drawing/2014/main" id="{2F0FC399-1E99-64E5-3C59-25E3AD9900B6}"/>
              </a:ext>
            </a:extLst>
          </p:cNvPr>
          <p:cNvSpPr txBox="1"/>
          <p:nvPr userDrawn="1"/>
        </p:nvSpPr>
        <p:spPr>
          <a:xfrm>
            <a:off x="8331200" y="337402"/>
            <a:ext cx="3860800" cy="406650"/>
          </a:xfrm>
          <a:prstGeom prst="rect">
            <a:avLst/>
          </a:prstGeom>
          <a:noFill/>
        </p:spPr>
        <p:txBody>
          <a:bodyPr wrap="square" rtlCol="0">
            <a:spAutoFit/>
          </a:bodyPr>
          <a:lstStyle/>
          <a:p>
            <a:pPr algn="ctr">
              <a:lnSpc>
                <a:spcPct val="107000"/>
              </a:lnSpc>
              <a:spcAft>
                <a:spcPts val="800"/>
              </a:spcAft>
            </a:pPr>
            <a:r>
              <a:rPr lang="en-GB" sz="2000" b="1" i="1" dirty="0">
                <a:solidFill>
                  <a:schemeClr val="bg1"/>
                </a:solidFill>
                <a:latin typeface="Consolas" panose="020B0609020204030204" pitchFamily="49" charset="0"/>
                <a:ea typeface="Times New Roman" panose="02020603050405020304" pitchFamily="18" charset="0"/>
                <a:cs typeface="Times New Roman" panose="02020603050405020304" pitchFamily="18" charset="0"/>
              </a:rPr>
              <a:t>{Learn, Create, Innovate};</a:t>
            </a:r>
            <a:endParaRPr lang="en-US" sz="2000" b="1" i="1" dirty="0">
              <a:solidFill>
                <a:schemeClr val="bg1"/>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2" name="Title 1">
            <a:extLst>
              <a:ext uri="{FF2B5EF4-FFF2-40B4-BE49-F238E27FC236}">
                <a16:creationId xmlns:a16="http://schemas.microsoft.com/office/drawing/2014/main" id="{CD7CCB3D-C221-6ABC-3252-89E6D68BC59E}"/>
              </a:ext>
            </a:extLst>
          </p:cNvPr>
          <p:cNvSpPr>
            <a:spLocks noGrp="1"/>
          </p:cNvSpPr>
          <p:nvPr>
            <p:ph type="ctrTitle"/>
          </p:nvPr>
        </p:nvSpPr>
        <p:spPr>
          <a:xfrm>
            <a:off x="406206" y="2767280"/>
            <a:ext cx="3657793" cy="1323439"/>
          </a:xfrm>
        </p:spPr>
        <p:txBody>
          <a:bodyPr anchor="b">
            <a:normAutofit/>
          </a:bodyPr>
          <a:lstStyle>
            <a:lvl1pPr algn="l">
              <a:lnSpc>
                <a:spcPct val="100000"/>
              </a:lnSpc>
              <a:defRPr sz="4000" b="1" spc="200" baseline="0">
                <a:solidFill>
                  <a:schemeClr val="bg1"/>
                </a:solidFill>
                <a:latin typeface="Nexa Bold" panose="02000000000000000000" pitchFamily="50" charset="0"/>
              </a:defRPr>
            </a:lvl1pPr>
          </a:lstStyle>
          <a:p>
            <a:r>
              <a:rPr lang="en-GB"/>
              <a:t>Click to edit Master title style</a:t>
            </a:r>
            <a:endParaRPr lang="en-GB" dirty="0"/>
          </a:p>
        </p:txBody>
      </p:sp>
      <p:sp>
        <p:nvSpPr>
          <p:cNvPr id="3" name="Subtitle 2">
            <a:extLst>
              <a:ext uri="{FF2B5EF4-FFF2-40B4-BE49-F238E27FC236}">
                <a16:creationId xmlns:a16="http://schemas.microsoft.com/office/drawing/2014/main" id="{4E21009A-C110-F658-0A21-7D89E80E2BF7}"/>
              </a:ext>
            </a:extLst>
          </p:cNvPr>
          <p:cNvSpPr>
            <a:spLocks noGrp="1"/>
          </p:cNvSpPr>
          <p:nvPr>
            <p:ph type="subTitle" idx="1"/>
          </p:nvPr>
        </p:nvSpPr>
        <p:spPr>
          <a:xfrm>
            <a:off x="406206" y="4590215"/>
            <a:ext cx="3657793" cy="884144"/>
          </a:xfrm>
        </p:spPr>
        <p:txBody>
          <a:bodyPr>
            <a:normAutofit/>
          </a:bodyPr>
          <a:lstStyle>
            <a:lvl1pPr marL="0" indent="0" algn="l">
              <a:buNone/>
              <a:defRPr sz="2400" b="1" i="1">
                <a:solidFill>
                  <a:schemeClr val="bg1"/>
                </a:solidFill>
                <a:latin typeface="Nexa Bold" panose="020000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GB" dirty="0"/>
          </a:p>
        </p:txBody>
      </p:sp>
      <p:pic>
        <p:nvPicPr>
          <p:cNvPr id="5" name="Picture 4" descr="Logo&#10;&#10;Description automatically generated">
            <a:extLst>
              <a:ext uri="{FF2B5EF4-FFF2-40B4-BE49-F238E27FC236}">
                <a16:creationId xmlns:a16="http://schemas.microsoft.com/office/drawing/2014/main" id="{3F2E9BD9-31F1-4DD0-ADA8-BBC83DFA5C0C}"/>
              </a:ext>
            </a:extLst>
          </p:cNvPr>
          <p:cNvPicPr>
            <a:picLocks noChangeAspect="1"/>
          </p:cNvPicPr>
          <p:nvPr userDrawn="1"/>
        </p:nvPicPr>
        <p:blipFill rotWithShape="1">
          <a:blip r:embed="rId2">
            <a:alphaModFix/>
            <a:extLst>
              <a:ext uri="{28A0092B-C50C-407E-A947-70E740481C1C}">
                <a14:useLocalDpi xmlns:a14="http://schemas.microsoft.com/office/drawing/2010/main" val="0"/>
              </a:ext>
            </a:extLst>
          </a:blip>
          <a:srcRect r="12509" b="28208"/>
          <a:stretch/>
        </p:blipFill>
        <p:spPr>
          <a:xfrm>
            <a:off x="5152292" y="1081454"/>
            <a:ext cx="7039708" cy="5776546"/>
          </a:xfrm>
          <a:prstGeom prst="rect">
            <a:avLst/>
          </a:prstGeom>
        </p:spPr>
      </p:pic>
    </p:spTree>
    <p:extLst>
      <p:ext uri="{BB962C8B-B14F-4D97-AF65-F5344CB8AC3E}">
        <p14:creationId xmlns:p14="http://schemas.microsoft.com/office/powerpoint/2010/main" val="12781706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Slide Simple Logo White/Black 4">
    <p:spTree>
      <p:nvGrpSpPr>
        <p:cNvPr id="1" name=""/>
        <p:cNvGrpSpPr/>
        <p:nvPr/>
      </p:nvGrpSpPr>
      <p:grpSpPr>
        <a:xfrm>
          <a:off x="0" y="0"/>
          <a:ext cx="0" cy="0"/>
          <a:chOff x="0" y="0"/>
          <a:chExt cx="0" cy="0"/>
        </a:xfrm>
      </p:grpSpPr>
      <p:sp>
        <p:nvSpPr>
          <p:cNvPr id="18" name="TextBox 17">
            <a:extLst>
              <a:ext uri="{FF2B5EF4-FFF2-40B4-BE49-F238E27FC236}">
                <a16:creationId xmlns:a16="http://schemas.microsoft.com/office/drawing/2014/main" id="{2F0FC399-1E99-64E5-3C59-25E3AD9900B6}"/>
              </a:ext>
            </a:extLst>
          </p:cNvPr>
          <p:cNvSpPr txBox="1"/>
          <p:nvPr userDrawn="1"/>
        </p:nvSpPr>
        <p:spPr>
          <a:xfrm>
            <a:off x="8331200" y="337402"/>
            <a:ext cx="3860800" cy="406650"/>
          </a:xfrm>
          <a:prstGeom prst="rect">
            <a:avLst/>
          </a:prstGeom>
          <a:noFill/>
        </p:spPr>
        <p:txBody>
          <a:bodyPr wrap="square" rtlCol="0">
            <a:spAutoFit/>
          </a:bodyPr>
          <a:lstStyle/>
          <a:p>
            <a:pPr algn="ctr">
              <a:lnSpc>
                <a:spcPct val="107000"/>
              </a:lnSpc>
              <a:spcAft>
                <a:spcPts val="800"/>
              </a:spcAft>
            </a:pPr>
            <a:r>
              <a:rPr lang="en-GB" sz="2000" b="1" i="1" dirty="0">
                <a:solidFill>
                  <a:srgbClr val="00B0F0"/>
                </a:solidFill>
                <a:latin typeface="Consolas" panose="020B0609020204030204" pitchFamily="49" charset="0"/>
                <a:ea typeface="Times New Roman" panose="02020603050405020304" pitchFamily="18" charset="0"/>
                <a:cs typeface="Times New Roman" panose="02020603050405020304" pitchFamily="18" charset="0"/>
              </a:rPr>
              <a:t>{Learn, Create, Innovate};</a:t>
            </a:r>
            <a:endParaRPr lang="en-US" sz="2000" b="1" i="1" dirty="0">
              <a:solidFill>
                <a:srgbClr val="00B0F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2" name="Title 1">
            <a:extLst>
              <a:ext uri="{FF2B5EF4-FFF2-40B4-BE49-F238E27FC236}">
                <a16:creationId xmlns:a16="http://schemas.microsoft.com/office/drawing/2014/main" id="{CD7CCB3D-C221-6ABC-3252-89E6D68BC59E}"/>
              </a:ext>
            </a:extLst>
          </p:cNvPr>
          <p:cNvSpPr>
            <a:spLocks noGrp="1"/>
          </p:cNvSpPr>
          <p:nvPr>
            <p:ph type="ctrTitle"/>
          </p:nvPr>
        </p:nvSpPr>
        <p:spPr>
          <a:xfrm>
            <a:off x="406206" y="2767280"/>
            <a:ext cx="3657793" cy="1323439"/>
          </a:xfrm>
        </p:spPr>
        <p:txBody>
          <a:bodyPr anchor="b">
            <a:normAutofit/>
          </a:bodyPr>
          <a:lstStyle>
            <a:lvl1pPr algn="l">
              <a:lnSpc>
                <a:spcPct val="100000"/>
              </a:lnSpc>
              <a:defRPr sz="4000" b="1" spc="200" baseline="0">
                <a:solidFill>
                  <a:srgbClr val="00B0F0"/>
                </a:solidFill>
                <a:latin typeface="Nexa Bold" panose="02000000000000000000" pitchFamily="50" charset="0"/>
              </a:defRPr>
            </a:lvl1pPr>
          </a:lstStyle>
          <a:p>
            <a:r>
              <a:rPr lang="en-GB"/>
              <a:t>Click to edit Master title style</a:t>
            </a:r>
            <a:endParaRPr lang="en-GB" dirty="0"/>
          </a:p>
        </p:txBody>
      </p:sp>
      <p:sp>
        <p:nvSpPr>
          <p:cNvPr id="3" name="Subtitle 2">
            <a:extLst>
              <a:ext uri="{FF2B5EF4-FFF2-40B4-BE49-F238E27FC236}">
                <a16:creationId xmlns:a16="http://schemas.microsoft.com/office/drawing/2014/main" id="{4E21009A-C110-F658-0A21-7D89E80E2BF7}"/>
              </a:ext>
            </a:extLst>
          </p:cNvPr>
          <p:cNvSpPr>
            <a:spLocks noGrp="1"/>
          </p:cNvSpPr>
          <p:nvPr>
            <p:ph type="subTitle" idx="1"/>
          </p:nvPr>
        </p:nvSpPr>
        <p:spPr>
          <a:xfrm>
            <a:off x="406206" y="4590215"/>
            <a:ext cx="3657793" cy="884144"/>
          </a:xfrm>
        </p:spPr>
        <p:txBody>
          <a:bodyPr>
            <a:normAutofit/>
          </a:bodyPr>
          <a:lstStyle>
            <a:lvl1pPr marL="0" indent="0" algn="l">
              <a:buNone/>
              <a:defRPr sz="2400" b="1" i="1">
                <a:solidFill>
                  <a:srgbClr val="00B0F0"/>
                </a:solidFill>
                <a:latin typeface="Nexa Bold" panose="020000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GB" dirty="0"/>
          </a:p>
        </p:txBody>
      </p:sp>
      <p:pic>
        <p:nvPicPr>
          <p:cNvPr id="5" name="Picture 4" descr="Logo&#10;&#10;Description automatically generated">
            <a:extLst>
              <a:ext uri="{FF2B5EF4-FFF2-40B4-BE49-F238E27FC236}">
                <a16:creationId xmlns:a16="http://schemas.microsoft.com/office/drawing/2014/main" id="{3F2E9BD9-31F1-4DD0-ADA8-BBC83DFA5C0C}"/>
              </a:ext>
            </a:extLst>
          </p:cNvPr>
          <p:cNvPicPr>
            <a:picLocks noChangeAspect="1"/>
          </p:cNvPicPr>
          <p:nvPr userDrawn="1"/>
        </p:nvPicPr>
        <p:blipFill rotWithShape="1">
          <a:blip r:embed="rId2">
            <a:alphaModFix/>
            <a:extLst>
              <a:ext uri="{28A0092B-C50C-407E-A947-70E740481C1C}">
                <a14:useLocalDpi xmlns:a14="http://schemas.microsoft.com/office/drawing/2010/main" val="0"/>
              </a:ext>
            </a:extLst>
          </a:blip>
          <a:srcRect r="12509" b="28208"/>
          <a:stretch/>
        </p:blipFill>
        <p:spPr>
          <a:xfrm>
            <a:off x="5152292" y="1081454"/>
            <a:ext cx="7039708" cy="5776546"/>
          </a:xfrm>
          <a:prstGeom prst="rect">
            <a:avLst/>
          </a:prstGeom>
        </p:spPr>
      </p:pic>
    </p:spTree>
    <p:extLst>
      <p:ext uri="{BB962C8B-B14F-4D97-AF65-F5344CB8AC3E}">
        <p14:creationId xmlns:p14="http://schemas.microsoft.com/office/powerpoint/2010/main" val="281249681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Slide Simple Logo White/Black 5">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A1084A2C-5D21-7A98-F6D9-A5AC70C57166}"/>
              </a:ext>
            </a:extLst>
          </p:cNvPr>
          <p:cNvPicPr>
            <a:picLocks noChangeAspect="1"/>
          </p:cNvPicPr>
          <p:nvPr userDrawn="1"/>
        </p:nvPicPr>
        <p:blipFill rotWithShape="1">
          <a:blip r:embed="rId2">
            <a:grayscl/>
            <a:extLst>
              <a:ext uri="{28A0092B-C50C-407E-A947-70E740481C1C}">
                <a14:useLocalDpi xmlns:a14="http://schemas.microsoft.com/office/drawing/2010/main" val="0"/>
              </a:ext>
            </a:extLst>
          </a:blip>
          <a:srcRect r="12379" b="28024"/>
          <a:stretch/>
        </p:blipFill>
        <p:spPr>
          <a:xfrm>
            <a:off x="5159912" y="1081454"/>
            <a:ext cx="7032088" cy="5776546"/>
          </a:xfrm>
          <a:prstGeom prst="rect">
            <a:avLst/>
          </a:prstGeom>
        </p:spPr>
      </p:pic>
      <p:sp>
        <p:nvSpPr>
          <p:cNvPr id="18" name="TextBox 17">
            <a:extLst>
              <a:ext uri="{FF2B5EF4-FFF2-40B4-BE49-F238E27FC236}">
                <a16:creationId xmlns:a16="http://schemas.microsoft.com/office/drawing/2014/main" id="{2F0FC399-1E99-64E5-3C59-25E3AD9900B6}"/>
              </a:ext>
            </a:extLst>
          </p:cNvPr>
          <p:cNvSpPr txBox="1"/>
          <p:nvPr userDrawn="1"/>
        </p:nvSpPr>
        <p:spPr>
          <a:xfrm>
            <a:off x="8331200" y="337402"/>
            <a:ext cx="3860800" cy="406650"/>
          </a:xfrm>
          <a:prstGeom prst="rect">
            <a:avLst/>
          </a:prstGeom>
          <a:noFill/>
        </p:spPr>
        <p:txBody>
          <a:bodyPr wrap="square" rtlCol="0">
            <a:spAutoFit/>
          </a:bodyPr>
          <a:lstStyle/>
          <a:p>
            <a:pPr algn="ctr">
              <a:lnSpc>
                <a:spcPct val="107000"/>
              </a:lnSpc>
              <a:spcAft>
                <a:spcPts val="800"/>
              </a:spcAft>
            </a:pPr>
            <a:r>
              <a:rPr lang="en-GB" sz="2000" b="1" i="1" dirty="0">
                <a:solidFill>
                  <a:srgbClr val="00B0F0"/>
                </a:solidFill>
                <a:latin typeface="Consolas" panose="020B0609020204030204" pitchFamily="49" charset="0"/>
                <a:ea typeface="Times New Roman" panose="02020603050405020304" pitchFamily="18" charset="0"/>
                <a:cs typeface="Times New Roman" panose="02020603050405020304" pitchFamily="18" charset="0"/>
              </a:rPr>
              <a:t>{Learn, Create, Innovate};</a:t>
            </a:r>
            <a:endParaRPr lang="en-US" sz="2000" b="1" i="1" dirty="0">
              <a:solidFill>
                <a:srgbClr val="00B0F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2" name="Title 1">
            <a:extLst>
              <a:ext uri="{FF2B5EF4-FFF2-40B4-BE49-F238E27FC236}">
                <a16:creationId xmlns:a16="http://schemas.microsoft.com/office/drawing/2014/main" id="{CD7CCB3D-C221-6ABC-3252-89E6D68BC59E}"/>
              </a:ext>
            </a:extLst>
          </p:cNvPr>
          <p:cNvSpPr>
            <a:spLocks noGrp="1"/>
          </p:cNvSpPr>
          <p:nvPr>
            <p:ph type="ctrTitle"/>
          </p:nvPr>
        </p:nvSpPr>
        <p:spPr>
          <a:xfrm>
            <a:off x="406206" y="2767280"/>
            <a:ext cx="3657793" cy="1323439"/>
          </a:xfrm>
        </p:spPr>
        <p:txBody>
          <a:bodyPr anchor="b">
            <a:normAutofit/>
          </a:bodyPr>
          <a:lstStyle>
            <a:lvl1pPr algn="l">
              <a:lnSpc>
                <a:spcPct val="100000"/>
              </a:lnSpc>
              <a:defRPr sz="4000" b="1" spc="200" baseline="0">
                <a:solidFill>
                  <a:srgbClr val="00B0F0"/>
                </a:solidFill>
                <a:latin typeface="Nexa Bold" panose="02000000000000000000" pitchFamily="50" charset="0"/>
              </a:defRPr>
            </a:lvl1pPr>
          </a:lstStyle>
          <a:p>
            <a:r>
              <a:rPr lang="en-GB"/>
              <a:t>Click to edit Master title style</a:t>
            </a:r>
            <a:endParaRPr lang="en-GB" dirty="0"/>
          </a:p>
        </p:txBody>
      </p:sp>
      <p:sp>
        <p:nvSpPr>
          <p:cNvPr id="3" name="Subtitle 2">
            <a:extLst>
              <a:ext uri="{FF2B5EF4-FFF2-40B4-BE49-F238E27FC236}">
                <a16:creationId xmlns:a16="http://schemas.microsoft.com/office/drawing/2014/main" id="{4E21009A-C110-F658-0A21-7D89E80E2BF7}"/>
              </a:ext>
            </a:extLst>
          </p:cNvPr>
          <p:cNvSpPr>
            <a:spLocks noGrp="1"/>
          </p:cNvSpPr>
          <p:nvPr>
            <p:ph type="subTitle" idx="1"/>
          </p:nvPr>
        </p:nvSpPr>
        <p:spPr>
          <a:xfrm>
            <a:off x="406206" y="4590215"/>
            <a:ext cx="3657793" cy="884144"/>
          </a:xfrm>
        </p:spPr>
        <p:txBody>
          <a:bodyPr>
            <a:normAutofit/>
          </a:bodyPr>
          <a:lstStyle>
            <a:lvl1pPr marL="0" indent="0" algn="l">
              <a:buNone/>
              <a:defRPr sz="2400" b="1" i="1">
                <a:solidFill>
                  <a:srgbClr val="00B0F0"/>
                </a:solidFill>
                <a:latin typeface="Nexa Bold" panose="020000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GB" dirty="0"/>
          </a:p>
        </p:txBody>
      </p:sp>
      <p:sp>
        <p:nvSpPr>
          <p:cNvPr id="10" name="Arc 9">
            <a:extLst>
              <a:ext uri="{FF2B5EF4-FFF2-40B4-BE49-F238E27FC236}">
                <a16:creationId xmlns:a16="http://schemas.microsoft.com/office/drawing/2014/main" id="{61F30BF6-4AB5-5793-16E3-01544A52D6F8}"/>
              </a:ext>
            </a:extLst>
          </p:cNvPr>
          <p:cNvSpPr/>
          <p:nvPr userDrawn="1"/>
        </p:nvSpPr>
        <p:spPr>
          <a:xfrm rot="16200000">
            <a:off x="5175955" y="1072085"/>
            <a:ext cx="7920404" cy="7920404"/>
          </a:xfrm>
          <a:prstGeom prst="arc">
            <a:avLst>
              <a:gd name="adj1" fmla="val 14553369"/>
              <a:gd name="adj2" fmla="val 3028724"/>
            </a:avLst>
          </a:prstGeom>
          <a:ln/>
        </p:spPr>
        <p:style>
          <a:lnRef idx="1">
            <a:schemeClr val="accent3"/>
          </a:lnRef>
          <a:fillRef idx="0">
            <a:schemeClr val="accent3"/>
          </a:fillRef>
          <a:effectRef idx="0">
            <a:schemeClr val="accent3"/>
          </a:effectRef>
          <a:fontRef idx="minor">
            <a:schemeClr val="tx1"/>
          </a:fontRef>
        </p:style>
        <p:txBody>
          <a:bodyPr rtlCol="0" anchor="ctr"/>
          <a:lstStyle/>
          <a:p>
            <a:pPr algn="ctr"/>
            <a:endParaRPr lang="en-GB"/>
          </a:p>
        </p:txBody>
      </p:sp>
    </p:spTree>
    <p:extLst>
      <p:ext uri="{BB962C8B-B14F-4D97-AF65-F5344CB8AC3E}">
        <p14:creationId xmlns:p14="http://schemas.microsoft.com/office/powerpoint/2010/main" val="31656277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Divider Slide Blue/White 1">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42831A6E-5C61-78AF-5D8D-D13531A7B87B}"/>
              </a:ext>
            </a:extLst>
          </p:cNvPr>
          <p:cNvSpPr/>
          <p:nvPr userDrawn="1"/>
        </p:nvSpPr>
        <p:spPr>
          <a:xfrm>
            <a:off x="0" y="0"/>
            <a:ext cx="12192000" cy="6858000"/>
          </a:xfrm>
          <a:prstGeom prst="rect">
            <a:avLst/>
          </a:prstGeom>
          <a:gradFill flip="none" rotWithShape="1">
            <a:gsLst>
              <a:gs pos="0">
                <a:srgbClr val="00B0F0">
                  <a:shade val="30000"/>
                  <a:satMod val="115000"/>
                </a:srgbClr>
              </a:gs>
              <a:gs pos="23000">
                <a:srgbClr val="00B0F0">
                  <a:shade val="67500"/>
                  <a:satMod val="115000"/>
                </a:srgbClr>
              </a:gs>
              <a:gs pos="100000">
                <a:srgbClr val="00B0F0">
                  <a:shade val="100000"/>
                  <a:satMod val="115000"/>
                </a:srgbClr>
              </a:gs>
            </a:gsLst>
            <a:lin ang="13500000" scaled="1"/>
            <a:tileRect/>
          </a:gra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5" name="Picture 14">
            <a:extLst>
              <a:ext uri="{FF2B5EF4-FFF2-40B4-BE49-F238E27FC236}">
                <a16:creationId xmlns:a16="http://schemas.microsoft.com/office/drawing/2014/main" id="{A1084A2C-5D21-7A98-F6D9-A5AC70C57166}"/>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r="12379" b="28024"/>
          <a:stretch/>
        </p:blipFill>
        <p:spPr>
          <a:xfrm>
            <a:off x="5159912" y="1081454"/>
            <a:ext cx="7032088" cy="5776546"/>
          </a:xfrm>
          <a:prstGeom prst="rect">
            <a:avLst/>
          </a:prstGeom>
        </p:spPr>
      </p:pic>
      <p:sp>
        <p:nvSpPr>
          <p:cNvPr id="18" name="TextBox 17">
            <a:extLst>
              <a:ext uri="{FF2B5EF4-FFF2-40B4-BE49-F238E27FC236}">
                <a16:creationId xmlns:a16="http://schemas.microsoft.com/office/drawing/2014/main" id="{2F0FC399-1E99-64E5-3C59-25E3AD9900B6}"/>
              </a:ext>
            </a:extLst>
          </p:cNvPr>
          <p:cNvSpPr txBox="1"/>
          <p:nvPr userDrawn="1"/>
        </p:nvSpPr>
        <p:spPr>
          <a:xfrm>
            <a:off x="304702" y="6234109"/>
            <a:ext cx="3860800" cy="406650"/>
          </a:xfrm>
          <a:prstGeom prst="rect">
            <a:avLst/>
          </a:prstGeom>
          <a:noFill/>
        </p:spPr>
        <p:txBody>
          <a:bodyPr wrap="square" rtlCol="0">
            <a:spAutoFit/>
          </a:bodyPr>
          <a:lstStyle/>
          <a:p>
            <a:pPr algn="ctr">
              <a:lnSpc>
                <a:spcPct val="107000"/>
              </a:lnSpc>
              <a:spcAft>
                <a:spcPts val="800"/>
              </a:spcAft>
            </a:pPr>
            <a:r>
              <a:rPr lang="en-GB" sz="2000" b="1" i="1" dirty="0">
                <a:solidFill>
                  <a:schemeClr val="bg1"/>
                </a:solidFill>
                <a:latin typeface="Consolas" panose="020B0609020204030204" pitchFamily="49" charset="0"/>
                <a:ea typeface="Times New Roman" panose="02020603050405020304" pitchFamily="18" charset="0"/>
                <a:cs typeface="Times New Roman" panose="02020603050405020304" pitchFamily="18" charset="0"/>
              </a:rPr>
              <a:t>{Learn, Create, Innovate};</a:t>
            </a:r>
            <a:endParaRPr lang="en-US" sz="2000" b="1" i="1" dirty="0">
              <a:solidFill>
                <a:schemeClr val="bg1"/>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2" name="Title 1">
            <a:extLst>
              <a:ext uri="{FF2B5EF4-FFF2-40B4-BE49-F238E27FC236}">
                <a16:creationId xmlns:a16="http://schemas.microsoft.com/office/drawing/2014/main" id="{CD7CCB3D-C221-6ABC-3252-89E6D68BC59E}"/>
              </a:ext>
            </a:extLst>
          </p:cNvPr>
          <p:cNvSpPr>
            <a:spLocks noGrp="1"/>
          </p:cNvSpPr>
          <p:nvPr>
            <p:ph type="ctrTitle" hasCustomPrompt="1"/>
          </p:nvPr>
        </p:nvSpPr>
        <p:spPr>
          <a:xfrm>
            <a:off x="406206" y="2767280"/>
            <a:ext cx="3657793" cy="1323439"/>
          </a:xfrm>
        </p:spPr>
        <p:txBody>
          <a:bodyPr anchor="b">
            <a:normAutofit/>
          </a:bodyPr>
          <a:lstStyle>
            <a:lvl1pPr algn="l">
              <a:lnSpc>
                <a:spcPct val="100000"/>
              </a:lnSpc>
              <a:defRPr sz="4000" b="1" spc="200" baseline="0">
                <a:solidFill>
                  <a:schemeClr val="bg1"/>
                </a:solidFill>
                <a:latin typeface="Nexa Bold" panose="02000000000000000000" pitchFamily="50" charset="0"/>
              </a:defRPr>
            </a:lvl1pPr>
          </a:lstStyle>
          <a:p>
            <a:r>
              <a:rPr lang="en-US" dirty="0"/>
              <a:t>Divider Slide</a:t>
            </a:r>
            <a:endParaRPr lang="en-GB" dirty="0"/>
          </a:p>
        </p:txBody>
      </p:sp>
      <p:sp>
        <p:nvSpPr>
          <p:cNvPr id="3" name="Subtitle 2">
            <a:extLst>
              <a:ext uri="{FF2B5EF4-FFF2-40B4-BE49-F238E27FC236}">
                <a16:creationId xmlns:a16="http://schemas.microsoft.com/office/drawing/2014/main" id="{4E21009A-C110-F658-0A21-7D89E80E2BF7}"/>
              </a:ext>
            </a:extLst>
          </p:cNvPr>
          <p:cNvSpPr>
            <a:spLocks noGrp="1"/>
          </p:cNvSpPr>
          <p:nvPr>
            <p:ph type="subTitle" idx="1" hasCustomPrompt="1"/>
          </p:nvPr>
        </p:nvSpPr>
        <p:spPr>
          <a:xfrm>
            <a:off x="406206" y="4590215"/>
            <a:ext cx="3657793" cy="884144"/>
          </a:xfrm>
        </p:spPr>
        <p:txBody>
          <a:bodyPr>
            <a:normAutofit/>
          </a:bodyPr>
          <a:lstStyle>
            <a:lvl1pPr marL="0" indent="0" algn="l">
              <a:buNone/>
              <a:defRPr sz="2400" b="1" i="1">
                <a:solidFill>
                  <a:schemeClr val="bg1"/>
                </a:solidFill>
                <a:latin typeface="Nexa Bold" panose="020000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Subtopic</a:t>
            </a:r>
            <a:endParaRPr lang="en-GB" dirty="0"/>
          </a:p>
        </p:txBody>
      </p:sp>
    </p:spTree>
    <p:extLst>
      <p:ext uri="{BB962C8B-B14F-4D97-AF65-F5344CB8AC3E}">
        <p14:creationId xmlns:p14="http://schemas.microsoft.com/office/powerpoint/2010/main" val="51558581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Divider Slide White/Blue 2">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A1084A2C-5D21-7A98-F6D9-A5AC70C57166}"/>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r="12379" b="28024"/>
          <a:stretch/>
        </p:blipFill>
        <p:spPr>
          <a:xfrm>
            <a:off x="5159912" y="1081454"/>
            <a:ext cx="7032088" cy="5776546"/>
          </a:xfrm>
          <a:prstGeom prst="rect">
            <a:avLst/>
          </a:prstGeom>
        </p:spPr>
      </p:pic>
      <p:sp>
        <p:nvSpPr>
          <p:cNvPr id="18" name="TextBox 17">
            <a:extLst>
              <a:ext uri="{FF2B5EF4-FFF2-40B4-BE49-F238E27FC236}">
                <a16:creationId xmlns:a16="http://schemas.microsoft.com/office/drawing/2014/main" id="{2F0FC399-1E99-64E5-3C59-25E3AD9900B6}"/>
              </a:ext>
            </a:extLst>
          </p:cNvPr>
          <p:cNvSpPr txBox="1"/>
          <p:nvPr userDrawn="1"/>
        </p:nvSpPr>
        <p:spPr>
          <a:xfrm>
            <a:off x="304702" y="6234109"/>
            <a:ext cx="3860800" cy="406650"/>
          </a:xfrm>
          <a:prstGeom prst="rect">
            <a:avLst/>
          </a:prstGeom>
          <a:noFill/>
        </p:spPr>
        <p:txBody>
          <a:bodyPr wrap="square" rtlCol="0">
            <a:spAutoFit/>
          </a:bodyPr>
          <a:lstStyle/>
          <a:p>
            <a:pPr algn="ctr">
              <a:lnSpc>
                <a:spcPct val="107000"/>
              </a:lnSpc>
              <a:spcAft>
                <a:spcPts val="800"/>
              </a:spcAft>
            </a:pPr>
            <a:r>
              <a:rPr lang="en-GB" sz="2000" b="1" i="1" dirty="0">
                <a:solidFill>
                  <a:srgbClr val="00B0F0"/>
                </a:solidFill>
                <a:latin typeface="Consolas" panose="020B0609020204030204" pitchFamily="49" charset="0"/>
                <a:ea typeface="Times New Roman" panose="02020603050405020304" pitchFamily="18" charset="0"/>
                <a:cs typeface="Times New Roman" panose="02020603050405020304" pitchFamily="18" charset="0"/>
              </a:rPr>
              <a:t>{Learn, Create, Innovate};</a:t>
            </a:r>
            <a:endParaRPr lang="en-US" sz="2000" b="1" i="1" dirty="0">
              <a:solidFill>
                <a:srgbClr val="00B0F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2" name="Title 1">
            <a:extLst>
              <a:ext uri="{FF2B5EF4-FFF2-40B4-BE49-F238E27FC236}">
                <a16:creationId xmlns:a16="http://schemas.microsoft.com/office/drawing/2014/main" id="{CD7CCB3D-C221-6ABC-3252-89E6D68BC59E}"/>
              </a:ext>
            </a:extLst>
          </p:cNvPr>
          <p:cNvSpPr>
            <a:spLocks noGrp="1"/>
          </p:cNvSpPr>
          <p:nvPr>
            <p:ph type="ctrTitle" hasCustomPrompt="1"/>
          </p:nvPr>
        </p:nvSpPr>
        <p:spPr>
          <a:xfrm>
            <a:off x="406206" y="2767280"/>
            <a:ext cx="3657793" cy="1323439"/>
          </a:xfrm>
        </p:spPr>
        <p:txBody>
          <a:bodyPr anchor="b">
            <a:normAutofit/>
          </a:bodyPr>
          <a:lstStyle>
            <a:lvl1pPr algn="l">
              <a:lnSpc>
                <a:spcPct val="100000"/>
              </a:lnSpc>
              <a:defRPr sz="4000" b="1" spc="200" baseline="0">
                <a:solidFill>
                  <a:srgbClr val="00B0F0"/>
                </a:solidFill>
                <a:latin typeface="Nexa Bold" panose="02000000000000000000" pitchFamily="50" charset="0"/>
              </a:defRPr>
            </a:lvl1pPr>
          </a:lstStyle>
          <a:p>
            <a:r>
              <a:rPr lang="en-US" dirty="0"/>
              <a:t>Divider Slide</a:t>
            </a:r>
            <a:endParaRPr lang="en-GB" dirty="0"/>
          </a:p>
        </p:txBody>
      </p:sp>
      <p:sp>
        <p:nvSpPr>
          <p:cNvPr id="3" name="Subtitle 2">
            <a:extLst>
              <a:ext uri="{FF2B5EF4-FFF2-40B4-BE49-F238E27FC236}">
                <a16:creationId xmlns:a16="http://schemas.microsoft.com/office/drawing/2014/main" id="{4E21009A-C110-F658-0A21-7D89E80E2BF7}"/>
              </a:ext>
            </a:extLst>
          </p:cNvPr>
          <p:cNvSpPr>
            <a:spLocks noGrp="1"/>
          </p:cNvSpPr>
          <p:nvPr>
            <p:ph type="subTitle" idx="1" hasCustomPrompt="1"/>
          </p:nvPr>
        </p:nvSpPr>
        <p:spPr>
          <a:xfrm>
            <a:off x="406206" y="4590215"/>
            <a:ext cx="3657793" cy="884144"/>
          </a:xfrm>
        </p:spPr>
        <p:txBody>
          <a:bodyPr>
            <a:normAutofit/>
          </a:bodyPr>
          <a:lstStyle>
            <a:lvl1pPr marL="0" indent="0" algn="l">
              <a:buNone/>
              <a:defRPr sz="2400" b="1" i="1">
                <a:solidFill>
                  <a:srgbClr val="00B0F0"/>
                </a:solidFill>
                <a:latin typeface="Nexa Bold" panose="020000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Subtopic</a:t>
            </a:r>
            <a:endParaRPr lang="en-GB" dirty="0"/>
          </a:p>
        </p:txBody>
      </p:sp>
      <p:sp>
        <p:nvSpPr>
          <p:cNvPr id="5" name="Arc 4">
            <a:extLst>
              <a:ext uri="{FF2B5EF4-FFF2-40B4-BE49-F238E27FC236}">
                <a16:creationId xmlns:a16="http://schemas.microsoft.com/office/drawing/2014/main" id="{0CD09993-40FE-D87D-E713-03530C1AD52C}"/>
              </a:ext>
            </a:extLst>
          </p:cNvPr>
          <p:cNvSpPr/>
          <p:nvPr userDrawn="1"/>
        </p:nvSpPr>
        <p:spPr>
          <a:xfrm rot="16200000">
            <a:off x="5175955" y="1072085"/>
            <a:ext cx="7920404" cy="7920404"/>
          </a:xfrm>
          <a:prstGeom prst="arc">
            <a:avLst>
              <a:gd name="adj1" fmla="val 14553369"/>
              <a:gd name="adj2" fmla="val 3028724"/>
            </a:avLst>
          </a:prstGeom>
          <a:ln>
            <a:solidFill>
              <a:srgbClr val="00B0F0"/>
            </a:solidFill>
          </a:ln>
        </p:spPr>
        <p:style>
          <a:lnRef idx="1">
            <a:schemeClr val="accent3"/>
          </a:lnRef>
          <a:fillRef idx="0">
            <a:schemeClr val="accent3"/>
          </a:fillRef>
          <a:effectRef idx="0">
            <a:schemeClr val="accent3"/>
          </a:effectRef>
          <a:fontRef idx="minor">
            <a:schemeClr val="tx1"/>
          </a:fontRef>
        </p:style>
        <p:txBody>
          <a:bodyPr rtlCol="0" anchor="ctr"/>
          <a:lstStyle/>
          <a:p>
            <a:pPr algn="ctr"/>
            <a:endParaRPr lang="en-GB"/>
          </a:p>
        </p:txBody>
      </p:sp>
    </p:spTree>
    <p:extLst>
      <p:ext uri="{BB962C8B-B14F-4D97-AF65-F5344CB8AC3E}">
        <p14:creationId xmlns:p14="http://schemas.microsoft.com/office/powerpoint/2010/main" val="278806666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Divider Slide Blue/Black 3">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42831A6E-5C61-78AF-5D8D-D13531A7B87B}"/>
              </a:ext>
            </a:extLst>
          </p:cNvPr>
          <p:cNvSpPr/>
          <p:nvPr userDrawn="1"/>
        </p:nvSpPr>
        <p:spPr>
          <a:xfrm>
            <a:off x="0" y="0"/>
            <a:ext cx="12192000" cy="6858000"/>
          </a:xfrm>
          <a:prstGeom prst="rect">
            <a:avLst/>
          </a:prstGeom>
          <a:gradFill flip="none" rotWithShape="1">
            <a:gsLst>
              <a:gs pos="0">
                <a:srgbClr val="00B0F0">
                  <a:shade val="30000"/>
                  <a:satMod val="115000"/>
                </a:srgbClr>
              </a:gs>
              <a:gs pos="23000">
                <a:srgbClr val="00B0F0">
                  <a:shade val="67500"/>
                  <a:satMod val="115000"/>
                </a:srgbClr>
              </a:gs>
              <a:gs pos="100000">
                <a:srgbClr val="00B0F0">
                  <a:shade val="100000"/>
                  <a:satMod val="115000"/>
                </a:srgbClr>
              </a:gs>
            </a:gsLst>
            <a:lin ang="13500000" scaled="1"/>
            <a:tileRect/>
          </a:gra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TextBox 17">
            <a:extLst>
              <a:ext uri="{FF2B5EF4-FFF2-40B4-BE49-F238E27FC236}">
                <a16:creationId xmlns:a16="http://schemas.microsoft.com/office/drawing/2014/main" id="{2F0FC399-1E99-64E5-3C59-25E3AD9900B6}"/>
              </a:ext>
            </a:extLst>
          </p:cNvPr>
          <p:cNvSpPr txBox="1"/>
          <p:nvPr userDrawn="1"/>
        </p:nvSpPr>
        <p:spPr>
          <a:xfrm>
            <a:off x="304702" y="6234109"/>
            <a:ext cx="3860800" cy="406650"/>
          </a:xfrm>
          <a:prstGeom prst="rect">
            <a:avLst/>
          </a:prstGeom>
          <a:noFill/>
        </p:spPr>
        <p:txBody>
          <a:bodyPr wrap="square" rtlCol="0">
            <a:spAutoFit/>
          </a:bodyPr>
          <a:lstStyle/>
          <a:p>
            <a:pPr algn="ctr">
              <a:lnSpc>
                <a:spcPct val="107000"/>
              </a:lnSpc>
              <a:spcAft>
                <a:spcPts val="800"/>
              </a:spcAft>
            </a:pPr>
            <a:r>
              <a:rPr lang="en-GB" sz="2000" b="1" i="1" dirty="0">
                <a:solidFill>
                  <a:schemeClr val="bg1"/>
                </a:solidFill>
                <a:latin typeface="Consolas" panose="020B0609020204030204" pitchFamily="49" charset="0"/>
                <a:ea typeface="Times New Roman" panose="02020603050405020304" pitchFamily="18" charset="0"/>
                <a:cs typeface="Times New Roman" panose="02020603050405020304" pitchFamily="18" charset="0"/>
              </a:rPr>
              <a:t>{Learn, Create, Innovate};</a:t>
            </a:r>
            <a:endParaRPr lang="en-US" sz="2000" b="1" i="1" dirty="0">
              <a:solidFill>
                <a:schemeClr val="bg1"/>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2" name="Title 1">
            <a:extLst>
              <a:ext uri="{FF2B5EF4-FFF2-40B4-BE49-F238E27FC236}">
                <a16:creationId xmlns:a16="http://schemas.microsoft.com/office/drawing/2014/main" id="{CD7CCB3D-C221-6ABC-3252-89E6D68BC59E}"/>
              </a:ext>
            </a:extLst>
          </p:cNvPr>
          <p:cNvSpPr>
            <a:spLocks noGrp="1"/>
          </p:cNvSpPr>
          <p:nvPr>
            <p:ph type="ctrTitle" hasCustomPrompt="1"/>
          </p:nvPr>
        </p:nvSpPr>
        <p:spPr>
          <a:xfrm>
            <a:off x="406206" y="2767280"/>
            <a:ext cx="3657793" cy="1323439"/>
          </a:xfrm>
        </p:spPr>
        <p:txBody>
          <a:bodyPr anchor="b">
            <a:normAutofit/>
          </a:bodyPr>
          <a:lstStyle>
            <a:lvl1pPr algn="l">
              <a:lnSpc>
                <a:spcPct val="100000"/>
              </a:lnSpc>
              <a:defRPr sz="4000" b="1" spc="200" baseline="0">
                <a:solidFill>
                  <a:schemeClr val="bg1"/>
                </a:solidFill>
                <a:latin typeface="Nexa Bold" panose="02000000000000000000" pitchFamily="50" charset="0"/>
              </a:defRPr>
            </a:lvl1pPr>
          </a:lstStyle>
          <a:p>
            <a:r>
              <a:rPr lang="en-US" dirty="0"/>
              <a:t>Divider Slide</a:t>
            </a:r>
            <a:endParaRPr lang="en-GB" dirty="0"/>
          </a:p>
        </p:txBody>
      </p:sp>
      <p:sp>
        <p:nvSpPr>
          <p:cNvPr id="3" name="Subtitle 2">
            <a:extLst>
              <a:ext uri="{FF2B5EF4-FFF2-40B4-BE49-F238E27FC236}">
                <a16:creationId xmlns:a16="http://schemas.microsoft.com/office/drawing/2014/main" id="{4E21009A-C110-F658-0A21-7D89E80E2BF7}"/>
              </a:ext>
            </a:extLst>
          </p:cNvPr>
          <p:cNvSpPr>
            <a:spLocks noGrp="1"/>
          </p:cNvSpPr>
          <p:nvPr>
            <p:ph type="subTitle" idx="1" hasCustomPrompt="1"/>
          </p:nvPr>
        </p:nvSpPr>
        <p:spPr>
          <a:xfrm>
            <a:off x="406206" y="4590215"/>
            <a:ext cx="3657793" cy="884144"/>
          </a:xfrm>
        </p:spPr>
        <p:txBody>
          <a:bodyPr>
            <a:normAutofit/>
          </a:bodyPr>
          <a:lstStyle>
            <a:lvl1pPr marL="0" indent="0" algn="l">
              <a:buNone/>
              <a:defRPr sz="2400" b="1" i="1">
                <a:solidFill>
                  <a:schemeClr val="bg1"/>
                </a:solidFill>
                <a:latin typeface="Nexa Bold" panose="020000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Subtopic</a:t>
            </a:r>
            <a:endParaRPr lang="en-GB" dirty="0"/>
          </a:p>
        </p:txBody>
      </p:sp>
      <p:pic>
        <p:nvPicPr>
          <p:cNvPr id="4" name="Picture 3" descr="Logo&#10;&#10;Description automatically generated">
            <a:extLst>
              <a:ext uri="{FF2B5EF4-FFF2-40B4-BE49-F238E27FC236}">
                <a16:creationId xmlns:a16="http://schemas.microsoft.com/office/drawing/2014/main" id="{22815400-80B1-A44B-1B13-B0799E1E5655}"/>
              </a:ext>
            </a:extLst>
          </p:cNvPr>
          <p:cNvPicPr>
            <a:picLocks noChangeAspect="1"/>
          </p:cNvPicPr>
          <p:nvPr userDrawn="1"/>
        </p:nvPicPr>
        <p:blipFill rotWithShape="1">
          <a:blip r:embed="rId2">
            <a:alphaModFix/>
            <a:extLst>
              <a:ext uri="{28A0092B-C50C-407E-A947-70E740481C1C}">
                <a14:useLocalDpi xmlns:a14="http://schemas.microsoft.com/office/drawing/2010/main" val="0"/>
              </a:ext>
            </a:extLst>
          </a:blip>
          <a:srcRect r="12509" b="28208"/>
          <a:stretch/>
        </p:blipFill>
        <p:spPr>
          <a:xfrm>
            <a:off x="5152292" y="1081454"/>
            <a:ext cx="7039708" cy="5776546"/>
          </a:xfrm>
          <a:prstGeom prst="rect">
            <a:avLst/>
          </a:prstGeom>
        </p:spPr>
      </p:pic>
    </p:spTree>
    <p:extLst>
      <p:ext uri="{BB962C8B-B14F-4D97-AF65-F5344CB8AC3E}">
        <p14:creationId xmlns:p14="http://schemas.microsoft.com/office/powerpoint/2010/main" val="63317415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Divider Slide Black/White 4">
    <p:spTree>
      <p:nvGrpSpPr>
        <p:cNvPr id="1" name=""/>
        <p:cNvGrpSpPr/>
        <p:nvPr/>
      </p:nvGrpSpPr>
      <p:grpSpPr>
        <a:xfrm>
          <a:off x="0" y="0"/>
          <a:ext cx="0" cy="0"/>
          <a:chOff x="0" y="0"/>
          <a:chExt cx="0" cy="0"/>
        </a:xfrm>
      </p:grpSpPr>
      <p:sp>
        <p:nvSpPr>
          <p:cNvPr id="18" name="TextBox 17">
            <a:extLst>
              <a:ext uri="{FF2B5EF4-FFF2-40B4-BE49-F238E27FC236}">
                <a16:creationId xmlns:a16="http://schemas.microsoft.com/office/drawing/2014/main" id="{2F0FC399-1E99-64E5-3C59-25E3AD9900B6}"/>
              </a:ext>
            </a:extLst>
          </p:cNvPr>
          <p:cNvSpPr txBox="1"/>
          <p:nvPr userDrawn="1"/>
        </p:nvSpPr>
        <p:spPr>
          <a:xfrm>
            <a:off x="304702" y="6234109"/>
            <a:ext cx="3860800" cy="406650"/>
          </a:xfrm>
          <a:prstGeom prst="rect">
            <a:avLst/>
          </a:prstGeom>
          <a:noFill/>
        </p:spPr>
        <p:txBody>
          <a:bodyPr wrap="square" rtlCol="0">
            <a:spAutoFit/>
          </a:bodyPr>
          <a:lstStyle/>
          <a:p>
            <a:pPr algn="ctr">
              <a:lnSpc>
                <a:spcPct val="107000"/>
              </a:lnSpc>
              <a:spcAft>
                <a:spcPts val="800"/>
              </a:spcAft>
            </a:pPr>
            <a:r>
              <a:rPr lang="en-GB" sz="2000" b="1" i="1" dirty="0">
                <a:solidFill>
                  <a:srgbClr val="00B0F0"/>
                </a:solidFill>
                <a:latin typeface="Consolas" panose="020B0609020204030204" pitchFamily="49" charset="0"/>
                <a:ea typeface="Times New Roman" panose="02020603050405020304" pitchFamily="18" charset="0"/>
                <a:cs typeface="Times New Roman" panose="02020603050405020304" pitchFamily="18" charset="0"/>
              </a:rPr>
              <a:t>{Learn, Create, Innovate};</a:t>
            </a:r>
            <a:endParaRPr lang="en-US" sz="2000" b="1" i="1" dirty="0">
              <a:solidFill>
                <a:srgbClr val="00B0F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2" name="Title 1">
            <a:extLst>
              <a:ext uri="{FF2B5EF4-FFF2-40B4-BE49-F238E27FC236}">
                <a16:creationId xmlns:a16="http://schemas.microsoft.com/office/drawing/2014/main" id="{CD7CCB3D-C221-6ABC-3252-89E6D68BC59E}"/>
              </a:ext>
            </a:extLst>
          </p:cNvPr>
          <p:cNvSpPr>
            <a:spLocks noGrp="1"/>
          </p:cNvSpPr>
          <p:nvPr>
            <p:ph type="ctrTitle" hasCustomPrompt="1"/>
          </p:nvPr>
        </p:nvSpPr>
        <p:spPr>
          <a:xfrm>
            <a:off x="406206" y="2767280"/>
            <a:ext cx="3657793" cy="1323439"/>
          </a:xfrm>
        </p:spPr>
        <p:txBody>
          <a:bodyPr anchor="b">
            <a:normAutofit/>
          </a:bodyPr>
          <a:lstStyle>
            <a:lvl1pPr algn="l">
              <a:lnSpc>
                <a:spcPct val="100000"/>
              </a:lnSpc>
              <a:defRPr sz="4000" b="1" spc="200" baseline="0">
                <a:solidFill>
                  <a:srgbClr val="00B0F0"/>
                </a:solidFill>
                <a:latin typeface="Nexa Bold" panose="02000000000000000000" pitchFamily="50" charset="0"/>
              </a:defRPr>
            </a:lvl1pPr>
          </a:lstStyle>
          <a:p>
            <a:r>
              <a:rPr lang="en-US" dirty="0"/>
              <a:t>Divider Slide</a:t>
            </a:r>
            <a:endParaRPr lang="en-GB" dirty="0"/>
          </a:p>
        </p:txBody>
      </p:sp>
      <p:sp>
        <p:nvSpPr>
          <p:cNvPr id="3" name="Subtitle 2">
            <a:extLst>
              <a:ext uri="{FF2B5EF4-FFF2-40B4-BE49-F238E27FC236}">
                <a16:creationId xmlns:a16="http://schemas.microsoft.com/office/drawing/2014/main" id="{4E21009A-C110-F658-0A21-7D89E80E2BF7}"/>
              </a:ext>
            </a:extLst>
          </p:cNvPr>
          <p:cNvSpPr>
            <a:spLocks noGrp="1"/>
          </p:cNvSpPr>
          <p:nvPr>
            <p:ph type="subTitle" idx="1" hasCustomPrompt="1"/>
          </p:nvPr>
        </p:nvSpPr>
        <p:spPr>
          <a:xfrm>
            <a:off x="406206" y="4590215"/>
            <a:ext cx="3657793" cy="884144"/>
          </a:xfrm>
        </p:spPr>
        <p:txBody>
          <a:bodyPr>
            <a:normAutofit/>
          </a:bodyPr>
          <a:lstStyle>
            <a:lvl1pPr marL="0" indent="0" algn="l">
              <a:buNone/>
              <a:defRPr sz="2400" b="1" i="1">
                <a:solidFill>
                  <a:srgbClr val="00B0F0"/>
                </a:solidFill>
                <a:latin typeface="Nexa Bold" panose="020000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Subtopic</a:t>
            </a:r>
            <a:endParaRPr lang="en-GB" dirty="0"/>
          </a:p>
        </p:txBody>
      </p:sp>
      <p:pic>
        <p:nvPicPr>
          <p:cNvPr id="4" name="Picture 3" descr="Logo&#10;&#10;Description automatically generated">
            <a:extLst>
              <a:ext uri="{FF2B5EF4-FFF2-40B4-BE49-F238E27FC236}">
                <a16:creationId xmlns:a16="http://schemas.microsoft.com/office/drawing/2014/main" id="{311E6D7D-FA47-43C4-18B5-A38BE31725D3}"/>
              </a:ext>
            </a:extLst>
          </p:cNvPr>
          <p:cNvPicPr>
            <a:picLocks noChangeAspect="1"/>
          </p:cNvPicPr>
          <p:nvPr userDrawn="1"/>
        </p:nvPicPr>
        <p:blipFill rotWithShape="1">
          <a:blip r:embed="rId2">
            <a:alphaModFix/>
            <a:extLst>
              <a:ext uri="{28A0092B-C50C-407E-A947-70E740481C1C}">
                <a14:useLocalDpi xmlns:a14="http://schemas.microsoft.com/office/drawing/2010/main" val="0"/>
              </a:ext>
            </a:extLst>
          </a:blip>
          <a:srcRect r="12509" b="28208"/>
          <a:stretch/>
        </p:blipFill>
        <p:spPr>
          <a:xfrm>
            <a:off x="5152292" y="1081454"/>
            <a:ext cx="7039708" cy="5776546"/>
          </a:xfrm>
          <a:prstGeom prst="rect">
            <a:avLst/>
          </a:prstGeom>
        </p:spPr>
      </p:pic>
    </p:spTree>
    <p:extLst>
      <p:ext uri="{BB962C8B-B14F-4D97-AF65-F5344CB8AC3E}">
        <p14:creationId xmlns:p14="http://schemas.microsoft.com/office/powerpoint/2010/main" val="84253185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Divider Slide White/Grey 5">
    <p:spTree>
      <p:nvGrpSpPr>
        <p:cNvPr id="1" name=""/>
        <p:cNvGrpSpPr/>
        <p:nvPr/>
      </p:nvGrpSpPr>
      <p:grpSpPr>
        <a:xfrm>
          <a:off x="0" y="0"/>
          <a:ext cx="0" cy="0"/>
          <a:chOff x="0" y="0"/>
          <a:chExt cx="0" cy="0"/>
        </a:xfrm>
      </p:grpSpPr>
      <p:sp>
        <p:nvSpPr>
          <p:cNvPr id="18" name="TextBox 17">
            <a:extLst>
              <a:ext uri="{FF2B5EF4-FFF2-40B4-BE49-F238E27FC236}">
                <a16:creationId xmlns:a16="http://schemas.microsoft.com/office/drawing/2014/main" id="{2F0FC399-1E99-64E5-3C59-25E3AD9900B6}"/>
              </a:ext>
            </a:extLst>
          </p:cNvPr>
          <p:cNvSpPr txBox="1"/>
          <p:nvPr userDrawn="1"/>
        </p:nvSpPr>
        <p:spPr>
          <a:xfrm>
            <a:off x="304702" y="6234109"/>
            <a:ext cx="3860800" cy="406650"/>
          </a:xfrm>
          <a:prstGeom prst="rect">
            <a:avLst/>
          </a:prstGeom>
          <a:noFill/>
        </p:spPr>
        <p:txBody>
          <a:bodyPr wrap="square" rtlCol="0">
            <a:spAutoFit/>
          </a:bodyPr>
          <a:lstStyle/>
          <a:p>
            <a:pPr algn="ctr">
              <a:lnSpc>
                <a:spcPct val="107000"/>
              </a:lnSpc>
              <a:spcAft>
                <a:spcPts val="800"/>
              </a:spcAft>
            </a:pPr>
            <a:r>
              <a:rPr lang="en-GB" sz="2000" b="1" i="1" dirty="0">
                <a:solidFill>
                  <a:srgbClr val="00B0F0"/>
                </a:solidFill>
                <a:latin typeface="Consolas" panose="020B0609020204030204" pitchFamily="49" charset="0"/>
                <a:ea typeface="Times New Roman" panose="02020603050405020304" pitchFamily="18" charset="0"/>
                <a:cs typeface="Times New Roman" panose="02020603050405020304" pitchFamily="18" charset="0"/>
              </a:rPr>
              <a:t>{Learn, Create, Innovate};</a:t>
            </a:r>
            <a:endParaRPr lang="en-US" sz="2000" b="1" i="1" dirty="0">
              <a:solidFill>
                <a:srgbClr val="00B0F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2" name="Title 1">
            <a:extLst>
              <a:ext uri="{FF2B5EF4-FFF2-40B4-BE49-F238E27FC236}">
                <a16:creationId xmlns:a16="http://schemas.microsoft.com/office/drawing/2014/main" id="{CD7CCB3D-C221-6ABC-3252-89E6D68BC59E}"/>
              </a:ext>
            </a:extLst>
          </p:cNvPr>
          <p:cNvSpPr>
            <a:spLocks noGrp="1"/>
          </p:cNvSpPr>
          <p:nvPr>
            <p:ph type="ctrTitle" hasCustomPrompt="1"/>
          </p:nvPr>
        </p:nvSpPr>
        <p:spPr>
          <a:xfrm>
            <a:off x="406206" y="2767280"/>
            <a:ext cx="3657793" cy="1323439"/>
          </a:xfrm>
        </p:spPr>
        <p:txBody>
          <a:bodyPr anchor="b">
            <a:normAutofit/>
          </a:bodyPr>
          <a:lstStyle>
            <a:lvl1pPr algn="l">
              <a:lnSpc>
                <a:spcPct val="100000"/>
              </a:lnSpc>
              <a:defRPr sz="4000" b="1" spc="200" baseline="0">
                <a:solidFill>
                  <a:srgbClr val="00B0F0"/>
                </a:solidFill>
                <a:latin typeface="Nexa Bold" panose="02000000000000000000" pitchFamily="50" charset="0"/>
              </a:defRPr>
            </a:lvl1pPr>
          </a:lstStyle>
          <a:p>
            <a:r>
              <a:rPr lang="en-US" dirty="0"/>
              <a:t>Divider Slide</a:t>
            </a:r>
            <a:endParaRPr lang="en-GB" dirty="0"/>
          </a:p>
        </p:txBody>
      </p:sp>
      <p:sp>
        <p:nvSpPr>
          <p:cNvPr id="3" name="Subtitle 2">
            <a:extLst>
              <a:ext uri="{FF2B5EF4-FFF2-40B4-BE49-F238E27FC236}">
                <a16:creationId xmlns:a16="http://schemas.microsoft.com/office/drawing/2014/main" id="{4E21009A-C110-F658-0A21-7D89E80E2BF7}"/>
              </a:ext>
            </a:extLst>
          </p:cNvPr>
          <p:cNvSpPr>
            <a:spLocks noGrp="1"/>
          </p:cNvSpPr>
          <p:nvPr>
            <p:ph type="subTitle" idx="1" hasCustomPrompt="1"/>
          </p:nvPr>
        </p:nvSpPr>
        <p:spPr>
          <a:xfrm>
            <a:off x="406206" y="4590215"/>
            <a:ext cx="3657793" cy="884144"/>
          </a:xfrm>
        </p:spPr>
        <p:txBody>
          <a:bodyPr>
            <a:normAutofit/>
          </a:bodyPr>
          <a:lstStyle>
            <a:lvl1pPr marL="0" indent="0" algn="l">
              <a:buNone/>
              <a:defRPr sz="2400" b="1" i="1">
                <a:solidFill>
                  <a:srgbClr val="00B0F0"/>
                </a:solidFill>
                <a:latin typeface="Nexa Bold" panose="020000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Subtopic</a:t>
            </a:r>
            <a:endParaRPr lang="en-GB" dirty="0"/>
          </a:p>
        </p:txBody>
      </p:sp>
      <p:grpSp>
        <p:nvGrpSpPr>
          <p:cNvPr id="8" name="Group 7">
            <a:extLst>
              <a:ext uri="{FF2B5EF4-FFF2-40B4-BE49-F238E27FC236}">
                <a16:creationId xmlns:a16="http://schemas.microsoft.com/office/drawing/2014/main" id="{C00CF986-FD5A-5975-2EC8-F0EACE7041A6}"/>
              </a:ext>
            </a:extLst>
          </p:cNvPr>
          <p:cNvGrpSpPr/>
          <p:nvPr userDrawn="1"/>
        </p:nvGrpSpPr>
        <p:grpSpPr>
          <a:xfrm>
            <a:off x="5159912" y="1072085"/>
            <a:ext cx="7936447" cy="7920404"/>
            <a:chOff x="5159912" y="1072085"/>
            <a:chExt cx="7936447" cy="7920404"/>
          </a:xfrm>
        </p:grpSpPr>
        <p:pic>
          <p:nvPicPr>
            <p:cNvPr id="5" name="Picture 4">
              <a:extLst>
                <a:ext uri="{FF2B5EF4-FFF2-40B4-BE49-F238E27FC236}">
                  <a16:creationId xmlns:a16="http://schemas.microsoft.com/office/drawing/2014/main" id="{78369ACA-2F12-CB63-910E-229CF3B4A659}"/>
                </a:ext>
              </a:extLst>
            </p:cNvPr>
            <p:cNvPicPr>
              <a:picLocks noChangeAspect="1"/>
            </p:cNvPicPr>
            <p:nvPr userDrawn="1"/>
          </p:nvPicPr>
          <p:blipFill rotWithShape="1">
            <a:blip r:embed="rId2">
              <a:grayscl/>
              <a:extLst>
                <a:ext uri="{28A0092B-C50C-407E-A947-70E740481C1C}">
                  <a14:useLocalDpi xmlns:a14="http://schemas.microsoft.com/office/drawing/2010/main" val="0"/>
                </a:ext>
              </a:extLst>
            </a:blip>
            <a:srcRect r="12379" b="28024"/>
            <a:stretch/>
          </p:blipFill>
          <p:spPr>
            <a:xfrm>
              <a:off x="5159912" y="1081454"/>
              <a:ext cx="7032088" cy="5776546"/>
            </a:xfrm>
            <a:prstGeom prst="rect">
              <a:avLst/>
            </a:prstGeom>
          </p:spPr>
        </p:pic>
        <p:sp>
          <p:nvSpPr>
            <p:cNvPr id="6" name="Arc 5">
              <a:extLst>
                <a:ext uri="{FF2B5EF4-FFF2-40B4-BE49-F238E27FC236}">
                  <a16:creationId xmlns:a16="http://schemas.microsoft.com/office/drawing/2014/main" id="{AA18C82D-3997-C9C4-9292-DDEE574A48F2}"/>
                </a:ext>
              </a:extLst>
            </p:cNvPr>
            <p:cNvSpPr/>
            <p:nvPr userDrawn="1"/>
          </p:nvSpPr>
          <p:spPr>
            <a:xfrm rot="16200000">
              <a:off x="5175955" y="1072085"/>
              <a:ext cx="7920404" cy="7920404"/>
            </a:xfrm>
            <a:prstGeom prst="arc">
              <a:avLst>
                <a:gd name="adj1" fmla="val 14553369"/>
                <a:gd name="adj2" fmla="val 3028724"/>
              </a:avLst>
            </a:prstGeom>
            <a:ln/>
          </p:spPr>
          <p:style>
            <a:lnRef idx="1">
              <a:schemeClr val="accent3"/>
            </a:lnRef>
            <a:fillRef idx="0">
              <a:schemeClr val="accent3"/>
            </a:fillRef>
            <a:effectRef idx="0">
              <a:schemeClr val="accent3"/>
            </a:effectRef>
            <a:fontRef idx="minor">
              <a:schemeClr val="tx1"/>
            </a:fontRef>
          </p:style>
          <p:txBody>
            <a:bodyPr rtlCol="0" anchor="ctr"/>
            <a:lstStyle/>
            <a:p>
              <a:pPr algn="ctr"/>
              <a:endParaRPr lang="en-GB"/>
            </a:p>
          </p:txBody>
        </p:sp>
      </p:grpSp>
    </p:spTree>
    <p:extLst>
      <p:ext uri="{BB962C8B-B14F-4D97-AF65-F5344CB8AC3E}">
        <p14:creationId xmlns:p14="http://schemas.microsoft.com/office/powerpoint/2010/main" val="188962059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Divider Slide White/Grey Small Logo 6">
    <p:spTree>
      <p:nvGrpSpPr>
        <p:cNvPr id="1" name=""/>
        <p:cNvGrpSpPr/>
        <p:nvPr/>
      </p:nvGrpSpPr>
      <p:grpSpPr>
        <a:xfrm>
          <a:off x="0" y="0"/>
          <a:ext cx="0" cy="0"/>
          <a:chOff x="0" y="0"/>
          <a:chExt cx="0" cy="0"/>
        </a:xfrm>
      </p:grpSpPr>
      <p:sp>
        <p:nvSpPr>
          <p:cNvPr id="18" name="TextBox 17">
            <a:extLst>
              <a:ext uri="{FF2B5EF4-FFF2-40B4-BE49-F238E27FC236}">
                <a16:creationId xmlns:a16="http://schemas.microsoft.com/office/drawing/2014/main" id="{2F0FC399-1E99-64E5-3C59-25E3AD9900B6}"/>
              </a:ext>
            </a:extLst>
          </p:cNvPr>
          <p:cNvSpPr txBox="1"/>
          <p:nvPr userDrawn="1"/>
        </p:nvSpPr>
        <p:spPr>
          <a:xfrm>
            <a:off x="304702" y="6234109"/>
            <a:ext cx="3860800" cy="406650"/>
          </a:xfrm>
          <a:prstGeom prst="rect">
            <a:avLst/>
          </a:prstGeom>
          <a:noFill/>
        </p:spPr>
        <p:txBody>
          <a:bodyPr wrap="square" rtlCol="0">
            <a:spAutoFit/>
          </a:bodyPr>
          <a:lstStyle/>
          <a:p>
            <a:pPr algn="ctr">
              <a:lnSpc>
                <a:spcPct val="107000"/>
              </a:lnSpc>
              <a:spcAft>
                <a:spcPts val="800"/>
              </a:spcAft>
            </a:pPr>
            <a:r>
              <a:rPr lang="en-GB" sz="2000" b="1" i="1" dirty="0">
                <a:solidFill>
                  <a:srgbClr val="00B0F0"/>
                </a:solidFill>
                <a:latin typeface="Consolas" panose="020B0609020204030204" pitchFamily="49" charset="0"/>
                <a:ea typeface="Times New Roman" panose="02020603050405020304" pitchFamily="18" charset="0"/>
                <a:cs typeface="Times New Roman" panose="02020603050405020304" pitchFamily="18" charset="0"/>
              </a:rPr>
              <a:t>{Learn, Create, Innovate};</a:t>
            </a:r>
            <a:endParaRPr lang="en-US" sz="2000" b="1" i="1" dirty="0">
              <a:solidFill>
                <a:srgbClr val="00B0F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2" name="Title 1">
            <a:extLst>
              <a:ext uri="{FF2B5EF4-FFF2-40B4-BE49-F238E27FC236}">
                <a16:creationId xmlns:a16="http://schemas.microsoft.com/office/drawing/2014/main" id="{CD7CCB3D-C221-6ABC-3252-89E6D68BC59E}"/>
              </a:ext>
            </a:extLst>
          </p:cNvPr>
          <p:cNvSpPr>
            <a:spLocks noGrp="1"/>
          </p:cNvSpPr>
          <p:nvPr>
            <p:ph type="ctrTitle" hasCustomPrompt="1"/>
          </p:nvPr>
        </p:nvSpPr>
        <p:spPr>
          <a:xfrm>
            <a:off x="406206" y="2767280"/>
            <a:ext cx="3657793" cy="1323439"/>
          </a:xfrm>
        </p:spPr>
        <p:txBody>
          <a:bodyPr anchor="b">
            <a:normAutofit/>
          </a:bodyPr>
          <a:lstStyle>
            <a:lvl1pPr algn="l">
              <a:lnSpc>
                <a:spcPct val="100000"/>
              </a:lnSpc>
              <a:defRPr sz="4000" b="1" spc="200" baseline="0">
                <a:solidFill>
                  <a:srgbClr val="00B0F0"/>
                </a:solidFill>
                <a:latin typeface="Nexa Bold" panose="02000000000000000000" pitchFamily="50" charset="0"/>
              </a:defRPr>
            </a:lvl1pPr>
          </a:lstStyle>
          <a:p>
            <a:r>
              <a:rPr lang="en-US" dirty="0"/>
              <a:t>Divider Slide</a:t>
            </a:r>
            <a:endParaRPr lang="en-GB" dirty="0"/>
          </a:p>
        </p:txBody>
      </p:sp>
      <p:sp>
        <p:nvSpPr>
          <p:cNvPr id="3" name="Subtitle 2">
            <a:extLst>
              <a:ext uri="{FF2B5EF4-FFF2-40B4-BE49-F238E27FC236}">
                <a16:creationId xmlns:a16="http://schemas.microsoft.com/office/drawing/2014/main" id="{4E21009A-C110-F658-0A21-7D89E80E2BF7}"/>
              </a:ext>
            </a:extLst>
          </p:cNvPr>
          <p:cNvSpPr>
            <a:spLocks noGrp="1"/>
          </p:cNvSpPr>
          <p:nvPr>
            <p:ph type="subTitle" idx="1" hasCustomPrompt="1"/>
          </p:nvPr>
        </p:nvSpPr>
        <p:spPr>
          <a:xfrm>
            <a:off x="406206" y="4590215"/>
            <a:ext cx="3657793" cy="884144"/>
          </a:xfrm>
        </p:spPr>
        <p:txBody>
          <a:bodyPr>
            <a:normAutofit/>
          </a:bodyPr>
          <a:lstStyle>
            <a:lvl1pPr marL="0" indent="0" algn="l">
              <a:buNone/>
              <a:defRPr sz="2400" b="1" i="1">
                <a:solidFill>
                  <a:srgbClr val="00B0F0"/>
                </a:solidFill>
                <a:latin typeface="Nexa Bold" panose="020000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Subtopic</a:t>
            </a:r>
            <a:endParaRPr lang="en-GB" dirty="0"/>
          </a:p>
        </p:txBody>
      </p:sp>
      <p:pic>
        <p:nvPicPr>
          <p:cNvPr id="5" name="Picture 4">
            <a:extLst>
              <a:ext uri="{FF2B5EF4-FFF2-40B4-BE49-F238E27FC236}">
                <a16:creationId xmlns:a16="http://schemas.microsoft.com/office/drawing/2014/main" id="{78369ACA-2F12-CB63-910E-229CF3B4A659}"/>
              </a:ext>
            </a:extLst>
          </p:cNvPr>
          <p:cNvPicPr>
            <a:picLocks noChangeAspect="1"/>
          </p:cNvPicPr>
          <p:nvPr userDrawn="1"/>
        </p:nvPicPr>
        <p:blipFill rotWithShape="1">
          <a:blip r:embed="rId2">
            <a:grayscl/>
            <a:extLst>
              <a:ext uri="{28A0092B-C50C-407E-A947-70E740481C1C}">
                <a14:useLocalDpi xmlns:a14="http://schemas.microsoft.com/office/drawing/2010/main" val="0"/>
              </a:ext>
            </a:extLst>
          </a:blip>
          <a:srcRect r="12379" b="28024"/>
          <a:stretch/>
        </p:blipFill>
        <p:spPr>
          <a:xfrm>
            <a:off x="7209216" y="2764866"/>
            <a:ext cx="4982784" cy="4093134"/>
          </a:xfrm>
          <a:prstGeom prst="rect">
            <a:avLst/>
          </a:prstGeom>
        </p:spPr>
      </p:pic>
      <p:sp>
        <p:nvSpPr>
          <p:cNvPr id="6" name="Arc 5">
            <a:extLst>
              <a:ext uri="{FF2B5EF4-FFF2-40B4-BE49-F238E27FC236}">
                <a16:creationId xmlns:a16="http://schemas.microsoft.com/office/drawing/2014/main" id="{AA18C82D-3997-C9C4-9292-DDEE574A48F2}"/>
              </a:ext>
            </a:extLst>
          </p:cNvPr>
          <p:cNvSpPr/>
          <p:nvPr userDrawn="1"/>
        </p:nvSpPr>
        <p:spPr>
          <a:xfrm rot="16200000">
            <a:off x="7220584" y="2758227"/>
            <a:ext cx="5612225" cy="5612225"/>
          </a:xfrm>
          <a:prstGeom prst="arc">
            <a:avLst>
              <a:gd name="adj1" fmla="val 14553369"/>
              <a:gd name="adj2" fmla="val 3028724"/>
            </a:avLst>
          </a:prstGeom>
          <a:ln/>
        </p:spPr>
        <p:style>
          <a:lnRef idx="1">
            <a:schemeClr val="accent3"/>
          </a:lnRef>
          <a:fillRef idx="0">
            <a:schemeClr val="accent3"/>
          </a:fillRef>
          <a:effectRef idx="0">
            <a:schemeClr val="accent3"/>
          </a:effectRef>
          <a:fontRef idx="minor">
            <a:schemeClr val="tx1"/>
          </a:fontRef>
        </p:style>
        <p:txBody>
          <a:bodyPr rtlCol="0" anchor="ctr"/>
          <a:lstStyle/>
          <a:p>
            <a:pPr algn="ctr"/>
            <a:endParaRPr lang="en-GB"/>
          </a:p>
        </p:txBody>
      </p:sp>
    </p:spTree>
    <p:extLst>
      <p:ext uri="{BB962C8B-B14F-4D97-AF65-F5344CB8AC3E}">
        <p14:creationId xmlns:p14="http://schemas.microsoft.com/office/powerpoint/2010/main" val="398297808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Title and Content Simp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D6246F-D609-1C10-0EB3-9CF35C14BE22}"/>
              </a:ext>
            </a:extLst>
          </p:cNvPr>
          <p:cNvSpPr>
            <a:spLocks noGrp="1"/>
          </p:cNvSpPr>
          <p:nvPr>
            <p:ph type="title"/>
          </p:nvPr>
        </p:nvSpPr>
        <p:spPr>
          <a:xfrm>
            <a:off x="1679381" y="120739"/>
            <a:ext cx="8160426" cy="1325563"/>
          </a:xfrm>
        </p:spPr>
        <p:txBody>
          <a:bodyPr/>
          <a:lstStyle>
            <a:lvl1pPr>
              <a:defRPr b="1">
                <a:solidFill>
                  <a:srgbClr val="00B0F0"/>
                </a:solidFill>
                <a:latin typeface="Nexa-Book" panose="01000000000000000000" pitchFamily="2" charset="0"/>
              </a:defRPr>
            </a:lvl1pPr>
          </a:lstStyle>
          <a:p>
            <a:r>
              <a:rPr lang="en-GB"/>
              <a:t>Click to edit Master title style</a:t>
            </a:r>
            <a:endParaRPr lang="en-GB" dirty="0"/>
          </a:p>
        </p:txBody>
      </p:sp>
      <p:sp>
        <p:nvSpPr>
          <p:cNvPr id="3" name="Content Placeholder 2">
            <a:extLst>
              <a:ext uri="{FF2B5EF4-FFF2-40B4-BE49-F238E27FC236}">
                <a16:creationId xmlns:a16="http://schemas.microsoft.com/office/drawing/2014/main" id="{AEF542D5-98E3-7038-3BFF-A5325C1D25DC}"/>
              </a:ext>
            </a:extLst>
          </p:cNvPr>
          <p:cNvSpPr>
            <a:spLocks noGrp="1"/>
          </p:cNvSpPr>
          <p:nvPr>
            <p:ph idx="1"/>
          </p:nvPr>
        </p:nvSpPr>
        <p:spPr/>
        <p:txBody>
          <a:bodyPr/>
          <a:lstStyle>
            <a:lvl1pPr>
              <a:defRPr>
                <a:solidFill>
                  <a:schemeClr val="bg2">
                    <a:lumMod val="50000"/>
                  </a:schemeClr>
                </a:solidFill>
                <a:latin typeface="Nexa-Light" panose="01000000000000000000" pitchFamily="2" charset="0"/>
              </a:defRPr>
            </a:lvl1pPr>
            <a:lvl2pPr>
              <a:defRPr>
                <a:solidFill>
                  <a:schemeClr val="bg2">
                    <a:lumMod val="50000"/>
                  </a:schemeClr>
                </a:solidFill>
                <a:latin typeface="Nexa-Light" panose="01000000000000000000" pitchFamily="2" charset="0"/>
              </a:defRPr>
            </a:lvl2pPr>
            <a:lvl3pPr>
              <a:defRPr>
                <a:solidFill>
                  <a:schemeClr val="bg2">
                    <a:lumMod val="50000"/>
                  </a:schemeClr>
                </a:solidFill>
                <a:latin typeface="Nexa-Light" panose="01000000000000000000" pitchFamily="2" charset="0"/>
              </a:defRPr>
            </a:lvl3pPr>
            <a:lvl4pPr>
              <a:defRPr>
                <a:solidFill>
                  <a:schemeClr val="bg2">
                    <a:lumMod val="50000"/>
                  </a:schemeClr>
                </a:solidFill>
                <a:latin typeface="Nexa-Light" panose="01000000000000000000" pitchFamily="2" charset="0"/>
              </a:defRPr>
            </a:lvl4pPr>
            <a:lvl5pPr>
              <a:defRPr>
                <a:solidFill>
                  <a:schemeClr val="bg2">
                    <a:lumMod val="50000"/>
                  </a:schemeClr>
                </a:solidFill>
                <a:latin typeface="Nexa-Light" panose="01000000000000000000" pitchFamily="2"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a:extLst>
              <a:ext uri="{FF2B5EF4-FFF2-40B4-BE49-F238E27FC236}">
                <a16:creationId xmlns:a16="http://schemas.microsoft.com/office/drawing/2014/main" id="{27C9CCB5-FC8A-483F-915E-2A1D073877A4}"/>
              </a:ext>
            </a:extLst>
          </p:cNvPr>
          <p:cNvSpPr>
            <a:spLocks noGrp="1"/>
          </p:cNvSpPr>
          <p:nvPr>
            <p:ph type="dt" sz="half" idx="10"/>
          </p:nvPr>
        </p:nvSpPr>
        <p:spPr/>
        <p:txBody>
          <a:bodyPr/>
          <a:lstStyle/>
          <a:p>
            <a:fld id="{28E8D346-A915-4882-A510-80C55F2B0290}" type="datetimeFigureOut">
              <a:rPr lang="en-GB" smtClean="0"/>
              <a:t>18/04/2025</a:t>
            </a:fld>
            <a:endParaRPr lang="en-GB"/>
          </a:p>
        </p:txBody>
      </p:sp>
      <p:sp>
        <p:nvSpPr>
          <p:cNvPr id="5" name="Footer Placeholder 4">
            <a:extLst>
              <a:ext uri="{FF2B5EF4-FFF2-40B4-BE49-F238E27FC236}">
                <a16:creationId xmlns:a16="http://schemas.microsoft.com/office/drawing/2014/main" id="{0413F7E3-490D-2C48-1565-E6F2210447A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D7B220CC-6F22-09A2-7E9D-DA486A432CAE}"/>
              </a:ext>
            </a:extLst>
          </p:cNvPr>
          <p:cNvSpPr>
            <a:spLocks noGrp="1"/>
          </p:cNvSpPr>
          <p:nvPr>
            <p:ph type="sldNum" sz="quarter" idx="12"/>
          </p:nvPr>
        </p:nvSpPr>
        <p:spPr/>
        <p:txBody>
          <a:bodyPr/>
          <a:lstStyle/>
          <a:p>
            <a:fld id="{E33F180C-7AC5-428A-9DBB-8DF57BA31570}" type="slidenum">
              <a:rPr lang="en-GB" smtClean="0"/>
              <a:t>‹#›</a:t>
            </a:fld>
            <a:endParaRPr lang="en-GB"/>
          </a:p>
        </p:txBody>
      </p:sp>
      <p:pic>
        <p:nvPicPr>
          <p:cNvPr id="7" name="Picture 6" descr="Logo&#10;&#10;Description automatically generated">
            <a:extLst>
              <a:ext uri="{FF2B5EF4-FFF2-40B4-BE49-F238E27FC236}">
                <a16:creationId xmlns:a16="http://schemas.microsoft.com/office/drawing/2014/main" id="{DD1BAC43-B2E1-6547-0894-0809FAA63358}"/>
              </a:ext>
            </a:extLst>
          </p:cNvPr>
          <p:cNvPicPr>
            <a:picLocks noChangeAspect="1"/>
          </p:cNvPicPr>
          <p:nvPr userDrawn="1"/>
        </p:nvPicPr>
        <p:blipFill>
          <a:blip r:embed="rId2">
            <a:alphaModFix amt="50000"/>
            <a:extLst>
              <a:ext uri="{28A0092B-C50C-407E-A947-70E740481C1C}">
                <a14:useLocalDpi xmlns:a14="http://schemas.microsoft.com/office/drawing/2010/main" val="0"/>
              </a:ext>
            </a:extLst>
          </a:blip>
          <a:stretch>
            <a:fillRect/>
          </a:stretch>
        </p:blipFill>
        <p:spPr>
          <a:xfrm>
            <a:off x="211425" y="86085"/>
            <a:ext cx="1325563" cy="1325563"/>
          </a:xfrm>
          <a:prstGeom prst="rect">
            <a:avLst/>
          </a:prstGeom>
        </p:spPr>
      </p:pic>
      <p:pic>
        <p:nvPicPr>
          <p:cNvPr id="8" name="Picture 7">
            <a:extLst>
              <a:ext uri="{FF2B5EF4-FFF2-40B4-BE49-F238E27FC236}">
                <a16:creationId xmlns:a16="http://schemas.microsoft.com/office/drawing/2014/main" id="{15A586EE-FFC8-C208-98D9-142C9112AF12}"/>
              </a:ext>
            </a:extLst>
          </p:cNvPr>
          <p:cNvPicPr>
            <a:picLocks noChangeAspect="1"/>
          </p:cNvPicPr>
          <p:nvPr userDrawn="1"/>
        </p:nvPicPr>
        <p:blipFill>
          <a:blip r:embed="rId3" cstate="hqprint">
            <a:alphaModFix amt="50000"/>
            <a:extLst>
              <a:ext uri="{28A0092B-C50C-407E-A947-70E740481C1C}">
                <a14:useLocalDpi xmlns:a14="http://schemas.microsoft.com/office/drawing/2010/main" val="0"/>
              </a:ext>
            </a:extLst>
          </a:blip>
          <a:srcRect/>
          <a:stretch/>
        </p:blipFill>
        <p:spPr>
          <a:xfrm>
            <a:off x="9982200" y="485586"/>
            <a:ext cx="2023997" cy="627439"/>
          </a:xfrm>
          <a:prstGeom prst="rect">
            <a:avLst/>
          </a:prstGeom>
        </p:spPr>
      </p:pic>
      <p:cxnSp>
        <p:nvCxnSpPr>
          <p:cNvPr id="9" name="Straight Connector 8">
            <a:extLst>
              <a:ext uri="{FF2B5EF4-FFF2-40B4-BE49-F238E27FC236}">
                <a16:creationId xmlns:a16="http://schemas.microsoft.com/office/drawing/2014/main" id="{52E1595E-1FBB-5E6B-0D28-2FE5224DF462}"/>
              </a:ext>
            </a:extLst>
          </p:cNvPr>
          <p:cNvCxnSpPr>
            <a:cxnSpLocks/>
          </p:cNvCxnSpPr>
          <p:nvPr userDrawn="1"/>
        </p:nvCxnSpPr>
        <p:spPr>
          <a:xfrm flipH="1">
            <a:off x="1582194" y="1262685"/>
            <a:ext cx="7513680" cy="0"/>
          </a:xfrm>
          <a:prstGeom prst="line">
            <a:avLst/>
          </a:prstGeom>
        </p:spPr>
        <p:style>
          <a:lnRef idx="3">
            <a:schemeClr val="accent3"/>
          </a:lnRef>
          <a:fillRef idx="0">
            <a:schemeClr val="accent3"/>
          </a:fillRef>
          <a:effectRef idx="2">
            <a:schemeClr val="accent3"/>
          </a:effectRef>
          <a:fontRef idx="minor">
            <a:schemeClr val="tx1"/>
          </a:fontRef>
        </p:style>
      </p:cxnSp>
    </p:spTree>
    <p:extLst>
      <p:ext uri="{BB962C8B-B14F-4D97-AF65-F5344CB8AC3E}">
        <p14:creationId xmlns:p14="http://schemas.microsoft.com/office/powerpoint/2010/main" val="262378546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Title and Content Logo">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D6246F-D609-1C10-0EB3-9CF35C14BE22}"/>
              </a:ext>
            </a:extLst>
          </p:cNvPr>
          <p:cNvSpPr>
            <a:spLocks noGrp="1"/>
          </p:cNvSpPr>
          <p:nvPr>
            <p:ph type="title"/>
          </p:nvPr>
        </p:nvSpPr>
        <p:spPr>
          <a:xfrm>
            <a:off x="1679381" y="120739"/>
            <a:ext cx="8160426" cy="1325563"/>
          </a:xfrm>
        </p:spPr>
        <p:txBody>
          <a:bodyPr/>
          <a:lstStyle>
            <a:lvl1pPr>
              <a:defRPr b="1">
                <a:solidFill>
                  <a:srgbClr val="00B0F0"/>
                </a:solidFill>
                <a:latin typeface="Nexa-Book" panose="01000000000000000000" pitchFamily="2" charset="0"/>
              </a:defRPr>
            </a:lvl1pPr>
          </a:lstStyle>
          <a:p>
            <a:r>
              <a:rPr lang="en-GB"/>
              <a:t>Click to edit Master title style</a:t>
            </a:r>
            <a:endParaRPr lang="en-GB" dirty="0"/>
          </a:p>
        </p:txBody>
      </p:sp>
      <p:sp>
        <p:nvSpPr>
          <p:cNvPr id="3" name="Content Placeholder 2">
            <a:extLst>
              <a:ext uri="{FF2B5EF4-FFF2-40B4-BE49-F238E27FC236}">
                <a16:creationId xmlns:a16="http://schemas.microsoft.com/office/drawing/2014/main" id="{AEF542D5-98E3-7038-3BFF-A5325C1D25DC}"/>
              </a:ext>
            </a:extLst>
          </p:cNvPr>
          <p:cNvSpPr>
            <a:spLocks noGrp="1"/>
          </p:cNvSpPr>
          <p:nvPr>
            <p:ph idx="1"/>
          </p:nvPr>
        </p:nvSpPr>
        <p:spPr/>
        <p:txBody>
          <a:bodyPr/>
          <a:lstStyle>
            <a:lvl1pPr>
              <a:defRPr>
                <a:solidFill>
                  <a:schemeClr val="bg2">
                    <a:lumMod val="50000"/>
                  </a:schemeClr>
                </a:solidFill>
                <a:latin typeface="Nexa-Light" panose="01000000000000000000" pitchFamily="2" charset="0"/>
              </a:defRPr>
            </a:lvl1pPr>
            <a:lvl2pPr>
              <a:defRPr>
                <a:solidFill>
                  <a:schemeClr val="bg2">
                    <a:lumMod val="50000"/>
                  </a:schemeClr>
                </a:solidFill>
                <a:latin typeface="Nexa-Light" panose="01000000000000000000" pitchFamily="2" charset="0"/>
              </a:defRPr>
            </a:lvl2pPr>
            <a:lvl3pPr>
              <a:defRPr>
                <a:solidFill>
                  <a:schemeClr val="bg2">
                    <a:lumMod val="50000"/>
                  </a:schemeClr>
                </a:solidFill>
                <a:latin typeface="Nexa-Light" panose="01000000000000000000" pitchFamily="2" charset="0"/>
              </a:defRPr>
            </a:lvl3pPr>
            <a:lvl4pPr>
              <a:defRPr>
                <a:solidFill>
                  <a:schemeClr val="bg2">
                    <a:lumMod val="50000"/>
                  </a:schemeClr>
                </a:solidFill>
                <a:latin typeface="Nexa-Light" panose="01000000000000000000" pitchFamily="2" charset="0"/>
              </a:defRPr>
            </a:lvl4pPr>
            <a:lvl5pPr>
              <a:defRPr>
                <a:solidFill>
                  <a:schemeClr val="bg2">
                    <a:lumMod val="50000"/>
                  </a:schemeClr>
                </a:solidFill>
                <a:latin typeface="Nexa-Light" panose="01000000000000000000" pitchFamily="2"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a:extLst>
              <a:ext uri="{FF2B5EF4-FFF2-40B4-BE49-F238E27FC236}">
                <a16:creationId xmlns:a16="http://schemas.microsoft.com/office/drawing/2014/main" id="{27C9CCB5-FC8A-483F-915E-2A1D073877A4}"/>
              </a:ext>
            </a:extLst>
          </p:cNvPr>
          <p:cNvSpPr>
            <a:spLocks noGrp="1"/>
          </p:cNvSpPr>
          <p:nvPr>
            <p:ph type="dt" sz="half" idx="10"/>
          </p:nvPr>
        </p:nvSpPr>
        <p:spPr/>
        <p:txBody>
          <a:bodyPr/>
          <a:lstStyle/>
          <a:p>
            <a:fld id="{28E8D346-A915-4882-A510-80C55F2B0290}" type="datetimeFigureOut">
              <a:rPr lang="en-GB" smtClean="0"/>
              <a:t>18/04/2025</a:t>
            </a:fld>
            <a:endParaRPr lang="en-GB"/>
          </a:p>
        </p:txBody>
      </p:sp>
      <p:sp>
        <p:nvSpPr>
          <p:cNvPr id="5" name="Footer Placeholder 4">
            <a:extLst>
              <a:ext uri="{FF2B5EF4-FFF2-40B4-BE49-F238E27FC236}">
                <a16:creationId xmlns:a16="http://schemas.microsoft.com/office/drawing/2014/main" id="{0413F7E3-490D-2C48-1565-E6F2210447A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D7B220CC-6F22-09A2-7E9D-DA486A432CAE}"/>
              </a:ext>
            </a:extLst>
          </p:cNvPr>
          <p:cNvSpPr>
            <a:spLocks noGrp="1"/>
          </p:cNvSpPr>
          <p:nvPr>
            <p:ph type="sldNum" sz="quarter" idx="12"/>
          </p:nvPr>
        </p:nvSpPr>
        <p:spPr/>
        <p:txBody>
          <a:bodyPr/>
          <a:lstStyle/>
          <a:p>
            <a:fld id="{E33F180C-7AC5-428A-9DBB-8DF57BA31570}" type="slidenum">
              <a:rPr lang="en-GB" smtClean="0"/>
              <a:t>‹#›</a:t>
            </a:fld>
            <a:endParaRPr lang="en-GB"/>
          </a:p>
        </p:txBody>
      </p:sp>
      <p:pic>
        <p:nvPicPr>
          <p:cNvPr id="7" name="Picture 6" descr="Logo&#10;&#10;Description automatically generated">
            <a:extLst>
              <a:ext uri="{FF2B5EF4-FFF2-40B4-BE49-F238E27FC236}">
                <a16:creationId xmlns:a16="http://schemas.microsoft.com/office/drawing/2014/main" id="{DD1BAC43-B2E1-6547-0894-0809FAA63358}"/>
              </a:ext>
            </a:extLst>
          </p:cNvPr>
          <p:cNvPicPr>
            <a:picLocks noChangeAspect="1"/>
          </p:cNvPicPr>
          <p:nvPr userDrawn="1"/>
        </p:nvPicPr>
        <p:blipFill>
          <a:blip r:embed="rId2">
            <a:alphaModFix amt="50000"/>
            <a:extLst>
              <a:ext uri="{28A0092B-C50C-407E-A947-70E740481C1C}">
                <a14:useLocalDpi xmlns:a14="http://schemas.microsoft.com/office/drawing/2010/main" val="0"/>
              </a:ext>
            </a:extLst>
          </a:blip>
          <a:stretch>
            <a:fillRect/>
          </a:stretch>
        </p:blipFill>
        <p:spPr>
          <a:xfrm>
            <a:off x="211425" y="86085"/>
            <a:ext cx="1325563" cy="1325563"/>
          </a:xfrm>
          <a:prstGeom prst="rect">
            <a:avLst/>
          </a:prstGeom>
        </p:spPr>
      </p:pic>
      <p:pic>
        <p:nvPicPr>
          <p:cNvPr id="8" name="Picture 7">
            <a:extLst>
              <a:ext uri="{FF2B5EF4-FFF2-40B4-BE49-F238E27FC236}">
                <a16:creationId xmlns:a16="http://schemas.microsoft.com/office/drawing/2014/main" id="{15A586EE-FFC8-C208-98D9-142C9112AF12}"/>
              </a:ext>
            </a:extLst>
          </p:cNvPr>
          <p:cNvPicPr>
            <a:picLocks noChangeAspect="1"/>
          </p:cNvPicPr>
          <p:nvPr userDrawn="1"/>
        </p:nvPicPr>
        <p:blipFill>
          <a:blip r:embed="rId3" cstate="hqprint">
            <a:alphaModFix amt="50000"/>
            <a:extLst>
              <a:ext uri="{28A0092B-C50C-407E-A947-70E740481C1C}">
                <a14:useLocalDpi xmlns:a14="http://schemas.microsoft.com/office/drawing/2010/main" val="0"/>
              </a:ext>
            </a:extLst>
          </a:blip>
          <a:srcRect/>
          <a:stretch/>
        </p:blipFill>
        <p:spPr>
          <a:xfrm>
            <a:off x="9982200" y="485586"/>
            <a:ext cx="2023997" cy="627439"/>
          </a:xfrm>
          <a:prstGeom prst="rect">
            <a:avLst/>
          </a:prstGeom>
        </p:spPr>
      </p:pic>
      <p:cxnSp>
        <p:nvCxnSpPr>
          <p:cNvPr id="9" name="Straight Connector 8">
            <a:extLst>
              <a:ext uri="{FF2B5EF4-FFF2-40B4-BE49-F238E27FC236}">
                <a16:creationId xmlns:a16="http://schemas.microsoft.com/office/drawing/2014/main" id="{52E1595E-1FBB-5E6B-0D28-2FE5224DF462}"/>
              </a:ext>
            </a:extLst>
          </p:cNvPr>
          <p:cNvCxnSpPr>
            <a:cxnSpLocks/>
          </p:cNvCxnSpPr>
          <p:nvPr userDrawn="1"/>
        </p:nvCxnSpPr>
        <p:spPr>
          <a:xfrm flipH="1">
            <a:off x="1582194" y="1262685"/>
            <a:ext cx="7513680" cy="0"/>
          </a:xfrm>
          <a:prstGeom prst="line">
            <a:avLst/>
          </a:prstGeom>
        </p:spPr>
        <p:style>
          <a:lnRef idx="3">
            <a:schemeClr val="accent3"/>
          </a:lnRef>
          <a:fillRef idx="0">
            <a:schemeClr val="accent3"/>
          </a:fillRef>
          <a:effectRef idx="2">
            <a:schemeClr val="accent3"/>
          </a:effectRef>
          <a:fontRef idx="minor">
            <a:schemeClr val="tx1"/>
          </a:fontRef>
        </p:style>
      </p:cxnSp>
      <p:grpSp>
        <p:nvGrpSpPr>
          <p:cNvPr id="16" name="Group 15">
            <a:extLst>
              <a:ext uri="{FF2B5EF4-FFF2-40B4-BE49-F238E27FC236}">
                <a16:creationId xmlns:a16="http://schemas.microsoft.com/office/drawing/2014/main" id="{264BDB03-EE9E-E849-B5B7-7F755201AD96}"/>
              </a:ext>
            </a:extLst>
          </p:cNvPr>
          <p:cNvGrpSpPr/>
          <p:nvPr userDrawn="1"/>
        </p:nvGrpSpPr>
        <p:grpSpPr>
          <a:xfrm>
            <a:off x="7209216" y="2758227"/>
            <a:ext cx="5623593" cy="5612225"/>
            <a:chOff x="7209216" y="2758227"/>
            <a:chExt cx="5623593" cy="5612225"/>
          </a:xfrm>
        </p:grpSpPr>
        <p:pic>
          <p:nvPicPr>
            <p:cNvPr id="14" name="Picture 13">
              <a:extLst>
                <a:ext uri="{FF2B5EF4-FFF2-40B4-BE49-F238E27FC236}">
                  <a16:creationId xmlns:a16="http://schemas.microsoft.com/office/drawing/2014/main" id="{FD3C7453-7434-0F61-820C-861F0B51D336}"/>
                </a:ext>
              </a:extLst>
            </p:cNvPr>
            <p:cNvPicPr>
              <a:picLocks noChangeAspect="1"/>
            </p:cNvPicPr>
            <p:nvPr userDrawn="1"/>
          </p:nvPicPr>
          <p:blipFill rotWithShape="1">
            <a:blip r:embed="rId4">
              <a:grayscl/>
              <a:alphaModFix amt="12000"/>
              <a:extLst>
                <a:ext uri="{28A0092B-C50C-407E-A947-70E740481C1C}">
                  <a14:useLocalDpi xmlns:a14="http://schemas.microsoft.com/office/drawing/2010/main" val="0"/>
                </a:ext>
              </a:extLst>
            </a:blip>
            <a:srcRect r="12379" b="28024"/>
            <a:stretch/>
          </p:blipFill>
          <p:spPr>
            <a:xfrm>
              <a:off x="7209216" y="2764866"/>
              <a:ext cx="4982784" cy="4093134"/>
            </a:xfrm>
            <a:prstGeom prst="rect">
              <a:avLst/>
            </a:prstGeom>
          </p:spPr>
        </p:pic>
        <p:sp>
          <p:nvSpPr>
            <p:cNvPr id="15" name="Arc 14">
              <a:extLst>
                <a:ext uri="{FF2B5EF4-FFF2-40B4-BE49-F238E27FC236}">
                  <a16:creationId xmlns:a16="http://schemas.microsoft.com/office/drawing/2014/main" id="{F965FC7E-67B7-8CA6-E111-C3EE58075659}"/>
                </a:ext>
              </a:extLst>
            </p:cNvPr>
            <p:cNvSpPr/>
            <p:nvPr userDrawn="1"/>
          </p:nvSpPr>
          <p:spPr>
            <a:xfrm rot="16200000">
              <a:off x="7220584" y="2758227"/>
              <a:ext cx="5612225" cy="5612225"/>
            </a:xfrm>
            <a:prstGeom prst="arc">
              <a:avLst>
                <a:gd name="adj1" fmla="val 14553369"/>
                <a:gd name="adj2" fmla="val 3028724"/>
              </a:avLst>
            </a:prstGeom>
            <a:ln>
              <a:solidFill>
                <a:schemeClr val="accent3">
                  <a:alpha val="12000"/>
                </a:schemeClr>
              </a:solidFill>
            </a:ln>
          </p:spPr>
          <p:style>
            <a:lnRef idx="1">
              <a:schemeClr val="accent3"/>
            </a:lnRef>
            <a:fillRef idx="0">
              <a:schemeClr val="accent3"/>
            </a:fillRef>
            <a:effectRef idx="0">
              <a:schemeClr val="accent3"/>
            </a:effectRef>
            <a:fontRef idx="minor">
              <a:schemeClr val="tx1"/>
            </a:fontRef>
          </p:style>
          <p:txBody>
            <a:bodyPr rtlCol="0" anchor="ctr"/>
            <a:lstStyle/>
            <a:p>
              <a:pPr algn="ctr"/>
              <a:endParaRPr lang="en-GB"/>
            </a:p>
          </p:txBody>
        </p:sp>
      </p:grpSp>
    </p:spTree>
    <p:extLst>
      <p:ext uri="{BB962C8B-B14F-4D97-AF65-F5344CB8AC3E}">
        <p14:creationId xmlns:p14="http://schemas.microsoft.com/office/powerpoint/2010/main" val="339120888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and Content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D6246F-D609-1C10-0EB3-9CF35C14BE22}"/>
              </a:ext>
            </a:extLst>
          </p:cNvPr>
          <p:cNvSpPr>
            <a:spLocks noGrp="1"/>
          </p:cNvSpPr>
          <p:nvPr>
            <p:ph type="title"/>
          </p:nvPr>
        </p:nvSpPr>
        <p:spPr>
          <a:xfrm>
            <a:off x="1679381" y="120739"/>
            <a:ext cx="8160426" cy="1325563"/>
          </a:xfrm>
        </p:spPr>
        <p:txBody>
          <a:bodyPr/>
          <a:lstStyle>
            <a:lvl1pPr>
              <a:defRPr b="1">
                <a:solidFill>
                  <a:srgbClr val="00B0F0"/>
                </a:solidFill>
                <a:latin typeface="Nexa-Book" panose="01000000000000000000" pitchFamily="2" charset="0"/>
              </a:defRPr>
            </a:lvl1pPr>
          </a:lstStyle>
          <a:p>
            <a:r>
              <a:rPr lang="en-GB"/>
              <a:t>Click to edit Master title style</a:t>
            </a:r>
            <a:endParaRPr lang="en-GB" dirty="0"/>
          </a:p>
        </p:txBody>
      </p:sp>
      <p:sp>
        <p:nvSpPr>
          <p:cNvPr id="3" name="Content Placeholder 2">
            <a:extLst>
              <a:ext uri="{FF2B5EF4-FFF2-40B4-BE49-F238E27FC236}">
                <a16:creationId xmlns:a16="http://schemas.microsoft.com/office/drawing/2014/main" id="{AEF542D5-98E3-7038-3BFF-A5325C1D25DC}"/>
              </a:ext>
            </a:extLst>
          </p:cNvPr>
          <p:cNvSpPr>
            <a:spLocks noGrp="1"/>
          </p:cNvSpPr>
          <p:nvPr>
            <p:ph idx="1"/>
          </p:nvPr>
        </p:nvSpPr>
        <p:spPr>
          <a:xfrm>
            <a:off x="838200" y="1821396"/>
            <a:ext cx="4686300" cy="4355567"/>
          </a:xfrm>
        </p:spPr>
        <p:txBody>
          <a:bodyPr/>
          <a:lstStyle>
            <a:lvl1pPr>
              <a:defRPr>
                <a:solidFill>
                  <a:schemeClr val="bg2">
                    <a:lumMod val="50000"/>
                  </a:schemeClr>
                </a:solidFill>
                <a:latin typeface="Nexa-Light" panose="01000000000000000000" pitchFamily="2" charset="0"/>
              </a:defRPr>
            </a:lvl1pPr>
            <a:lvl2pPr>
              <a:defRPr>
                <a:solidFill>
                  <a:schemeClr val="bg2">
                    <a:lumMod val="50000"/>
                  </a:schemeClr>
                </a:solidFill>
                <a:latin typeface="Nexa-Light" panose="01000000000000000000" pitchFamily="2" charset="0"/>
              </a:defRPr>
            </a:lvl2pPr>
            <a:lvl3pPr>
              <a:defRPr>
                <a:solidFill>
                  <a:schemeClr val="bg2">
                    <a:lumMod val="50000"/>
                  </a:schemeClr>
                </a:solidFill>
                <a:latin typeface="Nexa-Light" panose="01000000000000000000" pitchFamily="2" charset="0"/>
              </a:defRPr>
            </a:lvl3pPr>
            <a:lvl4pPr>
              <a:defRPr>
                <a:solidFill>
                  <a:schemeClr val="bg2">
                    <a:lumMod val="50000"/>
                  </a:schemeClr>
                </a:solidFill>
                <a:latin typeface="Nexa-Light" panose="01000000000000000000" pitchFamily="2" charset="0"/>
              </a:defRPr>
            </a:lvl4pPr>
            <a:lvl5pPr>
              <a:defRPr>
                <a:solidFill>
                  <a:schemeClr val="bg2">
                    <a:lumMod val="50000"/>
                  </a:schemeClr>
                </a:solidFill>
                <a:latin typeface="Nexa-Light" panose="01000000000000000000" pitchFamily="2"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a:extLst>
              <a:ext uri="{FF2B5EF4-FFF2-40B4-BE49-F238E27FC236}">
                <a16:creationId xmlns:a16="http://schemas.microsoft.com/office/drawing/2014/main" id="{27C9CCB5-FC8A-483F-915E-2A1D073877A4}"/>
              </a:ext>
            </a:extLst>
          </p:cNvPr>
          <p:cNvSpPr>
            <a:spLocks noGrp="1"/>
          </p:cNvSpPr>
          <p:nvPr>
            <p:ph type="dt" sz="half" idx="10"/>
          </p:nvPr>
        </p:nvSpPr>
        <p:spPr/>
        <p:txBody>
          <a:bodyPr/>
          <a:lstStyle/>
          <a:p>
            <a:fld id="{28E8D346-A915-4882-A510-80C55F2B0290}" type="datetimeFigureOut">
              <a:rPr lang="en-GB" smtClean="0"/>
              <a:t>18/04/2025</a:t>
            </a:fld>
            <a:endParaRPr lang="en-GB"/>
          </a:p>
        </p:txBody>
      </p:sp>
      <p:sp>
        <p:nvSpPr>
          <p:cNvPr id="5" name="Footer Placeholder 4">
            <a:extLst>
              <a:ext uri="{FF2B5EF4-FFF2-40B4-BE49-F238E27FC236}">
                <a16:creationId xmlns:a16="http://schemas.microsoft.com/office/drawing/2014/main" id="{0413F7E3-490D-2C48-1565-E6F2210447A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D7B220CC-6F22-09A2-7E9D-DA486A432CAE}"/>
              </a:ext>
            </a:extLst>
          </p:cNvPr>
          <p:cNvSpPr>
            <a:spLocks noGrp="1"/>
          </p:cNvSpPr>
          <p:nvPr>
            <p:ph type="sldNum" sz="quarter" idx="12"/>
          </p:nvPr>
        </p:nvSpPr>
        <p:spPr/>
        <p:txBody>
          <a:bodyPr/>
          <a:lstStyle/>
          <a:p>
            <a:fld id="{E33F180C-7AC5-428A-9DBB-8DF57BA31570}" type="slidenum">
              <a:rPr lang="en-GB" smtClean="0"/>
              <a:t>‹#›</a:t>
            </a:fld>
            <a:endParaRPr lang="en-GB"/>
          </a:p>
        </p:txBody>
      </p:sp>
      <p:pic>
        <p:nvPicPr>
          <p:cNvPr id="7" name="Picture 6" descr="Logo&#10;&#10;Description automatically generated">
            <a:extLst>
              <a:ext uri="{FF2B5EF4-FFF2-40B4-BE49-F238E27FC236}">
                <a16:creationId xmlns:a16="http://schemas.microsoft.com/office/drawing/2014/main" id="{DD1BAC43-B2E1-6547-0894-0809FAA63358}"/>
              </a:ext>
            </a:extLst>
          </p:cNvPr>
          <p:cNvPicPr>
            <a:picLocks noChangeAspect="1"/>
          </p:cNvPicPr>
          <p:nvPr userDrawn="1"/>
        </p:nvPicPr>
        <p:blipFill>
          <a:blip r:embed="rId2">
            <a:alphaModFix amt="50000"/>
            <a:extLst>
              <a:ext uri="{28A0092B-C50C-407E-A947-70E740481C1C}">
                <a14:useLocalDpi xmlns:a14="http://schemas.microsoft.com/office/drawing/2010/main" val="0"/>
              </a:ext>
            </a:extLst>
          </a:blip>
          <a:stretch>
            <a:fillRect/>
          </a:stretch>
        </p:blipFill>
        <p:spPr>
          <a:xfrm>
            <a:off x="211425" y="86085"/>
            <a:ext cx="1325563" cy="1325563"/>
          </a:xfrm>
          <a:prstGeom prst="rect">
            <a:avLst/>
          </a:prstGeom>
        </p:spPr>
      </p:pic>
      <p:pic>
        <p:nvPicPr>
          <p:cNvPr id="8" name="Picture 7">
            <a:extLst>
              <a:ext uri="{FF2B5EF4-FFF2-40B4-BE49-F238E27FC236}">
                <a16:creationId xmlns:a16="http://schemas.microsoft.com/office/drawing/2014/main" id="{15A586EE-FFC8-C208-98D9-142C9112AF12}"/>
              </a:ext>
            </a:extLst>
          </p:cNvPr>
          <p:cNvPicPr>
            <a:picLocks noChangeAspect="1"/>
          </p:cNvPicPr>
          <p:nvPr userDrawn="1"/>
        </p:nvPicPr>
        <p:blipFill>
          <a:blip r:embed="rId3" cstate="hqprint">
            <a:alphaModFix amt="50000"/>
            <a:extLst>
              <a:ext uri="{28A0092B-C50C-407E-A947-70E740481C1C}">
                <a14:useLocalDpi xmlns:a14="http://schemas.microsoft.com/office/drawing/2010/main" val="0"/>
              </a:ext>
            </a:extLst>
          </a:blip>
          <a:srcRect/>
          <a:stretch/>
        </p:blipFill>
        <p:spPr>
          <a:xfrm>
            <a:off x="9982200" y="485586"/>
            <a:ext cx="2023997" cy="627439"/>
          </a:xfrm>
          <a:prstGeom prst="rect">
            <a:avLst/>
          </a:prstGeom>
        </p:spPr>
      </p:pic>
      <p:cxnSp>
        <p:nvCxnSpPr>
          <p:cNvPr id="9" name="Straight Connector 8">
            <a:extLst>
              <a:ext uri="{FF2B5EF4-FFF2-40B4-BE49-F238E27FC236}">
                <a16:creationId xmlns:a16="http://schemas.microsoft.com/office/drawing/2014/main" id="{52E1595E-1FBB-5E6B-0D28-2FE5224DF462}"/>
              </a:ext>
            </a:extLst>
          </p:cNvPr>
          <p:cNvCxnSpPr>
            <a:cxnSpLocks/>
          </p:cNvCxnSpPr>
          <p:nvPr userDrawn="1"/>
        </p:nvCxnSpPr>
        <p:spPr>
          <a:xfrm flipH="1">
            <a:off x="1582194" y="1262685"/>
            <a:ext cx="7513680" cy="0"/>
          </a:xfrm>
          <a:prstGeom prst="line">
            <a:avLst/>
          </a:prstGeom>
        </p:spPr>
        <p:style>
          <a:lnRef idx="3">
            <a:schemeClr val="accent3"/>
          </a:lnRef>
          <a:fillRef idx="0">
            <a:schemeClr val="accent3"/>
          </a:fillRef>
          <a:effectRef idx="2">
            <a:schemeClr val="accent3"/>
          </a:effectRef>
          <a:fontRef idx="minor">
            <a:schemeClr val="tx1"/>
          </a:fontRef>
        </p:style>
      </p:cxnSp>
      <p:sp>
        <p:nvSpPr>
          <p:cNvPr id="10" name="Picture Placeholder 2">
            <a:extLst>
              <a:ext uri="{FF2B5EF4-FFF2-40B4-BE49-F238E27FC236}">
                <a16:creationId xmlns:a16="http://schemas.microsoft.com/office/drawing/2014/main" id="{DE48A463-ECCE-6B5E-9715-FC07CD45CDBE}"/>
              </a:ext>
            </a:extLst>
          </p:cNvPr>
          <p:cNvSpPr>
            <a:spLocks noGrp="1"/>
          </p:cNvSpPr>
          <p:nvPr>
            <p:ph type="pic" idx="13"/>
          </p:nvPr>
        </p:nvSpPr>
        <p:spPr>
          <a:xfrm>
            <a:off x="5524500" y="1821396"/>
            <a:ext cx="6172200" cy="4351338"/>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p>
        </p:txBody>
      </p:sp>
    </p:spTree>
    <p:extLst>
      <p:ext uri="{BB962C8B-B14F-4D97-AF65-F5344CB8AC3E}">
        <p14:creationId xmlns:p14="http://schemas.microsoft.com/office/powerpoint/2010/main" val="383134434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wo Content Simple">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2AAE5F8-BA05-625A-5CFF-F73BCF9EB277}"/>
              </a:ext>
            </a:extLst>
          </p:cNvPr>
          <p:cNvSpPr>
            <a:spLocks noGrp="1"/>
          </p:cNvSpPr>
          <p:nvPr>
            <p:ph sz="half" idx="1"/>
          </p:nvPr>
        </p:nvSpPr>
        <p:spPr>
          <a:xfrm>
            <a:off x="838200" y="1825625"/>
            <a:ext cx="5181600" cy="4351338"/>
          </a:xfrm>
        </p:spPr>
        <p:txBody>
          <a:bodyPr/>
          <a:lstStyle>
            <a:lvl1pPr>
              <a:defRPr>
                <a:solidFill>
                  <a:schemeClr val="bg2">
                    <a:lumMod val="50000"/>
                  </a:schemeClr>
                </a:solidFill>
                <a:latin typeface="Nexa-Light" panose="01000000000000000000" pitchFamily="2" charset="0"/>
              </a:defRPr>
            </a:lvl1pPr>
            <a:lvl2pPr>
              <a:defRPr>
                <a:solidFill>
                  <a:schemeClr val="bg2">
                    <a:lumMod val="50000"/>
                  </a:schemeClr>
                </a:solidFill>
                <a:latin typeface="Nexa-Light" panose="01000000000000000000" pitchFamily="2" charset="0"/>
              </a:defRPr>
            </a:lvl2pPr>
            <a:lvl3pPr>
              <a:defRPr>
                <a:solidFill>
                  <a:schemeClr val="bg2">
                    <a:lumMod val="50000"/>
                  </a:schemeClr>
                </a:solidFill>
                <a:latin typeface="Nexa-Light" panose="01000000000000000000" pitchFamily="2" charset="0"/>
              </a:defRPr>
            </a:lvl3pPr>
            <a:lvl4pPr>
              <a:defRPr>
                <a:solidFill>
                  <a:schemeClr val="bg2">
                    <a:lumMod val="50000"/>
                  </a:schemeClr>
                </a:solidFill>
                <a:latin typeface="Nexa-Light" panose="01000000000000000000" pitchFamily="2" charset="0"/>
              </a:defRPr>
            </a:lvl4pPr>
            <a:lvl5pPr>
              <a:defRPr>
                <a:solidFill>
                  <a:schemeClr val="bg2">
                    <a:lumMod val="50000"/>
                  </a:schemeClr>
                </a:solidFill>
                <a:latin typeface="Nexa-Light" panose="01000000000000000000" pitchFamily="2"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Content Placeholder 3">
            <a:extLst>
              <a:ext uri="{FF2B5EF4-FFF2-40B4-BE49-F238E27FC236}">
                <a16:creationId xmlns:a16="http://schemas.microsoft.com/office/drawing/2014/main" id="{F0A3E5A6-FC4B-EB5C-90C8-333336869C33}"/>
              </a:ext>
            </a:extLst>
          </p:cNvPr>
          <p:cNvSpPr>
            <a:spLocks noGrp="1"/>
          </p:cNvSpPr>
          <p:nvPr>
            <p:ph sz="half" idx="2"/>
          </p:nvPr>
        </p:nvSpPr>
        <p:spPr>
          <a:xfrm>
            <a:off x="6172200" y="1825625"/>
            <a:ext cx="5181600" cy="4351338"/>
          </a:xfrm>
        </p:spPr>
        <p:txBody>
          <a:bodyPr/>
          <a:lstStyle>
            <a:lvl1pPr>
              <a:defRPr>
                <a:solidFill>
                  <a:schemeClr val="bg2">
                    <a:lumMod val="50000"/>
                  </a:schemeClr>
                </a:solidFill>
                <a:latin typeface="Nexa-Light" panose="01000000000000000000" pitchFamily="2" charset="0"/>
              </a:defRPr>
            </a:lvl1pPr>
            <a:lvl2pPr>
              <a:defRPr>
                <a:solidFill>
                  <a:schemeClr val="bg2">
                    <a:lumMod val="50000"/>
                  </a:schemeClr>
                </a:solidFill>
                <a:latin typeface="Nexa-Light" panose="01000000000000000000" pitchFamily="2" charset="0"/>
              </a:defRPr>
            </a:lvl2pPr>
            <a:lvl3pPr>
              <a:defRPr>
                <a:solidFill>
                  <a:schemeClr val="bg2">
                    <a:lumMod val="50000"/>
                  </a:schemeClr>
                </a:solidFill>
                <a:latin typeface="Nexa-Light" panose="01000000000000000000" pitchFamily="2" charset="0"/>
              </a:defRPr>
            </a:lvl3pPr>
            <a:lvl4pPr>
              <a:defRPr>
                <a:solidFill>
                  <a:schemeClr val="bg2">
                    <a:lumMod val="50000"/>
                  </a:schemeClr>
                </a:solidFill>
                <a:latin typeface="Nexa-Light" panose="01000000000000000000" pitchFamily="2" charset="0"/>
              </a:defRPr>
            </a:lvl4pPr>
            <a:lvl5pPr>
              <a:defRPr>
                <a:solidFill>
                  <a:schemeClr val="bg2">
                    <a:lumMod val="50000"/>
                  </a:schemeClr>
                </a:solidFill>
                <a:latin typeface="Nexa-Light" panose="01000000000000000000" pitchFamily="2"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5" name="Date Placeholder 4">
            <a:extLst>
              <a:ext uri="{FF2B5EF4-FFF2-40B4-BE49-F238E27FC236}">
                <a16:creationId xmlns:a16="http://schemas.microsoft.com/office/drawing/2014/main" id="{49A663AB-0CE7-8E34-6623-AABCE02657C3}"/>
              </a:ext>
            </a:extLst>
          </p:cNvPr>
          <p:cNvSpPr>
            <a:spLocks noGrp="1"/>
          </p:cNvSpPr>
          <p:nvPr>
            <p:ph type="dt" sz="half" idx="10"/>
          </p:nvPr>
        </p:nvSpPr>
        <p:spPr/>
        <p:txBody>
          <a:bodyPr/>
          <a:lstStyle/>
          <a:p>
            <a:fld id="{28E8D346-A915-4882-A510-80C55F2B0290}" type="datetimeFigureOut">
              <a:rPr lang="en-GB" smtClean="0"/>
              <a:t>18/04/2025</a:t>
            </a:fld>
            <a:endParaRPr lang="en-GB"/>
          </a:p>
        </p:txBody>
      </p:sp>
      <p:sp>
        <p:nvSpPr>
          <p:cNvPr id="6" name="Footer Placeholder 5">
            <a:extLst>
              <a:ext uri="{FF2B5EF4-FFF2-40B4-BE49-F238E27FC236}">
                <a16:creationId xmlns:a16="http://schemas.microsoft.com/office/drawing/2014/main" id="{AF6BDC64-110A-8540-9118-86881BDDD3C1}"/>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9A387476-257F-CF5F-4A7A-1F3D71148D84}"/>
              </a:ext>
            </a:extLst>
          </p:cNvPr>
          <p:cNvSpPr>
            <a:spLocks noGrp="1"/>
          </p:cNvSpPr>
          <p:nvPr>
            <p:ph type="sldNum" sz="quarter" idx="12"/>
          </p:nvPr>
        </p:nvSpPr>
        <p:spPr/>
        <p:txBody>
          <a:bodyPr/>
          <a:lstStyle/>
          <a:p>
            <a:fld id="{E33F180C-7AC5-428A-9DBB-8DF57BA31570}" type="slidenum">
              <a:rPr lang="en-GB" smtClean="0"/>
              <a:t>‹#›</a:t>
            </a:fld>
            <a:endParaRPr lang="en-GB"/>
          </a:p>
        </p:txBody>
      </p:sp>
      <p:cxnSp>
        <p:nvCxnSpPr>
          <p:cNvPr id="8" name="Straight Connector 7">
            <a:extLst>
              <a:ext uri="{FF2B5EF4-FFF2-40B4-BE49-F238E27FC236}">
                <a16:creationId xmlns:a16="http://schemas.microsoft.com/office/drawing/2014/main" id="{4D21C370-4329-74F8-53D7-0F2867389B97}"/>
              </a:ext>
            </a:extLst>
          </p:cNvPr>
          <p:cNvCxnSpPr>
            <a:cxnSpLocks/>
          </p:cNvCxnSpPr>
          <p:nvPr userDrawn="1"/>
        </p:nvCxnSpPr>
        <p:spPr>
          <a:xfrm flipH="1">
            <a:off x="1582194" y="1262685"/>
            <a:ext cx="7513680" cy="0"/>
          </a:xfrm>
          <a:prstGeom prst="line">
            <a:avLst/>
          </a:prstGeom>
        </p:spPr>
        <p:style>
          <a:lnRef idx="3">
            <a:schemeClr val="accent3"/>
          </a:lnRef>
          <a:fillRef idx="0">
            <a:schemeClr val="accent3"/>
          </a:fillRef>
          <a:effectRef idx="2">
            <a:schemeClr val="accent3"/>
          </a:effectRef>
          <a:fontRef idx="minor">
            <a:schemeClr val="tx1"/>
          </a:fontRef>
        </p:style>
      </p:cxnSp>
      <p:sp>
        <p:nvSpPr>
          <p:cNvPr id="9" name="Title 1">
            <a:extLst>
              <a:ext uri="{FF2B5EF4-FFF2-40B4-BE49-F238E27FC236}">
                <a16:creationId xmlns:a16="http://schemas.microsoft.com/office/drawing/2014/main" id="{37C3A75D-A481-EE0C-754D-506C7D4C1C61}"/>
              </a:ext>
            </a:extLst>
          </p:cNvPr>
          <p:cNvSpPr>
            <a:spLocks noGrp="1"/>
          </p:cNvSpPr>
          <p:nvPr>
            <p:ph type="title"/>
          </p:nvPr>
        </p:nvSpPr>
        <p:spPr>
          <a:xfrm>
            <a:off x="1679381" y="120739"/>
            <a:ext cx="8160426" cy="1325563"/>
          </a:xfrm>
        </p:spPr>
        <p:txBody>
          <a:bodyPr/>
          <a:lstStyle>
            <a:lvl1pPr>
              <a:defRPr b="1">
                <a:solidFill>
                  <a:srgbClr val="00B0F0"/>
                </a:solidFill>
                <a:latin typeface="Nexa-Book" panose="01000000000000000000" pitchFamily="2" charset="0"/>
              </a:defRPr>
            </a:lvl1pPr>
          </a:lstStyle>
          <a:p>
            <a:r>
              <a:rPr lang="en-GB"/>
              <a:t>Click to edit Master title style</a:t>
            </a:r>
            <a:endParaRPr lang="en-GB" dirty="0"/>
          </a:p>
        </p:txBody>
      </p:sp>
      <p:pic>
        <p:nvPicPr>
          <p:cNvPr id="10" name="Picture 9" descr="Logo&#10;&#10;Description automatically generated">
            <a:extLst>
              <a:ext uri="{FF2B5EF4-FFF2-40B4-BE49-F238E27FC236}">
                <a16:creationId xmlns:a16="http://schemas.microsoft.com/office/drawing/2014/main" id="{B996CC59-0A80-78A3-5AAD-4BFC5DB4BEEA}"/>
              </a:ext>
            </a:extLst>
          </p:cNvPr>
          <p:cNvPicPr>
            <a:picLocks noChangeAspect="1"/>
          </p:cNvPicPr>
          <p:nvPr userDrawn="1"/>
        </p:nvPicPr>
        <p:blipFill>
          <a:blip r:embed="rId2">
            <a:alphaModFix amt="50000"/>
            <a:extLst>
              <a:ext uri="{28A0092B-C50C-407E-A947-70E740481C1C}">
                <a14:useLocalDpi xmlns:a14="http://schemas.microsoft.com/office/drawing/2010/main" val="0"/>
              </a:ext>
            </a:extLst>
          </a:blip>
          <a:stretch>
            <a:fillRect/>
          </a:stretch>
        </p:blipFill>
        <p:spPr>
          <a:xfrm>
            <a:off x="211425" y="86085"/>
            <a:ext cx="1325563" cy="1325563"/>
          </a:xfrm>
          <a:prstGeom prst="rect">
            <a:avLst/>
          </a:prstGeom>
        </p:spPr>
      </p:pic>
      <p:pic>
        <p:nvPicPr>
          <p:cNvPr id="11" name="Picture 10">
            <a:extLst>
              <a:ext uri="{FF2B5EF4-FFF2-40B4-BE49-F238E27FC236}">
                <a16:creationId xmlns:a16="http://schemas.microsoft.com/office/drawing/2014/main" id="{9F847D22-0D7C-891C-2955-0D65480A5E06}"/>
              </a:ext>
            </a:extLst>
          </p:cNvPr>
          <p:cNvPicPr>
            <a:picLocks noChangeAspect="1"/>
          </p:cNvPicPr>
          <p:nvPr userDrawn="1"/>
        </p:nvPicPr>
        <p:blipFill>
          <a:blip r:embed="rId3" cstate="hqprint">
            <a:alphaModFix amt="50000"/>
            <a:extLst>
              <a:ext uri="{28A0092B-C50C-407E-A947-70E740481C1C}">
                <a14:useLocalDpi xmlns:a14="http://schemas.microsoft.com/office/drawing/2010/main" val="0"/>
              </a:ext>
            </a:extLst>
          </a:blip>
          <a:srcRect/>
          <a:stretch/>
        </p:blipFill>
        <p:spPr>
          <a:xfrm>
            <a:off x="9982200" y="485586"/>
            <a:ext cx="2023997" cy="627439"/>
          </a:xfrm>
          <a:prstGeom prst="rect">
            <a:avLst/>
          </a:prstGeom>
        </p:spPr>
      </p:pic>
    </p:spTree>
    <p:extLst>
      <p:ext uri="{BB962C8B-B14F-4D97-AF65-F5344CB8AC3E}">
        <p14:creationId xmlns:p14="http://schemas.microsoft.com/office/powerpoint/2010/main" val="64611791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wo Content Log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2AAE5F8-BA05-625A-5CFF-F73BCF9EB277}"/>
              </a:ext>
            </a:extLst>
          </p:cNvPr>
          <p:cNvSpPr>
            <a:spLocks noGrp="1"/>
          </p:cNvSpPr>
          <p:nvPr>
            <p:ph sz="half" idx="1"/>
          </p:nvPr>
        </p:nvSpPr>
        <p:spPr>
          <a:xfrm>
            <a:off x="838200" y="1825625"/>
            <a:ext cx="5181600" cy="4351338"/>
          </a:xfrm>
        </p:spPr>
        <p:txBody>
          <a:bodyPr/>
          <a:lstStyle>
            <a:lvl1pPr>
              <a:defRPr>
                <a:solidFill>
                  <a:schemeClr val="bg2">
                    <a:lumMod val="50000"/>
                  </a:schemeClr>
                </a:solidFill>
                <a:latin typeface="Nexa-Light" panose="01000000000000000000" pitchFamily="2" charset="0"/>
              </a:defRPr>
            </a:lvl1pPr>
            <a:lvl2pPr>
              <a:defRPr>
                <a:solidFill>
                  <a:schemeClr val="bg2">
                    <a:lumMod val="50000"/>
                  </a:schemeClr>
                </a:solidFill>
                <a:latin typeface="Nexa-Light" panose="01000000000000000000" pitchFamily="2" charset="0"/>
              </a:defRPr>
            </a:lvl2pPr>
            <a:lvl3pPr>
              <a:defRPr>
                <a:solidFill>
                  <a:schemeClr val="bg2">
                    <a:lumMod val="50000"/>
                  </a:schemeClr>
                </a:solidFill>
                <a:latin typeface="Nexa-Light" panose="01000000000000000000" pitchFamily="2" charset="0"/>
              </a:defRPr>
            </a:lvl3pPr>
            <a:lvl4pPr>
              <a:defRPr>
                <a:solidFill>
                  <a:schemeClr val="bg2">
                    <a:lumMod val="50000"/>
                  </a:schemeClr>
                </a:solidFill>
                <a:latin typeface="Nexa-Light" panose="01000000000000000000" pitchFamily="2" charset="0"/>
              </a:defRPr>
            </a:lvl4pPr>
            <a:lvl5pPr>
              <a:defRPr>
                <a:solidFill>
                  <a:schemeClr val="bg2">
                    <a:lumMod val="50000"/>
                  </a:schemeClr>
                </a:solidFill>
                <a:latin typeface="Nexa-Light" panose="01000000000000000000" pitchFamily="2"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Content Placeholder 3">
            <a:extLst>
              <a:ext uri="{FF2B5EF4-FFF2-40B4-BE49-F238E27FC236}">
                <a16:creationId xmlns:a16="http://schemas.microsoft.com/office/drawing/2014/main" id="{F0A3E5A6-FC4B-EB5C-90C8-333336869C33}"/>
              </a:ext>
            </a:extLst>
          </p:cNvPr>
          <p:cNvSpPr>
            <a:spLocks noGrp="1"/>
          </p:cNvSpPr>
          <p:nvPr>
            <p:ph sz="half" idx="2"/>
          </p:nvPr>
        </p:nvSpPr>
        <p:spPr>
          <a:xfrm>
            <a:off x="6172200" y="1825625"/>
            <a:ext cx="5181600" cy="4351338"/>
          </a:xfrm>
        </p:spPr>
        <p:txBody>
          <a:bodyPr/>
          <a:lstStyle>
            <a:lvl1pPr>
              <a:defRPr>
                <a:solidFill>
                  <a:schemeClr val="bg2">
                    <a:lumMod val="50000"/>
                  </a:schemeClr>
                </a:solidFill>
                <a:latin typeface="Nexa-Light" panose="01000000000000000000" pitchFamily="2" charset="0"/>
              </a:defRPr>
            </a:lvl1pPr>
            <a:lvl2pPr>
              <a:defRPr>
                <a:solidFill>
                  <a:schemeClr val="bg2">
                    <a:lumMod val="50000"/>
                  </a:schemeClr>
                </a:solidFill>
                <a:latin typeface="Nexa-Light" panose="01000000000000000000" pitchFamily="2" charset="0"/>
              </a:defRPr>
            </a:lvl2pPr>
            <a:lvl3pPr>
              <a:defRPr>
                <a:solidFill>
                  <a:schemeClr val="bg2">
                    <a:lumMod val="50000"/>
                  </a:schemeClr>
                </a:solidFill>
                <a:latin typeface="Nexa-Light" panose="01000000000000000000" pitchFamily="2" charset="0"/>
              </a:defRPr>
            </a:lvl3pPr>
            <a:lvl4pPr>
              <a:defRPr>
                <a:solidFill>
                  <a:schemeClr val="bg2">
                    <a:lumMod val="50000"/>
                  </a:schemeClr>
                </a:solidFill>
                <a:latin typeface="Nexa-Light" panose="01000000000000000000" pitchFamily="2" charset="0"/>
              </a:defRPr>
            </a:lvl4pPr>
            <a:lvl5pPr>
              <a:defRPr>
                <a:solidFill>
                  <a:schemeClr val="bg2">
                    <a:lumMod val="50000"/>
                  </a:schemeClr>
                </a:solidFill>
                <a:latin typeface="Nexa-Light" panose="01000000000000000000" pitchFamily="2"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5" name="Date Placeholder 4">
            <a:extLst>
              <a:ext uri="{FF2B5EF4-FFF2-40B4-BE49-F238E27FC236}">
                <a16:creationId xmlns:a16="http://schemas.microsoft.com/office/drawing/2014/main" id="{49A663AB-0CE7-8E34-6623-AABCE02657C3}"/>
              </a:ext>
            </a:extLst>
          </p:cNvPr>
          <p:cNvSpPr>
            <a:spLocks noGrp="1"/>
          </p:cNvSpPr>
          <p:nvPr>
            <p:ph type="dt" sz="half" idx="10"/>
          </p:nvPr>
        </p:nvSpPr>
        <p:spPr/>
        <p:txBody>
          <a:bodyPr/>
          <a:lstStyle/>
          <a:p>
            <a:fld id="{28E8D346-A915-4882-A510-80C55F2B0290}" type="datetimeFigureOut">
              <a:rPr lang="en-GB" smtClean="0"/>
              <a:t>18/04/2025</a:t>
            </a:fld>
            <a:endParaRPr lang="en-GB"/>
          </a:p>
        </p:txBody>
      </p:sp>
      <p:sp>
        <p:nvSpPr>
          <p:cNvPr id="6" name="Footer Placeholder 5">
            <a:extLst>
              <a:ext uri="{FF2B5EF4-FFF2-40B4-BE49-F238E27FC236}">
                <a16:creationId xmlns:a16="http://schemas.microsoft.com/office/drawing/2014/main" id="{AF6BDC64-110A-8540-9118-86881BDDD3C1}"/>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9A387476-257F-CF5F-4A7A-1F3D71148D84}"/>
              </a:ext>
            </a:extLst>
          </p:cNvPr>
          <p:cNvSpPr>
            <a:spLocks noGrp="1"/>
          </p:cNvSpPr>
          <p:nvPr>
            <p:ph type="sldNum" sz="quarter" idx="12"/>
          </p:nvPr>
        </p:nvSpPr>
        <p:spPr/>
        <p:txBody>
          <a:bodyPr/>
          <a:lstStyle/>
          <a:p>
            <a:fld id="{E33F180C-7AC5-428A-9DBB-8DF57BA31570}" type="slidenum">
              <a:rPr lang="en-GB" smtClean="0"/>
              <a:t>‹#›</a:t>
            </a:fld>
            <a:endParaRPr lang="en-GB"/>
          </a:p>
        </p:txBody>
      </p:sp>
      <p:cxnSp>
        <p:nvCxnSpPr>
          <p:cNvPr id="8" name="Straight Connector 7">
            <a:extLst>
              <a:ext uri="{FF2B5EF4-FFF2-40B4-BE49-F238E27FC236}">
                <a16:creationId xmlns:a16="http://schemas.microsoft.com/office/drawing/2014/main" id="{4D21C370-4329-74F8-53D7-0F2867389B97}"/>
              </a:ext>
            </a:extLst>
          </p:cNvPr>
          <p:cNvCxnSpPr>
            <a:cxnSpLocks/>
          </p:cNvCxnSpPr>
          <p:nvPr userDrawn="1"/>
        </p:nvCxnSpPr>
        <p:spPr>
          <a:xfrm flipH="1">
            <a:off x="1582194" y="1262685"/>
            <a:ext cx="7513680" cy="0"/>
          </a:xfrm>
          <a:prstGeom prst="line">
            <a:avLst/>
          </a:prstGeom>
        </p:spPr>
        <p:style>
          <a:lnRef idx="3">
            <a:schemeClr val="accent3"/>
          </a:lnRef>
          <a:fillRef idx="0">
            <a:schemeClr val="accent3"/>
          </a:fillRef>
          <a:effectRef idx="2">
            <a:schemeClr val="accent3"/>
          </a:effectRef>
          <a:fontRef idx="minor">
            <a:schemeClr val="tx1"/>
          </a:fontRef>
        </p:style>
      </p:cxnSp>
      <p:sp>
        <p:nvSpPr>
          <p:cNvPr id="9" name="Title 1">
            <a:extLst>
              <a:ext uri="{FF2B5EF4-FFF2-40B4-BE49-F238E27FC236}">
                <a16:creationId xmlns:a16="http://schemas.microsoft.com/office/drawing/2014/main" id="{37C3A75D-A481-EE0C-754D-506C7D4C1C61}"/>
              </a:ext>
            </a:extLst>
          </p:cNvPr>
          <p:cNvSpPr>
            <a:spLocks noGrp="1"/>
          </p:cNvSpPr>
          <p:nvPr>
            <p:ph type="title"/>
          </p:nvPr>
        </p:nvSpPr>
        <p:spPr>
          <a:xfrm>
            <a:off x="1679381" y="120739"/>
            <a:ext cx="8160426" cy="1325563"/>
          </a:xfrm>
        </p:spPr>
        <p:txBody>
          <a:bodyPr/>
          <a:lstStyle>
            <a:lvl1pPr>
              <a:defRPr b="1">
                <a:solidFill>
                  <a:srgbClr val="00B0F0"/>
                </a:solidFill>
                <a:latin typeface="Nexa-Book" panose="01000000000000000000" pitchFamily="2" charset="0"/>
              </a:defRPr>
            </a:lvl1pPr>
          </a:lstStyle>
          <a:p>
            <a:r>
              <a:rPr lang="en-GB"/>
              <a:t>Click to edit Master title style</a:t>
            </a:r>
            <a:endParaRPr lang="en-GB" dirty="0"/>
          </a:p>
        </p:txBody>
      </p:sp>
      <p:pic>
        <p:nvPicPr>
          <p:cNvPr id="10" name="Picture 9" descr="Logo&#10;&#10;Description automatically generated">
            <a:extLst>
              <a:ext uri="{FF2B5EF4-FFF2-40B4-BE49-F238E27FC236}">
                <a16:creationId xmlns:a16="http://schemas.microsoft.com/office/drawing/2014/main" id="{B996CC59-0A80-78A3-5AAD-4BFC5DB4BEEA}"/>
              </a:ext>
            </a:extLst>
          </p:cNvPr>
          <p:cNvPicPr>
            <a:picLocks noChangeAspect="1"/>
          </p:cNvPicPr>
          <p:nvPr userDrawn="1"/>
        </p:nvPicPr>
        <p:blipFill>
          <a:blip r:embed="rId2">
            <a:alphaModFix amt="50000"/>
            <a:extLst>
              <a:ext uri="{28A0092B-C50C-407E-A947-70E740481C1C}">
                <a14:useLocalDpi xmlns:a14="http://schemas.microsoft.com/office/drawing/2010/main" val="0"/>
              </a:ext>
            </a:extLst>
          </a:blip>
          <a:stretch>
            <a:fillRect/>
          </a:stretch>
        </p:blipFill>
        <p:spPr>
          <a:xfrm>
            <a:off x="211425" y="86085"/>
            <a:ext cx="1325563" cy="1325563"/>
          </a:xfrm>
          <a:prstGeom prst="rect">
            <a:avLst/>
          </a:prstGeom>
        </p:spPr>
      </p:pic>
      <p:pic>
        <p:nvPicPr>
          <p:cNvPr id="11" name="Picture 10">
            <a:extLst>
              <a:ext uri="{FF2B5EF4-FFF2-40B4-BE49-F238E27FC236}">
                <a16:creationId xmlns:a16="http://schemas.microsoft.com/office/drawing/2014/main" id="{9F847D22-0D7C-891C-2955-0D65480A5E06}"/>
              </a:ext>
            </a:extLst>
          </p:cNvPr>
          <p:cNvPicPr>
            <a:picLocks noChangeAspect="1"/>
          </p:cNvPicPr>
          <p:nvPr userDrawn="1"/>
        </p:nvPicPr>
        <p:blipFill>
          <a:blip r:embed="rId3" cstate="hqprint">
            <a:alphaModFix amt="50000"/>
            <a:extLst>
              <a:ext uri="{28A0092B-C50C-407E-A947-70E740481C1C}">
                <a14:useLocalDpi xmlns:a14="http://schemas.microsoft.com/office/drawing/2010/main" val="0"/>
              </a:ext>
            </a:extLst>
          </a:blip>
          <a:srcRect/>
          <a:stretch/>
        </p:blipFill>
        <p:spPr>
          <a:xfrm>
            <a:off x="9982200" y="485586"/>
            <a:ext cx="2023997" cy="627439"/>
          </a:xfrm>
          <a:prstGeom prst="rect">
            <a:avLst/>
          </a:prstGeom>
        </p:spPr>
      </p:pic>
      <p:grpSp>
        <p:nvGrpSpPr>
          <p:cNvPr id="12" name="Group 11">
            <a:extLst>
              <a:ext uri="{FF2B5EF4-FFF2-40B4-BE49-F238E27FC236}">
                <a16:creationId xmlns:a16="http://schemas.microsoft.com/office/drawing/2014/main" id="{2B0B799A-35E1-5885-20B2-35BB5A3F278D}"/>
              </a:ext>
            </a:extLst>
          </p:cNvPr>
          <p:cNvGrpSpPr/>
          <p:nvPr userDrawn="1"/>
        </p:nvGrpSpPr>
        <p:grpSpPr>
          <a:xfrm>
            <a:off x="7209216" y="2758227"/>
            <a:ext cx="5623593" cy="5612225"/>
            <a:chOff x="7209216" y="2758227"/>
            <a:chExt cx="5623593" cy="5612225"/>
          </a:xfrm>
        </p:grpSpPr>
        <p:pic>
          <p:nvPicPr>
            <p:cNvPr id="13" name="Picture 12">
              <a:extLst>
                <a:ext uri="{FF2B5EF4-FFF2-40B4-BE49-F238E27FC236}">
                  <a16:creationId xmlns:a16="http://schemas.microsoft.com/office/drawing/2014/main" id="{66DD9644-D426-35AF-FB09-853CF8CECC0D}"/>
                </a:ext>
              </a:extLst>
            </p:cNvPr>
            <p:cNvPicPr>
              <a:picLocks noChangeAspect="1"/>
            </p:cNvPicPr>
            <p:nvPr userDrawn="1"/>
          </p:nvPicPr>
          <p:blipFill rotWithShape="1">
            <a:blip r:embed="rId4">
              <a:grayscl/>
              <a:alphaModFix amt="12000"/>
              <a:extLst>
                <a:ext uri="{28A0092B-C50C-407E-A947-70E740481C1C}">
                  <a14:useLocalDpi xmlns:a14="http://schemas.microsoft.com/office/drawing/2010/main" val="0"/>
                </a:ext>
              </a:extLst>
            </a:blip>
            <a:srcRect r="12379" b="28024"/>
            <a:stretch/>
          </p:blipFill>
          <p:spPr>
            <a:xfrm>
              <a:off x="7209216" y="2764866"/>
              <a:ext cx="4982784" cy="4093134"/>
            </a:xfrm>
            <a:prstGeom prst="rect">
              <a:avLst/>
            </a:prstGeom>
          </p:spPr>
        </p:pic>
        <p:sp>
          <p:nvSpPr>
            <p:cNvPr id="14" name="Arc 13">
              <a:extLst>
                <a:ext uri="{FF2B5EF4-FFF2-40B4-BE49-F238E27FC236}">
                  <a16:creationId xmlns:a16="http://schemas.microsoft.com/office/drawing/2014/main" id="{6F475831-7E53-2D67-970D-48331E632951}"/>
                </a:ext>
              </a:extLst>
            </p:cNvPr>
            <p:cNvSpPr/>
            <p:nvPr userDrawn="1"/>
          </p:nvSpPr>
          <p:spPr>
            <a:xfrm rot="16200000">
              <a:off x="7220584" y="2758227"/>
              <a:ext cx="5612225" cy="5612225"/>
            </a:xfrm>
            <a:prstGeom prst="arc">
              <a:avLst>
                <a:gd name="adj1" fmla="val 14553369"/>
                <a:gd name="adj2" fmla="val 3028724"/>
              </a:avLst>
            </a:prstGeom>
            <a:ln>
              <a:solidFill>
                <a:schemeClr val="accent3">
                  <a:alpha val="12000"/>
                </a:schemeClr>
              </a:solidFill>
            </a:ln>
          </p:spPr>
          <p:style>
            <a:lnRef idx="1">
              <a:schemeClr val="accent3"/>
            </a:lnRef>
            <a:fillRef idx="0">
              <a:schemeClr val="accent3"/>
            </a:fillRef>
            <a:effectRef idx="0">
              <a:schemeClr val="accent3"/>
            </a:effectRef>
            <a:fontRef idx="minor">
              <a:schemeClr val="tx1"/>
            </a:fontRef>
          </p:style>
          <p:txBody>
            <a:bodyPr rtlCol="0" anchor="ctr"/>
            <a:lstStyle/>
            <a:p>
              <a:pPr algn="ctr"/>
              <a:endParaRPr lang="en-GB"/>
            </a:p>
          </p:txBody>
        </p:sp>
      </p:grpSp>
    </p:spTree>
    <p:extLst>
      <p:ext uri="{BB962C8B-B14F-4D97-AF65-F5344CB8AC3E}">
        <p14:creationId xmlns:p14="http://schemas.microsoft.com/office/powerpoint/2010/main" val="142047426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wo Content Side Title Simple">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2AAE5F8-BA05-625A-5CFF-F73BCF9EB277}"/>
              </a:ext>
            </a:extLst>
          </p:cNvPr>
          <p:cNvSpPr>
            <a:spLocks noGrp="1"/>
          </p:cNvSpPr>
          <p:nvPr>
            <p:ph sz="half" idx="1"/>
          </p:nvPr>
        </p:nvSpPr>
        <p:spPr>
          <a:xfrm>
            <a:off x="2696638" y="1240628"/>
            <a:ext cx="4202927" cy="4966497"/>
          </a:xfrm>
        </p:spPr>
        <p:txBody>
          <a:bodyPr/>
          <a:lstStyle>
            <a:lvl1pPr>
              <a:defRPr>
                <a:solidFill>
                  <a:schemeClr val="bg2">
                    <a:lumMod val="50000"/>
                  </a:schemeClr>
                </a:solidFill>
                <a:latin typeface="Nexa-Light" panose="01000000000000000000" pitchFamily="2" charset="0"/>
              </a:defRPr>
            </a:lvl1pPr>
            <a:lvl2pPr>
              <a:defRPr>
                <a:solidFill>
                  <a:schemeClr val="bg2">
                    <a:lumMod val="50000"/>
                  </a:schemeClr>
                </a:solidFill>
                <a:latin typeface="Nexa-Light" panose="01000000000000000000" pitchFamily="2" charset="0"/>
              </a:defRPr>
            </a:lvl2pPr>
            <a:lvl3pPr>
              <a:defRPr>
                <a:solidFill>
                  <a:schemeClr val="bg2">
                    <a:lumMod val="50000"/>
                  </a:schemeClr>
                </a:solidFill>
                <a:latin typeface="Nexa-Light" panose="01000000000000000000" pitchFamily="2" charset="0"/>
              </a:defRPr>
            </a:lvl3pPr>
            <a:lvl4pPr>
              <a:defRPr>
                <a:solidFill>
                  <a:schemeClr val="bg2">
                    <a:lumMod val="50000"/>
                  </a:schemeClr>
                </a:solidFill>
                <a:latin typeface="Nexa-Light" panose="01000000000000000000" pitchFamily="2" charset="0"/>
              </a:defRPr>
            </a:lvl4pPr>
            <a:lvl5pPr>
              <a:defRPr>
                <a:solidFill>
                  <a:schemeClr val="bg2">
                    <a:lumMod val="50000"/>
                  </a:schemeClr>
                </a:solidFill>
                <a:latin typeface="Nexa-Light" panose="01000000000000000000" pitchFamily="2"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Content Placeholder 3">
            <a:extLst>
              <a:ext uri="{FF2B5EF4-FFF2-40B4-BE49-F238E27FC236}">
                <a16:creationId xmlns:a16="http://schemas.microsoft.com/office/drawing/2014/main" id="{F0A3E5A6-FC4B-EB5C-90C8-333336869C33}"/>
              </a:ext>
            </a:extLst>
          </p:cNvPr>
          <p:cNvSpPr>
            <a:spLocks noGrp="1"/>
          </p:cNvSpPr>
          <p:nvPr>
            <p:ph sz="half" idx="2"/>
          </p:nvPr>
        </p:nvSpPr>
        <p:spPr>
          <a:xfrm>
            <a:off x="7246157" y="1240627"/>
            <a:ext cx="4202927" cy="4966497"/>
          </a:xfrm>
        </p:spPr>
        <p:txBody>
          <a:bodyPr/>
          <a:lstStyle>
            <a:lvl1pPr>
              <a:defRPr>
                <a:solidFill>
                  <a:schemeClr val="bg2">
                    <a:lumMod val="50000"/>
                  </a:schemeClr>
                </a:solidFill>
                <a:latin typeface="Nexa-Light" panose="01000000000000000000" pitchFamily="2" charset="0"/>
              </a:defRPr>
            </a:lvl1pPr>
            <a:lvl2pPr>
              <a:defRPr>
                <a:solidFill>
                  <a:schemeClr val="bg2">
                    <a:lumMod val="50000"/>
                  </a:schemeClr>
                </a:solidFill>
                <a:latin typeface="Nexa-Light" panose="01000000000000000000" pitchFamily="2" charset="0"/>
              </a:defRPr>
            </a:lvl2pPr>
            <a:lvl3pPr>
              <a:defRPr>
                <a:solidFill>
                  <a:schemeClr val="bg2">
                    <a:lumMod val="50000"/>
                  </a:schemeClr>
                </a:solidFill>
                <a:latin typeface="Nexa-Light" panose="01000000000000000000" pitchFamily="2" charset="0"/>
              </a:defRPr>
            </a:lvl3pPr>
            <a:lvl4pPr>
              <a:defRPr>
                <a:solidFill>
                  <a:schemeClr val="bg2">
                    <a:lumMod val="50000"/>
                  </a:schemeClr>
                </a:solidFill>
                <a:latin typeface="Nexa-Light" panose="01000000000000000000" pitchFamily="2" charset="0"/>
              </a:defRPr>
            </a:lvl4pPr>
            <a:lvl5pPr>
              <a:defRPr>
                <a:solidFill>
                  <a:schemeClr val="bg2">
                    <a:lumMod val="50000"/>
                  </a:schemeClr>
                </a:solidFill>
                <a:latin typeface="Nexa-Light" panose="01000000000000000000" pitchFamily="2"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5" name="Date Placeholder 4">
            <a:extLst>
              <a:ext uri="{FF2B5EF4-FFF2-40B4-BE49-F238E27FC236}">
                <a16:creationId xmlns:a16="http://schemas.microsoft.com/office/drawing/2014/main" id="{49A663AB-0CE7-8E34-6623-AABCE02657C3}"/>
              </a:ext>
            </a:extLst>
          </p:cNvPr>
          <p:cNvSpPr>
            <a:spLocks noGrp="1"/>
          </p:cNvSpPr>
          <p:nvPr>
            <p:ph type="dt" sz="half" idx="10"/>
          </p:nvPr>
        </p:nvSpPr>
        <p:spPr/>
        <p:txBody>
          <a:bodyPr/>
          <a:lstStyle/>
          <a:p>
            <a:fld id="{28E8D346-A915-4882-A510-80C55F2B0290}" type="datetimeFigureOut">
              <a:rPr lang="en-GB" smtClean="0"/>
              <a:t>18/04/2025</a:t>
            </a:fld>
            <a:endParaRPr lang="en-GB"/>
          </a:p>
        </p:txBody>
      </p:sp>
      <p:sp>
        <p:nvSpPr>
          <p:cNvPr id="6" name="Footer Placeholder 5">
            <a:extLst>
              <a:ext uri="{FF2B5EF4-FFF2-40B4-BE49-F238E27FC236}">
                <a16:creationId xmlns:a16="http://schemas.microsoft.com/office/drawing/2014/main" id="{AF6BDC64-110A-8540-9118-86881BDDD3C1}"/>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9A387476-257F-CF5F-4A7A-1F3D71148D84}"/>
              </a:ext>
            </a:extLst>
          </p:cNvPr>
          <p:cNvSpPr>
            <a:spLocks noGrp="1"/>
          </p:cNvSpPr>
          <p:nvPr>
            <p:ph type="sldNum" sz="quarter" idx="12"/>
          </p:nvPr>
        </p:nvSpPr>
        <p:spPr/>
        <p:txBody>
          <a:bodyPr/>
          <a:lstStyle/>
          <a:p>
            <a:fld id="{E33F180C-7AC5-428A-9DBB-8DF57BA31570}" type="slidenum">
              <a:rPr lang="en-GB" smtClean="0"/>
              <a:t>‹#›</a:t>
            </a:fld>
            <a:endParaRPr lang="en-GB"/>
          </a:p>
        </p:txBody>
      </p:sp>
      <p:pic>
        <p:nvPicPr>
          <p:cNvPr id="10" name="Picture 9" descr="Logo&#10;&#10;Description automatically generated">
            <a:extLst>
              <a:ext uri="{FF2B5EF4-FFF2-40B4-BE49-F238E27FC236}">
                <a16:creationId xmlns:a16="http://schemas.microsoft.com/office/drawing/2014/main" id="{B996CC59-0A80-78A3-5AAD-4BFC5DB4BEEA}"/>
              </a:ext>
            </a:extLst>
          </p:cNvPr>
          <p:cNvPicPr>
            <a:picLocks noChangeAspect="1"/>
          </p:cNvPicPr>
          <p:nvPr userDrawn="1"/>
        </p:nvPicPr>
        <p:blipFill>
          <a:blip r:embed="rId2">
            <a:alphaModFix amt="50000"/>
            <a:extLst>
              <a:ext uri="{28A0092B-C50C-407E-A947-70E740481C1C}">
                <a14:useLocalDpi xmlns:a14="http://schemas.microsoft.com/office/drawing/2010/main" val="0"/>
              </a:ext>
            </a:extLst>
          </a:blip>
          <a:stretch>
            <a:fillRect/>
          </a:stretch>
        </p:blipFill>
        <p:spPr>
          <a:xfrm>
            <a:off x="211425" y="86085"/>
            <a:ext cx="1325563" cy="1325563"/>
          </a:xfrm>
          <a:prstGeom prst="rect">
            <a:avLst/>
          </a:prstGeom>
        </p:spPr>
      </p:pic>
      <p:pic>
        <p:nvPicPr>
          <p:cNvPr id="11" name="Picture 10">
            <a:extLst>
              <a:ext uri="{FF2B5EF4-FFF2-40B4-BE49-F238E27FC236}">
                <a16:creationId xmlns:a16="http://schemas.microsoft.com/office/drawing/2014/main" id="{9F847D22-0D7C-891C-2955-0D65480A5E06}"/>
              </a:ext>
            </a:extLst>
          </p:cNvPr>
          <p:cNvPicPr>
            <a:picLocks noChangeAspect="1"/>
          </p:cNvPicPr>
          <p:nvPr userDrawn="1"/>
        </p:nvPicPr>
        <p:blipFill>
          <a:blip r:embed="rId3" cstate="hqprint">
            <a:alphaModFix amt="50000"/>
            <a:extLst>
              <a:ext uri="{28A0092B-C50C-407E-A947-70E740481C1C}">
                <a14:useLocalDpi xmlns:a14="http://schemas.microsoft.com/office/drawing/2010/main" val="0"/>
              </a:ext>
            </a:extLst>
          </a:blip>
          <a:srcRect/>
          <a:stretch/>
        </p:blipFill>
        <p:spPr>
          <a:xfrm>
            <a:off x="9982200" y="485586"/>
            <a:ext cx="2023997" cy="627439"/>
          </a:xfrm>
          <a:prstGeom prst="rect">
            <a:avLst/>
          </a:prstGeom>
        </p:spPr>
      </p:pic>
      <p:cxnSp>
        <p:nvCxnSpPr>
          <p:cNvPr id="13" name="Straight Connector 12">
            <a:extLst>
              <a:ext uri="{FF2B5EF4-FFF2-40B4-BE49-F238E27FC236}">
                <a16:creationId xmlns:a16="http://schemas.microsoft.com/office/drawing/2014/main" id="{F468B5B9-4860-7149-0E8A-82EEB1C88E0A}"/>
              </a:ext>
            </a:extLst>
          </p:cNvPr>
          <p:cNvCxnSpPr>
            <a:cxnSpLocks/>
          </p:cNvCxnSpPr>
          <p:nvPr userDrawn="1"/>
        </p:nvCxnSpPr>
        <p:spPr>
          <a:xfrm>
            <a:off x="2247324" y="1113025"/>
            <a:ext cx="0" cy="4944875"/>
          </a:xfrm>
          <a:prstGeom prst="line">
            <a:avLst/>
          </a:prstGeom>
        </p:spPr>
        <p:style>
          <a:lnRef idx="3">
            <a:schemeClr val="accent3"/>
          </a:lnRef>
          <a:fillRef idx="0">
            <a:schemeClr val="accent3"/>
          </a:fillRef>
          <a:effectRef idx="2">
            <a:schemeClr val="accent3"/>
          </a:effectRef>
          <a:fontRef idx="minor">
            <a:schemeClr val="tx1"/>
          </a:fontRef>
        </p:style>
      </p:cxnSp>
      <p:sp>
        <p:nvSpPr>
          <p:cNvPr id="19" name="Title 1">
            <a:extLst>
              <a:ext uri="{FF2B5EF4-FFF2-40B4-BE49-F238E27FC236}">
                <a16:creationId xmlns:a16="http://schemas.microsoft.com/office/drawing/2014/main" id="{DFC2CCFA-FF5F-3C03-B961-E11526B1C400}"/>
              </a:ext>
            </a:extLst>
          </p:cNvPr>
          <p:cNvSpPr>
            <a:spLocks noGrp="1"/>
          </p:cNvSpPr>
          <p:nvPr>
            <p:ph type="title"/>
          </p:nvPr>
        </p:nvSpPr>
        <p:spPr>
          <a:xfrm rot="16200000">
            <a:off x="-844288" y="2933491"/>
            <a:ext cx="4966498" cy="1325563"/>
          </a:xfrm>
        </p:spPr>
        <p:txBody>
          <a:bodyPr/>
          <a:lstStyle>
            <a:lvl1pPr algn="ctr">
              <a:defRPr b="1">
                <a:solidFill>
                  <a:srgbClr val="00B0F0"/>
                </a:solidFill>
                <a:latin typeface="Nexa-Book" panose="01000000000000000000" pitchFamily="2" charset="0"/>
              </a:defRPr>
            </a:lvl1pPr>
          </a:lstStyle>
          <a:p>
            <a:r>
              <a:rPr lang="en-GB"/>
              <a:t>Click to edit Master title style</a:t>
            </a:r>
            <a:endParaRPr lang="en-GB" dirty="0"/>
          </a:p>
        </p:txBody>
      </p:sp>
    </p:spTree>
    <p:extLst>
      <p:ext uri="{BB962C8B-B14F-4D97-AF65-F5344CB8AC3E}">
        <p14:creationId xmlns:p14="http://schemas.microsoft.com/office/powerpoint/2010/main" val="13304181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wo Content Side Title Log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2AAE5F8-BA05-625A-5CFF-F73BCF9EB277}"/>
              </a:ext>
            </a:extLst>
          </p:cNvPr>
          <p:cNvSpPr>
            <a:spLocks noGrp="1"/>
          </p:cNvSpPr>
          <p:nvPr>
            <p:ph sz="half" idx="1"/>
          </p:nvPr>
        </p:nvSpPr>
        <p:spPr>
          <a:xfrm>
            <a:off x="2696638" y="1240628"/>
            <a:ext cx="4202927" cy="4966497"/>
          </a:xfrm>
        </p:spPr>
        <p:txBody>
          <a:bodyPr/>
          <a:lstStyle>
            <a:lvl1pPr>
              <a:defRPr>
                <a:solidFill>
                  <a:schemeClr val="bg2">
                    <a:lumMod val="50000"/>
                  </a:schemeClr>
                </a:solidFill>
                <a:latin typeface="Nexa-Light" panose="01000000000000000000" pitchFamily="2" charset="0"/>
              </a:defRPr>
            </a:lvl1pPr>
            <a:lvl2pPr>
              <a:defRPr>
                <a:solidFill>
                  <a:schemeClr val="bg2">
                    <a:lumMod val="50000"/>
                  </a:schemeClr>
                </a:solidFill>
                <a:latin typeface="Nexa-Light" panose="01000000000000000000" pitchFamily="2" charset="0"/>
              </a:defRPr>
            </a:lvl2pPr>
            <a:lvl3pPr>
              <a:defRPr>
                <a:solidFill>
                  <a:schemeClr val="bg2">
                    <a:lumMod val="50000"/>
                  </a:schemeClr>
                </a:solidFill>
                <a:latin typeface="Nexa-Light" panose="01000000000000000000" pitchFamily="2" charset="0"/>
              </a:defRPr>
            </a:lvl3pPr>
            <a:lvl4pPr>
              <a:defRPr>
                <a:solidFill>
                  <a:schemeClr val="bg2">
                    <a:lumMod val="50000"/>
                  </a:schemeClr>
                </a:solidFill>
                <a:latin typeface="Nexa-Light" panose="01000000000000000000" pitchFamily="2" charset="0"/>
              </a:defRPr>
            </a:lvl4pPr>
            <a:lvl5pPr>
              <a:defRPr>
                <a:solidFill>
                  <a:schemeClr val="bg2">
                    <a:lumMod val="50000"/>
                  </a:schemeClr>
                </a:solidFill>
                <a:latin typeface="Nexa-Light" panose="01000000000000000000" pitchFamily="2"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Content Placeholder 3">
            <a:extLst>
              <a:ext uri="{FF2B5EF4-FFF2-40B4-BE49-F238E27FC236}">
                <a16:creationId xmlns:a16="http://schemas.microsoft.com/office/drawing/2014/main" id="{F0A3E5A6-FC4B-EB5C-90C8-333336869C33}"/>
              </a:ext>
            </a:extLst>
          </p:cNvPr>
          <p:cNvSpPr>
            <a:spLocks noGrp="1"/>
          </p:cNvSpPr>
          <p:nvPr>
            <p:ph sz="half" idx="2"/>
          </p:nvPr>
        </p:nvSpPr>
        <p:spPr>
          <a:xfrm>
            <a:off x="7246157" y="1240627"/>
            <a:ext cx="4202927" cy="4966497"/>
          </a:xfrm>
        </p:spPr>
        <p:txBody>
          <a:bodyPr/>
          <a:lstStyle>
            <a:lvl1pPr>
              <a:defRPr>
                <a:solidFill>
                  <a:schemeClr val="bg2">
                    <a:lumMod val="50000"/>
                  </a:schemeClr>
                </a:solidFill>
                <a:latin typeface="Nexa-Light" panose="01000000000000000000" pitchFamily="2" charset="0"/>
              </a:defRPr>
            </a:lvl1pPr>
            <a:lvl2pPr>
              <a:defRPr>
                <a:solidFill>
                  <a:schemeClr val="bg2">
                    <a:lumMod val="50000"/>
                  </a:schemeClr>
                </a:solidFill>
                <a:latin typeface="Nexa-Light" panose="01000000000000000000" pitchFamily="2" charset="0"/>
              </a:defRPr>
            </a:lvl2pPr>
            <a:lvl3pPr>
              <a:defRPr>
                <a:solidFill>
                  <a:schemeClr val="bg2">
                    <a:lumMod val="50000"/>
                  </a:schemeClr>
                </a:solidFill>
                <a:latin typeface="Nexa-Light" panose="01000000000000000000" pitchFamily="2" charset="0"/>
              </a:defRPr>
            </a:lvl3pPr>
            <a:lvl4pPr>
              <a:defRPr>
                <a:solidFill>
                  <a:schemeClr val="bg2">
                    <a:lumMod val="50000"/>
                  </a:schemeClr>
                </a:solidFill>
                <a:latin typeface="Nexa-Light" panose="01000000000000000000" pitchFamily="2" charset="0"/>
              </a:defRPr>
            </a:lvl4pPr>
            <a:lvl5pPr>
              <a:defRPr>
                <a:solidFill>
                  <a:schemeClr val="bg2">
                    <a:lumMod val="50000"/>
                  </a:schemeClr>
                </a:solidFill>
                <a:latin typeface="Nexa-Light" panose="01000000000000000000" pitchFamily="2"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5" name="Date Placeholder 4">
            <a:extLst>
              <a:ext uri="{FF2B5EF4-FFF2-40B4-BE49-F238E27FC236}">
                <a16:creationId xmlns:a16="http://schemas.microsoft.com/office/drawing/2014/main" id="{49A663AB-0CE7-8E34-6623-AABCE02657C3}"/>
              </a:ext>
            </a:extLst>
          </p:cNvPr>
          <p:cNvSpPr>
            <a:spLocks noGrp="1"/>
          </p:cNvSpPr>
          <p:nvPr>
            <p:ph type="dt" sz="half" idx="10"/>
          </p:nvPr>
        </p:nvSpPr>
        <p:spPr/>
        <p:txBody>
          <a:bodyPr/>
          <a:lstStyle/>
          <a:p>
            <a:fld id="{28E8D346-A915-4882-A510-80C55F2B0290}" type="datetimeFigureOut">
              <a:rPr lang="en-GB" smtClean="0"/>
              <a:t>18/04/2025</a:t>
            </a:fld>
            <a:endParaRPr lang="en-GB"/>
          </a:p>
        </p:txBody>
      </p:sp>
      <p:sp>
        <p:nvSpPr>
          <p:cNvPr id="6" name="Footer Placeholder 5">
            <a:extLst>
              <a:ext uri="{FF2B5EF4-FFF2-40B4-BE49-F238E27FC236}">
                <a16:creationId xmlns:a16="http://schemas.microsoft.com/office/drawing/2014/main" id="{AF6BDC64-110A-8540-9118-86881BDDD3C1}"/>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9A387476-257F-CF5F-4A7A-1F3D71148D84}"/>
              </a:ext>
            </a:extLst>
          </p:cNvPr>
          <p:cNvSpPr>
            <a:spLocks noGrp="1"/>
          </p:cNvSpPr>
          <p:nvPr>
            <p:ph type="sldNum" sz="quarter" idx="12"/>
          </p:nvPr>
        </p:nvSpPr>
        <p:spPr/>
        <p:txBody>
          <a:bodyPr/>
          <a:lstStyle/>
          <a:p>
            <a:fld id="{E33F180C-7AC5-428A-9DBB-8DF57BA31570}" type="slidenum">
              <a:rPr lang="en-GB" smtClean="0"/>
              <a:t>‹#›</a:t>
            </a:fld>
            <a:endParaRPr lang="en-GB"/>
          </a:p>
        </p:txBody>
      </p:sp>
      <p:pic>
        <p:nvPicPr>
          <p:cNvPr id="10" name="Picture 9" descr="Logo&#10;&#10;Description automatically generated">
            <a:extLst>
              <a:ext uri="{FF2B5EF4-FFF2-40B4-BE49-F238E27FC236}">
                <a16:creationId xmlns:a16="http://schemas.microsoft.com/office/drawing/2014/main" id="{B996CC59-0A80-78A3-5AAD-4BFC5DB4BEEA}"/>
              </a:ext>
            </a:extLst>
          </p:cNvPr>
          <p:cNvPicPr>
            <a:picLocks noChangeAspect="1"/>
          </p:cNvPicPr>
          <p:nvPr userDrawn="1"/>
        </p:nvPicPr>
        <p:blipFill>
          <a:blip r:embed="rId2">
            <a:alphaModFix amt="50000"/>
            <a:extLst>
              <a:ext uri="{28A0092B-C50C-407E-A947-70E740481C1C}">
                <a14:useLocalDpi xmlns:a14="http://schemas.microsoft.com/office/drawing/2010/main" val="0"/>
              </a:ext>
            </a:extLst>
          </a:blip>
          <a:stretch>
            <a:fillRect/>
          </a:stretch>
        </p:blipFill>
        <p:spPr>
          <a:xfrm>
            <a:off x="211425" y="86085"/>
            <a:ext cx="1325563" cy="1325563"/>
          </a:xfrm>
          <a:prstGeom prst="rect">
            <a:avLst/>
          </a:prstGeom>
        </p:spPr>
      </p:pic>
      <p:pic>
        <p:nvPicPr>
          <p:cNvPr id="11" name="Picture 10">
            <a:extLst>
              <a:ext uri="{FF2B5EF4-FFF2-40B4-BE49-F238E27FC236}">
                <a16:creationId xmlns:a16="http://schemas.microsoft.com/office/drawing/2014/main" id="{9F847D22-0D7C-891C-2955-0D65480A5E06}"/>
              </a:ext>
            </a:extLst>
          </p:cNvPr>
          <p:cNvPicPr>
            <a:picLocks noChangeAspect="1"/>
          </p:cNvPicPr>
          <p:nvPr userDrawn="1"/>
        </p:nvPicPr>
        <p:blipFill>
          <a:blip r:embed="rId3" cstate="hqprint">
            <a:alphaModFix amt="50000"/>
            <a:extLst>
              <a:ext uri="{28A0092B-C50C-407E-A947-70E740481C1C}">
                <a14:useLocalDpi xmlns:a14="http://schemas.microsoft.com/office/drawing/2010/main" val="0"/>
              </a:ext>
            </a:extLst>
          </a:blip>
          <a:srcRect/>
          <a:stretch/>
        </p:blipFill>
        <p:spPr>
          <a:xfrm>
            <a:off x="9982200" y="485586"/>
            <a:ext cx="2023997" cy="627439"/>
          </a:xfrm>
          <a:prstGeom prst="rect">
            <a:avLst/>
          </a:prstGeom>
        </p:spPr>
      </p:pic>
      <p:cxnSp>
        <p:nvCxnSpPr>
          <p:cNvPr id="13" name="Straight Connector 12">
            <a:extLst>
              <a:ext uri="{FF2B5EF4-FFF2-40B4-BE49-F238E27FC236}">
                <a16:creationId xmlns:a16="http://schemas.microsoft.com/office/drawing/2014/main" id="{F468B5B9-4860-7149-0E8A-82EEB1C88E0A}"/>
              </a:ext>
            </a:extLst>
          </p:cNvPr>
          <p:cNvCxnSpPr>
            <a:cxnSpLocks/>
          </p:cNvCxnSpPr>
          <p:nvPr userDrawn="1"/>
        </p:nvCxnSpPr>
        <p:spPr>
          <a:xfrm>
            <a:off x="2247324" y="1113025"/>
            <a:ext cx="0" cy="4944875"/>
          </a:xfrm>
          <a:prstGeom prst="line">
            <a:avLst/>
          </a:prstGeom>
        </p:spPr>
        <p:style>
          <a:lnRef idx="3">
            <a:schemeClr val="accent3"/>
          </a:lnRef>
          <a:fillRef idx="0">
            <a:schemeClr val="accent3"/>
          </a:fillRef>
          <a:effectRef idx="2">
            <a:schemeClr val="accent3"/>
          </a:effectRef>
          <a:fontRef idx="minor">
            <a:schemeClr val="tx1"/>
          </a:fontRef>
        </p:style>
      </p:cxnSp>
      <p:sp>
        <p:nvSpPr>
          <p:cNvPr id="19" name="Title 1">
            <a:extLst>
              <a:ext uri="{FF2B5EF4-FFF2-40B4-BE49-F238E27FC236}">
                <a16:creationId xmlns:a16="http://schemas.microsoft.com/office/drawing/2014/main" id="{DFC2CCFA-FF5F-3C03-B961-E11526B1C400}"/>
              </a:ext>
            </a:extLst>
          </p:cNvPr>
          <p:cNvSpPr>
            <a:spLocks noGrp="1"/>
          </p:cNvSpPr>
          <p:nvPr>
            <p:ph type="title"/>
          </p:nvPr>
        </p:nvSpPr>
        <p:spPr>
          <a:xfrm rot="16200000">
            <a:off x="-844288" y="2933491"/>
            <a:ext cx="4966498" cy="1325563"/>
          </a:xfrm>
        </p:spPr>
        <p:txBody>
          <a:bodyPr/>
          <a:lstStyle>
            <a:lvl1pPr algn="ctr">
              <a:defRPr b="1">
                <a:solidFill>
                  <a:srgbClr val="00B0F0"/>
                </a:solidFill>
                <a:latin typeface="Nexa-Book" panose="01000000000000000000" pitchFamily="2" charset="0"/>
              </a:defRPr>
            </a:lvl1pPr>
          </a:lstStyle>
          <a:p>
            <a:r>
              <a:rPr lang="en-GB"/>
              <a:t>Click to edit Master title style</a:t>
            </a:r>
            <a:endParaRPr lang="en-GB" dirty="0"/>
          </a:p>
        </p:txBody>
      </p:sp>
      <p:grpSp>
        <p:nvGrpSpPr>
          <p:cNvPr id="8" name="Group 7">
            <a:extLst>
              <a:ext uri="{FF2B5EF4-FFF2-40B4-BE49-F238E27FC236}">
                <a16:creationId xmlns:a16="http://schemas.microsoft.com/office/drawing/2014/main" id="{391C2020-6297-BAE9-FFAD-EAD757C9C03F}"/>
              </a:ext>
            </a:extLst>
          </p:cNvPr>
          <p:cNvGrpSpPr/>
          <p:nvPr userDrawn="1"/>
        </p:nvGrpSpPr>
        <p:grpSpPr>
          <a:xfrm>
            <a:off x="7209216" y="2758227"/>
            <a:ext cx="5623593" cy="5612225"/>
            <a:chOff x="7209216" y="2758227"/>
            <a:chExt cx="5623593" cy="5612225"/>
          </a:xfrm>
        </p:grpSpPr>
        <p:pic>
          <p:nvPicPr>
            <p:cNvPr id="9" name="Picture 8">
              <a:extLst>
                <a:ext uri="{FF2B5EF4-FFF2-40B4-BE49-F238E27FC236}">
                  <a16:creationId xmlns:a16="http://schemas.microsoft.com/office/drawing/2014/main" id="{43EBFA66-BB0C-45B3-9E05-EA476847EED6}"/>
                </a:ext>
              </a:extLst>
            </p:cNvPr>
            <p:cNvPicPr>
              <a:picLocks noChangeAspect="1"/>
            </p:cNvPicPr>
            <p:nvPr userDrawn="1"/>
          </p:nvPicPr>
          <p:blipFill rotWithShape="1">
            <a:blip r:embed="rId4">
              <a:grayscl/>
              <a:alphaModFix amt="12000"/>
              <a:extLst>
                <a:ext uri="{28A0092B-C50C-407E-A947-70E740481C1C}">
                  <a14:useLocalDpi xmlns:a14="http://schemas.microsoft.com/office/drawing/2010/main" val="0"/>
                </a:ext>
              </a:extLst>
            </a:blip>
            <a:srcRect r="12379" b="28024"/>
            <a:stretch/>
          </p:blipFill>
          <p:spPr>
            <a:xfrm>
              <a:off x="7209216" y="2764866"/>
              <a:ext cx="4982784" cy="4093134"/>
            </a:xfrm>
            <a:prstGeom prst="rect">
              <a:avLst/>
            </a:prstGeom>
          </p:spPr>
        </p:pic>
        <p:sp>
          <p:nvSpPr>
            <p:cNvPr id="12" name="Arc 11">
              <a:extLst>
                <a:ext uri="{FF2B5EF4-FFF2-40B4-BE49-F238E27FC236}">
                  <a16:creationId xmlns:a16="http://schemas.microsoft.com/office/drawing/2014/main" id="{23DEF0E3-00E5-BFD5-08D5-2E5E65294C13}"/>
                </a:ext>
              </a:extLst>
            </p:cNvPr>
            <p:cNvSpPr/>
            <p:nvPr userDrawn="1"/>
          </p:nvSpPr>
          <p:spPr>
            <a:xfrm rot="16200000">
              <a:off x="7220584" y="2758227"/>
              <a:ext cx="5612225" cy="5612225"/>
            </a:xfrm>
            <a:prstGeom prst="arc">
              <a:avLst>
                <a:gd name="adj1" fmla="val 14553369"/>
                <a:gd name="adj2" fmla="val 3028724"/>
              </a:avLst>
            </a:prstGeom>
            <a:ln>
              <a:solidFill>
                <a:schemeClr val="accent3">
                  <a:alpha val="12000"/>
                </a:schemeClr>
              </a:solidFill>
            </a:ln>
          </p:spPr>
          <p:style>
            <a:lnRef idx="1">
              <a:schemeClr val="accent3"/>
            </a:lnRef>
            <a:fillRef idx="0">
              <a:schemeClr val="accent3"/>
            </a:fillRef>
            <a:effectRef idx="0">
              <a:schemeClr val="accent3"/>
            </a:effectRef>
            <a:fontRef idx="minor">
              <a:schemeClr val="tx1"/>
            </a:fontRef>
          </p:style>
          <p:txBody>
            <a:bodyPr rtlCol="0" anchor="ctr"/>
            <a:lstStyle/>
            <a:p>
              <a:pPr algn="ctr"/>
              <a:endParaRPr lang="en-GB"/>
            </a:p>
          </p:txBody>
        </p:sp>
      </p:grpSp>
    </p:spTree>
    <p:extLst>
      <p:ext uri="{BB962C8B-B14F-4D97-AF65-F5344CB8AC3E}">
        <p14:creationId xmlns:p14="http://schemas.microsoft.com/office/powerpoint/2010/main" val="224401123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mparison Simple">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1FA924F-E77C-8EC8-404A-9AF7FA3B8290}"/>
              </a:ext>
            </a:extLst>
          </p:cNvPr>
          <p:cNvSpPr>
            <a:spLocks noGrp="1"/>
          </p:cNvSpPr>
          <p:nvPr>
            <p:ph type="body" idx="1"/>
          </p:nvPr>
        </p:nvSpPr>
        <p:spPr>
          <a:xfrm>
            <a:off x="839788" y="1681163"/>
            <a:ext cx="5157787" cy="823912"/>
          </a:xfrm>
        </p:spPr>
        <p:txBody>
          <a:bodyPr anchor="b"/>
          <a:lstStyle>
            <a:lvl1pPr marL="0" indent="0">
              <a:buNone/>
              <a:defRPr sz="2400" b="1">
                <a:solidFill>
                  <a:schemeClr val="bg2">
                    <a:lumMod val="50000"/>
                  </a:schemeClr>
                </a:solidFill>
                <a:latin typeface="Nexa Bold" panose="02000000000000000000" pitchFamily="50"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71F86FDE-DDDF-18EE-E2A6-2995032D3D8B}"/>
              </a:ext>
            </a:extLst>
          </p:cNvPr>
          <p:cNvSpPr>
            <a:spLocks noGrp="1"/>
          </p:cNvSpPr>
          <p:nvPr>
            <p:ph sz="half" idx="2"/>
          </p:nvPr>
        </p:nvSpPr>
        <p:spPr>
          <a:xfrm>
            <a:off x="839788" y="2505075"/>
            <a:ext cx="5157787" cy="3684588"/>
          </a:xfrm>
        </p:spPr>
        <p:txBody>
          <a:bodyPr/>
          <a:lstStyle>
            <a:lvl1pPr>
              <a:defRPr>
                <a:solidFill>
                  <a:schemeClr val="bg2">
                    <a:lumMod val="50000"/>
                  </a:schemeClr>
                </a:solidFill>
                <a:latin typeface="Nexa-Light" panose="01000000000000000000" pitchFamily="2" charset="0"/>
              </a:defRPr>
            </a:lvl1pPr>
            <a:lvl2pPr>
              <a:defRPr>
                <a:solidFill>
                  <a:schemeClr val="bg2">
                    <a:lumMod val="50000"/>
                  </a:schemeClr>
                </a:solidFill>
                <a:latin typeface="Nexa-Light" panose="01000000000000000000" pitchFamily="2" charset="0"/>
              </a:defRPr>
            </a:lvl2pPr>
            <a:lvl3pPr>
              <a:defRPr>
                <a:solidFill>
                  <a:schemeClr val="bg2">
                    <a:lumMod val="50000"/>
                  </a:schemeClr>
                </a:solidFill>
                <a:latin typeface="Nexa-Light" panose="01000000000000000000" pitchFamily="2" charset="0"/>
              </a:defRPr>
            </a:lvl3pPr>
            <a:lvl4pPr>
              <a:defRPr>
                <a:solidFill>
                  <a:schemeClr val="bg2">
                    <a:lumMod val="50000"/>
                  </a:schemeClr>
                </a:solidFill>
                <a:latin typeface="Nexa-Light" panose="01000000000000000000" pitchFamily="2" charset="0"/>
              </a:defRPr>
            </a:lvl4pPr>
            <a:lvl5pPr>
              <a:defRPr>
                <a:solidFill>
                  <a:schemeClr val="bg2">
                    <a:lumMod val="50000"/>
                  </a:schemeClr>
                </a:solidFill>
                <a:latin typeface="Nexa-Light" panose="01000000000000000000" pitchFamily="2"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5" name="Text Placeholder 4">
            <a:extLst>
              <a:ext uri="{FF2B5EF4-FFF2-40B4-BE49-F238E27FC236}">
                <a16:creationId xmlns:a16="http://schemas.microsoft.com/office/drawing/2014/main" id="{C8CADA1C-ED2D-732E-1A7A-4215CFFF4ACA}"/>
              </a:ext>
            </a:extLst>
          </p:cNvPr>
          <p:cNvSpPr>
            <a:spLocks noGrp="1"/>
          </p:cNvSpPr>
          <p:nvPr>
            <p:ph type="body" sz="quarter" idx="3"/>
          </p:nvPr>
        </p:nvSpPr>
        <p:spPr>
          <a:xfrm>
            <a:off x="6172200" y="1681163"/>
            <a:ext cx="5183188" cy="823912"/>
          </a:xfrm>
        </p:spPr>
        <p:txBody>
          <a:bodyPr anchor="b"/>
          <a:lstStyle>
            <a:lvl1pPr marL="0" indent="0">
              <a:buNone/>
              <a:defRPr sz="2400" b="1">
                <a:solidFill>
                  <a:schemeClr val="bg2">
                    <a:lumMod val="50000"/>
                  </a:schemeClr>
                </a:solidFill>
                <a:latin typeface="Nexa Bold" panose="02000000000000000000" pitchFamily="50"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5E566DA1-ECAC-2895-C269-5C781DF2004B}"/>
              </a:ext>
            </a:extLst>
          </p:cNvPr>
          <p:cNvSpPr>
            <a:spLocks noGrp="1"/>
          </p:cNvSpPr>
          <p:nvPr>
            <p:ph sz="quarter" idx="4"/>
          </p:nvPr>
        </p:nvSpPr>
        <p:spPr>
          <a:xfrm>
            <a:off x="6172200" y="2505075"/>
            <a:ext cx="5183188" cy="3684588"/>
          </a:xfrm>
        </p:spPr>
        <p:txBody>
          <a:bodyPr/>
          <a:lstStyle>
            <a:lvl1pPr>
              <a:defRPr>
                <a:solidFill>
                  <a:schemeClr val="bg2">
                    <a:lumMod val="50000"/>
                  </a:schemeClr>
                </a:solidFill>
                <a:latin typeface="Nexa-Light" panose="01000000000000000000" pitchFamily="2" charset="0"/>
              </a:defRPr>
            </a:lvl1pPr>
            <a:lvl2pPr>
              <a:defRPr>
                <a:solidFill>
                  <a:schemeClr val="bg2">
                    <a:lumMod val="50000"/>
                  </a:schemeClr>
                </a:solidFill>
                <a:latin typeface="Nexa-Light" panose="01000000000000000000" pitchFamily="2" charset="0"/>
              </a:defRPr>
            </a:lvl2pPr>
            <a:lvl3pPr>
              <a:defRPr>
                <a:solidFill>
                  <a:schemeClr val="bg2">
                    <a:lumMod val="50000"/>
                  </a:schemeClr>
                </a:solidFill>
                <a:latin typeface="Nexa-Light" panose="01000000000000000000" pitchFamily="2" charset="0"/>
              </a:defRPr>
            </a:lvl3pPr>
            <a:lvl4pPr>
              <a:defRPr>
                <a:solidFill>
                  <a:schemeClr val="bg2">
                    <a:lumMod val="50000"/>
                  </a:schemeClr>
                </a:solidFill>
                <a:latin typeface="Nexa-Light" panose="01000000000000000000" pitchFamily="2" charset="0"/>
              </a:defRPr>
            </a:lvl4pPr>
            <a:lvl5pPr>
              <a:defRPr>
                <a:solidFill>
                  <a:schemeClr val="bg2">
                    <a:lumMod val="50000"/>
                  </a:schemeClr>
                </a:solidFill>
                <a:latin typeface="Nexa-Light" panose="01000000000000000000" pitchFamily="2"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7" name="Date Placeholder 6">
            <a:extLst>
              <a:ext uri="{FF2B5EF4-FFF2-40B4-BE49-F238E27FC236}">
                <a16:creationId xmlns:a16="http://schemas.microsoft.com/office/drawing/2014/main" id="{B4457C43-BD96-D113-E7AD-D7E533FD4710}"/>
              </a:ext>
            </a:extLst>
          </p:cNvPr>
          <p:cNvSpPr>
            <a:spLocks noGrp="1"/>
          </p:cNvSpPr>
          <p:nvPr>
            <p:ph type="dt" sz="half" idx="10"/>
          </p:nvPr>
        </p:nvSpPr>
        <p:spPr/>
        <p:txBody>
          <a:bodyPr/>
          <a:lstStyle/>
          <a:p>
            <a:fld id="{28E8D346-A915-4882-A510-80C55F2B0290}" type="datetimeFigureOut">
              <a:rPr lang="en-GB" smtClean="0"/>
              <a:t>18/04/2025</a:t>
            </a:fld>
            <a:endParaRPr lang="en-GB"/>
          </a:p>
        </p:txBody>
      </p:sp>
      <p:sp>
        <p:nvSpPr>
          <p:cNvPr id="8" name="Footer Placeholder 7">
            <a:extLst>
              <a:ext uri="{FF2B5EF4-FFF2-40B4-BE49-F238E27FC236}">
                <a16:creationId xmlns:a16="http://schemas.microsoft.com/office/drawing/2014/main" id="{F4AD7B6F-4ABE-0C37-896E-BF937C6DFF6F}"/>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AF2FEB5C-8DA8-0CFC-3832-14733F3A4123}"/>
              </a:ext>
            </a:extLst>
          </p:cNvPr>
          <p:cNvSpPr>
            <a:spLocks noGrp="1"/>
          </p:cNvSpPr>
          <p:nvPr>
            <p:ph type="sldNum" sz="quarter" idx="12"/>
          </p:nvPr>
        </p:nvSpPr>
        <p:spPr/>
        <p:txBody>
          <a:bodyPr/>
          <a:lstStyle/>
          <a:p>
            <a:fld id="{E33F180C-7AC5-428A-9DBB-8DF57BA31570}" type="slidenum">
              <a:rPr lang="en-GB" smtClean="0"/>
              <a:t>‹#›</a:t>
            </a:fld>
            <a:endParaRPr lang="en-GB"/>
          </a:p>
        </p:txBody>
      </p:sp>
      <p:pic>
        <p:nvPicPr>
          <p:cNvPr id="10" name="Picture 9" descr="Logo&#10;&#10;Description automatically generated">
            <a:extLst>
              <a:ext uri="{FF2B5EF4-FFF2-40B4-BE49-F238E27FC236}">
                <a16:creationId xmlns:a16="http://schemas.microsoft.com/office/drawing/2014/main" id="{70C703C5-3462-2237-D5D6-DDA7E0988E0A}"/>
              </a:ext>
            </a:extLst>
          </p:cNvPr>
          <p:cNvPicPr>
            <a:picLocks noChangeAspect="1"/>
          </p:cNvPicPr>
          <p:nvPr userDrawn="1"/>
        </p:nvPicPr>
        <p:blipFill>
          <a:blip r:embed="rId2">
            <a:alphaModFix amt="50000"/>
            <a:extLst>
              <a:ext uri="{28A0092B-C50C-407E-A947-70E740481C1C}">
                <a14:useLocalDpi xmlns:a14="http://schemas.microsoft.com/office/drawing/2010/main" val="0"/>
              </a:ext>
            </a:extLst>
          </a:blip>
          <a:stretch>
            <a:fillRect/>
          </a:stretch>
        </p:blipFill>
        <p:spPr>
          <a:xfrm>
            <a:off x="211425" y="86085"/>
            <a:ext cx="1325563" cy="1325563"/>
          </a:xfrm>
          <a:prstGeom prst="rect">
            <a:avLst/>
          </a:prstGeom>
        </p:spPr>
      </p:pic>
      <p:pic>
        <p:nvPicPr>
          <p:cNvPr id="11" name="Picture 10">
            <a:extLst>
              <a:ext uri="{FF2B5EF4-FFF2-40B4-BE49-F238E27FC236}">
                <a16:creationId xmlns:a16="http://schemas.microsoft.com/office/drawing/2014/main" id="{1F4A1556-D8AF-CBF0-C594-8297CE75CAA7}"/>
              </a:ext>
            </a:extLst>
          </p:cNvPr>
          <p:cNvPicPr>
            <a:picLocks noChangeAspect="1"/>
          </p:cNvPicPr>
          <p:nvPr userDrawn="1"/>
        </p:nvPicPr>
        <p:blipFill>
          <a:blip r:embed="rId3" cstate="hqprint">
            <a:alphaModFix amt="50000"/>
            <a:extLst>
              <a:ext uri="{28A0092B-C50C-407E-A947-70E740481C1C}">
                <a14:useLocalDpi xmlns:a14="http://schemas.microsoft.com/office/drawing/2010/main" val="0"/>
              </a:ext>
            </a:extLst>
          </a:blip>
          <a:srcRect/>
          <a:stretch/>
        </p:blipFill>
        <p:spPr>
          <a:xfrm>
            <a:off x="9982200" y="485586"/>
            <a:ext cx="2023997" cy="627439"/>
          </a:xfrm>
          <a:prstGeom prst="rect">
            <a:avLst/>
          </a:prstGeom>
        </p:spPr>
      </p:pic>
      <p:cxnSp>
        <p:nvCxnSpPr>
          <p:cNvPr id="12" name="Straight Connector 11">
            <a:extLst>
              <a:ext uri="{FF2B5EF4-FFF2-40B4-BE49-F238E27FC236}">
                <a16:creationId xmlns:a16="http://schemas.microsoft.com/office/drawing/2014/main" id="{612958F2-B07A-BB18-4654-A7B6CD008C1D}"/>
              </a:ext>
            </a:extLst>
          </p:cNvPr>
          <p:cNvCxnSpPr>
            <a:cxnSpLocks/>
          </p:cNvCxnSpPr>
          <p:nvPr userDrawn="1"/>
        </p:nvCxnSpPr>
        <p:spPr>
          <a:xfrm flipH="1">
            <a:off x="1582194" y="1262685"/>
            <a:ext cx="7513680" cy="0"/>
          </a:xfrm>
          <a:prstGeom prst="line">
            <a:avLst/>
          </a:prstGeom>
        </p:spPr>
        <p:style>
          <a:lnRef idx="3">
            <a:schemeClr val="accent3"/>
          </a:lnRef>
          <a:fillRef idx="0">
            <a:schemeClr val="accent3"/>
          </a:fillRef>
          <a:effectRef idx="2">
            <a:schemeClr val="accent3"/>
          </a:effectRef>
          <a:fontRef idx="minor">
            <a:schemeClr val="tx1"/>
          </a:fontRef>
        </p:style>
      </p:cxnSp>
      <p:sp>
        <p:nvSpPr>
          <p:cNvPr id="13" name="Title 1">
            <a:extLst>
              <a:ext uri="{FF2B5EF4-FFF2-40B4-BE49-F238E27FC236}">
                <a16:creationId xmlns:a16="http://schemas.microsoft.com/office/drawing/2014/main" id="{CD5EBC7E-DBFB-BBCD-1B52-A4CF4204D76D}"/>
              </a:ext>
            </a:extLst>
          </p:cNvPr>
          <p:cNvSpPr>
            <a:spLocks noGrp="1"/>
          </p:cNvSpPr>
          <p:nvPr>
            <p:ph type="title"/>
          </p:nvPr>
        </p:nvSpPr>
        <p:spPr>
          <a:xfrm>
            <a:off x="1679381" y="120739"/>
            <a:ext cx="8160426" cy="1325563"/>
          </a:xfrm>
        </p:spPr>
        <p:txBody>
          <a:bodyPr/>
          <a:lstStyle>
            <a:lvl1pPr>
              <a:defRPr b="1">
                <a:solidFill>
                  <a:srgbClr val="00B0F0"/>
                </a:solidFill>
                <a:latin typeface="Nexa-Book" panose="01000000000000000000" pitchFamily="2" charset="0"/>
              </a:defRPr>
            </a:lvl1pPr>
          </a:lstStyle>
          <a:p>
            <a:r>
              <a:rPr lang="en-GB"/>
              <a:t>Click to edit Master title style</a:t>
            </a:r>
            <a:endParaRPr lang="en-GB" dirty="0"/>
          </a:p>
        </p:txBody>
      </p:sp>
    </p:spTree>
    <p:extLst>
      <p:ext uri="{BB962C8B-B14F-4D97-AF65-F5344CB8AC3E}">
        <p14:creationId xmlns:p14="http://schemas.microsoft.com/office/powerpoint/2010/main" val="416714505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mparison Logo">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1FA924F-E77C-8EC8-404A-9AF7FA3B8290}"/>
              </a:ext>
            </a:extLst>
          </p:cNvPr>
          <p:cNvSpPr>
            <a:spLocks noGrp="1"/>
          </p:cNvSpPr>
          <p:nvPr>
            <p:ph type="body" idx="1"/>
          </p:nvPr>
        </p:nvSpPr>
        <p:spPr>
          <a:xfrm>
            <a:off x="839788" y="1681163"/>
            <a:ext cx="5157787" cy="823912"/>
          </a:xfrm>
        </p:spPr>
        <p:txBody>
          <a:bodyPr anchor="b"/>
          <a:lstStyle>
            <a:lvl1pPr marL="0" indent="0">
              <a:buNone/>
              <a:defRPr sz="2400" b="1">
                <a:solidFill>
                  <a:schemeClr val="bg2">
                    <a:lumMod val="50000"/>
                  </a:schemeClr>
                </a:solidFill>
                <a:latin typeface="Nexa Bold" panose="02000000000000000000" pitchFamily="50"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71F86FDE-DDDF-18EE-E2A6-2995032D3D8B}"/>
              </a:ext>
            </a:extLst>
          </p:cNvPr>
          <p:cNvSpPr>
            <a:spLocks noGrp="1"/>
          </p:cNvSpPr>
          <p:nvPr>
            <p:ph sz="half" idx="2"/>
          </p:nvPr>
        </p:nvSpPr>
        <p:spPr>
          <a:xfrm>
            <a:off x="839788" y="2505075"/>
            <a:ext cx="5157787" cy="3684588"/>
          </a:xfrm>
        </p:spPr>
        <p:txBody>
          <a:bodyPr/>
          <a:lstStyle>
            <a:lvl1pPr>
              <a:defRPr>
                <a:solidFill>
                  <a:schemeClr val="bg2">
                    <a:lumMod val="50000"/>
                  </a:schemeClr>
                </a:solidFill>
                <a:latin typeface="Nexa-Light" panose="01000000000000000000" pitchFamily="2" charset="0"/>
              </a:defRPr>
            </a:lvl1pPr>
            <a:lvl2pPr>
              <a:defRPr>
                <a:solidFill>
                  <a:schemeClr val="bg2">
                    <a:lumMod val="50000"/>
                  </a:schemeClr>
                </a:solidFill>
                <a:latin typeface="Nexa-Light" panose="01000000000000000000" pitchFamily="2" charset="0"/>
              </a:defRPr>
            </a:lvl2pPr>
            <a:lvl3pPr>
              <a:defRPr>
                <a:solidFill>
                  <a:schemeClr val="bg2">
                    <a:lumMod val="50000"/>
                  </a:schemeClr>
                </a:solidFill>
                <a:latin typeface="Nexa-Light" panose="01000000000000000000" pitchFamily="2" charset="0"/>
              </a:defRPr>
            </a:lvl3pPr>
            <a:lvl4pPr>
              <a:defRPr>
                <a:solidFill>
                  <a:schemeClr val="bg2">
                    <a:lumMod val="50000"/>
                  </a:schemeClr>
                </a:solidFill>
                <a:latin typeface="Nexa-Light" panose="01000000000000000000" pitchFamily="2" charset="0"/>
              </a:defRPr>
            </a:lvl4pPr>
            <a:lvl5pPr>
              <a:defRPr>
                <a:solidFill>
                  <a:schemeClr val="bg2">
                    <a:lumMod val="50000"/>
                  </a:schemeClr>
                </a:solidFill>
                <a:latin typeface="Nexa-Light" panose="01000000000000000000" pitchFamily="2"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5" name="Text Placeholder 4">
            <a:extLst>
              <a:ext uri="{FF2B5EF4-FFF2-40B4-BE49-F238E27FC236}">
                <a16:creationId xmlns:a16="http://schemas.microsoft.com/office/drawing/2014/main" id="{C8CADA1C-ED2D-732E-1A7A-4215CFFF4ACA}"/>
              </a:ext>
            </a:extLst>
          </p:cNvPr>
          <p:cNvSpPr>
            <a:spLocks noGrp="1"/>
          </p:cNvSpPr>
          <p:nvPr>
            <p:ph type="body" sz="quarter" idx="3"/>
          </p:nvPr>
        </p:nvSpPr>
        <p:spPr>
          <a:xfrm>
            <a:off x="6172200" y="1681163"/>
            <a:ext cx="5183188" cy="823912"/>
          </a:xfrm>
        </p:spPr>
        <p:txBody>
          <a:bodyPr anchor="b"/>
          <a:lstStyle>
            <a:lvl1pPr marL="0" indent="0">
              <a:buNone/>
              <a:defRPr sz="2400" b="1">
                <a:solidFill>
                  <a:schemeClr val="bg2">
                    <a:lumMod val="50000"/>
                  </a:schemeClr>
                </a:solidFill>
                <a:latin typeface="Nexa Bold" panose="02000000000000000000" pitchFamily="50"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5E566DA1-ECAC-2895-C269-5C781DF2004B}"/>
              </a:ext>
            </a:extLst>
          </p:cNvPr>
          <p:cNvSpPr>
            <a:spLocks noGrp="1"/>
          </p:cNvSpPr>
          <p:nvPr>
            <p:ph sz="quarter" idx="4"/>
          </p:nvPr>
        </p:nvSpPr>
        <p:spPr>
          <a:xfrm>
            <a:off x="6172200" y="2505075"/>
            <a:ext cx="5183188" cy="3684588"/>
          </a:xfrm>
        </p:spPr>
        <p:txBody>
          <a:bodyPr/>
          <a:lstStyle>
            <a:lvl1pPr>
              <a:defRPr>
                <a:solidFill>
                  <a:schemeClr val="bg2">
                    <a:lumMod val="50000"/>
                  </a:schemeClr>
                </a:solidFill>
                <a:latin typeface="Nexa-Light" panose="01000000000000000000" pitchFamily="2" charset="0"/>
              </a:defRPr>
            </a:lvl1pPr>
            <a:lvl2pPr>
              <a:defRPr>
                <a:solidFill>
                  <a:schemeClr val="bg2">
                    <a:lumMod val="50000"/>
                  </a:schemeClr>
                </a:solidFill>
                <a:latin typeface="Nexa-Light" panose="01000000000000000000" pitchFamily="2" charset="0"/>
              </a:defRPr>
            </a:lvl2pPr>
            <a:lvl3pPr>
              <a:defRPr>
                <a:solidFill>
                  <a:schemeClr val="bg2">
                    <a:lumMod val="50000"/>
                  </a:schemeClr>
                </a:solidFill>
                <a:latin typeface="Nexa-Light" panose="01000000000000000000" pitchFamily="2" charset="0"/>
              </a:defRPr>
            </a:lvl3pPr>
            <a:lvl4pPr>
              <a:defRPr>
                <a:solidFill>
                  <a:schemeClr val="bg2">
                    <a:lumMod val="50000"/>
                  </a:schemeClr>
                </a:solidFill>
                <a:latin typeface="Nexa-Light" panose="01000000000000000000" pitchFamily="2" charset="0"/>
              </a:defRPr>
            </a:lvl4pPr>
            <a:lvl5pPr>
              <a:defRPr>
                <a:solidFill>
                  <a:schemeClr val="bg2">
                    <a:lumMod val="50000"/>
                  </a:schemeClr>
                </a:solidFill>
                <a:latin typeface="Nexa-Light" panose="01000000000000000000" pitchFamily="2"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7" name="Date Placeholder 6">
            <a:extLst>
              <a:ext uri="{FF2B5EF4-FFF2-40B4-BE49-F238E27FC236}">
                <a16:creationId xmlns:a16="http://schemas.microsoft.com/office/drawing/2014/main" id="{B4457C43-BD96-D113-E7AD-D7E533FD4710}"/>
              </a:ext>
            </a:extLst>
          </p:cNvPr>
          <p:cNvSpPr>
            <a:spLocks noGrp="1"/>
          </p:cNvSpPr>
          <p:nvPr>
            <p:ph type="dt" sz="half" idx="10"/>
          </p:nvPr>
        </p:nvSpPr>
        <p:spPr/>
        <p:txBody>
          <a:bodyPr/>
          <a:lstStyle/>
          <a:p>
            <a:fld id="{28E8D346-A915-4882-A510-80C55F2B0290}" type="datetimeFigureOut">
              <a:rPr lang="en-GB" smtClean="0"/>
              <a:t>18/04/2025</a:t>
            </a:fld>
            <a:endParaRPr lang="en-GB"/>
          </a:p>
        </p:txBody>
      </p:sp>
      <p:sp>
        <p:nvSpPr>
          <p:cNvPr id="8" name="Footer Placeholder 7">
            <a:extLst>
              <a:ext uri="{FF2B5EF4-FFF2-40B4-BE49-F238E27FC236}">
                <a16:creationId xmlns:a16="http://schemas.microsoft.com/office/drawing/2014/main" id="{F4AD7B6F-4ABE-0C37-896E-BF937C6DFF6F}"/>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AF2FEB5C-8DA8-0CFC-3832-14733F3A4123}"/>
              </a:ext>
            </a:extLst>
          </p:cNvPr>
          <p:cNvSpPr>
            <a:spLocks noGrp="1"/>
          </p:cNvSpPr>
          <p:nvPr>
            <p:ph type="sldNum" sz="quarter" idx="12"/>
          </p:nvPr>
        </p:nvSpPr>
        <p:spPr/>
        <p:txBody>
          <a:bodyPr/>
          <a:lstStyle/>
          <a:p>
            <a:fld id="{E33F180C-7AC5-428A-9DBB-8DF57BA31570}" type="slidenum">
              <a:rPr lang="en-GB" smtClean="0"/>
              <a:t>‹#›</a:t>
            </a:fld>
            <a:endParaRPr lang="en-GB"/>
          </a:p>
        </p:txBody>
      </p:sp>
      <p:pic>
        <p:nvPicPr>
          <p:cNvPr id="10" name="Picture 9" descr="Logo&#10;&#10;Description automatically generated">
            <a:extLst>
              <a:ext uri="{FF2B5EF4-FFF2-40B4-BE49-F238E27FC236}">
                <a16:creationId xmlns:a16="http://schemas.microsoft.com/office/drawing/2014/main" id="{70C703C5-3462-2237-D5D6-DDA7E0988E0A}"/>
              </a:ext>
            </a:extLst>
          </p:cNvPr>
          <p:cNvPicPr>
            <a:picLocks noChangeAspect="1"/>
          </p:cNvPicPr>
          <p:nvPr userDrawn="1"/>
        </p:nvPicPr>
        <p:blipFill>
          <a:blip r:embed="rId2">
            <a:alphaModFix amt="50000"/>
            <a:extLst>
              <a:ext uri="{28A0092B-C50C-407E-A947-70E740481C1C}">
                <a14:useLocalDpi xmlns:a14="http://schemas.microsoft.com/office/drawing/2010/main" val="0"/>
              </a:ext>
            </a:extLst>
          </a:blip>
          <a:stretch>
            <a:fillRect/>
          </a:stretch>
        </p:blipFill>
        <p:spPr>
          <a:xfrm>
            <a:off x="211425" y="86085"/>
            <a:ext cx="1325563" cy="1325563"/>
          </a:xfrm>
          <a:prstGeom prst="rect">
            <a:avLst/>
          </a:prstGeom>
        </p:spPr>
      </p:pic>
      <p:pic>
        <p:nvPicPr>
          <p:cNvPr id="11" name="Picture 10">
            <a:extLst>
              <a:ext uri="{FF2B5EF4-FFF2-40B4-BE49-F238E27FC236}">
                <a16:creationId xmlns:a16="http://schemas.microsoft.com/office/drawing/2014/main" id="{1F4A1556-D8AF-CBF0-C594-8297CE75CAA7}"/>
              </a:ext>
            </a:extLst>
          </p:cNvPr>
          <p:cNvPicPr>
            <a:picLocks noChangeAspect="1"/>
          </p:cNvPicPr>
          <p:nvPr userDrawn="1"/>
        </p:nvPicPr>
        <p:blipFill>
          <a:blip r:embed="rId3" cstate="hqprint">
            <a:alphaModFix amt="50000"/>
            <a:extLst>
              <a:ext uri="{28A0092B-C50C-407E-A947-70E740481C1C}">
                <a14:useLocalDpi xmlns:a14="http://schemas.microsoft.com/office/drawing/2010/main" val="0"/>
              </a:ext>
            </a:extLst>
          </a:blip>
          <a:srcRect/>
          <a:stretch/>
        </p:blipFill>
        <p:spPr>
          <a:xfrm>
            <a:off x="9982200" y="485586"/>
            <a:ext cx="2023997" cy="627439"/>
          </a:xfrm>
          <a:prstGeom prst="rect">
            <a:avLst/>
          </a:prstGeom>
        </p:spPr>
      </p:pic>
      <p:cxnSp>
        <p:nvCxnSpPr>
          <p:cNvPr id="12" name="Straight Connector 11">
            <a:extLst>
              <a:ext uri="{FF2B5EF4-FFF2-40B4-BE49-F238E27FC236}">
                <a16:creationId xmlns:a16="http://schemas.microsoft.com/office/drawing/2014/main" id="{612958F2-B07A-BB18-4654-A7B6CD008C1D}"/>
              </a:ext>
            </a:extLst>
          </p:cNvPr>
          <p:cNvCxnSpPr>
            <a:cxnSpLocks/>
          </p:cNvCxnSpPr>
          <p:nvPr userDrawn="1"/>
        </p:nvCxnSpPr>
        <p:spPr>
          <a:xfrm flipH="1">
            <a:off x="1582194" y="1262685"/>
            <a:ext cx="7513680" cy="0"/>
          </a:xfrm>
          <a:prstGeom prst="line">
            <a:avLst/>
          </a:prstGeom>
        </p:spPr>
        <p:style>
          <a:lnRef idx="3">
            <a:schemeClr val="accent3"/>
          </a:lnRef>
          <a:fillRef idx="0">
            <a:schemeClr val="accent3"/>
          </a:fillRef>
          <a:effectRef idx="2">
            <a:schemeClr val="accent3"/>
          </a:effectRef>
          <a:fontRef idx="minor">
            <a:schemeClr val="tx1"/>
          </a:fontRef>
        </p:style>
      </p:cxnSp>
      <p:sp>
        <p:nvSpPr>
          <p:cNvPr id="13" name="Title 1">
            <a:extLst>
              <a:ext uri="{FF2B5EF4-FFF2-40B4-BE49-F238E27FC236}">
                <a16:creationId xmlns:a16="http://schemas.microsoft.com/office/drawing/2014/main" id="{CD5EBC7E-DBFB-BBCD-1B52-A4CF4204D76D}"/>
              </a:ext>
            </a:extLst>
          </p:cNvPr>
          <p:cNvSpPr>
            <a:spLocks noGrp="1"/>
          </p:cNvSpPr>
          <p:nvPr>
            <p:ph type="title"/>
          </p:nvPr>
        </p:nvSpPr>
        <p:spPr>
          <a:xfrm>
            <a:off x="1679381" y="120739"/>
            <a:ext cx="8160426" cy="1325563"/>
          </a:xfrm>
        </p:spPr>
        <p:txBody>
          <a:bodyPr/>
          <a:lstStyle>
            <a:lvl1pPr>
              <a:defRPr b="1">
                <a:solidFill>
                  <a:srgbClr val="00B0F0"/>
                </a:solidFill>
                <a:latin typeface="Nexa-Book" panose="01000000000000000000" pitchFamily="2" charset="0"/>
              </a:defRPr>
            </a:lvl1pPr>
          </a:lstStyle>
          <a:p>
            <a:r>
              <a:rPr lang="en-GB"/>
              <a:t>Click to edit Master title style</a:t>
            </a:r>
            <a:endParaRPr lang="en-GB" dirty="0"/>
          </a:p>
        </p:txBody>
      </p:sp>
      <p:grpSp>
        <p:nvGrpSpPr>
          <p:cNvPr id="2" name="Group 1">
            <a:extLst>
              <a:ext uri="{FF2B5EF4-FFF2-40B4-BE49-F238E27FC236}">
                <a16:creationId xmlns:a16="http://schemas.microsoft.com/office/drawing/2014/main" id="{3B05ED7F-C3CB-F1AB-0D13-40D64480E1EB}"/>
              </a:ext>
            </a:extLst>
          </p:cNvPr>
          <p:cNvGrpSpPr/>
          <p:nvPr userDrawn="1"/>
        </p:nvGrpSpPr>
        <p:grpSpPr>
          <a:xfrm>
            <a:off x="7209216" y="2758227"/>
            <a:ext cx="5623593" cy="5612225"/>
            <a:chOff x="7209216" y="2758227"/>
            <a:chExt cx="5623593" cy="5612225"/>
          </a:xfrm>
        </p:grpSpPr>
        <p:pic>
          <p:nvPicPr>
            <p:cNvPr id="14" name="Picture 13">
              <a:extLst>
                <a:ext uri="{FF2B5EF4-FFF2-40B4-BE49-F238E27FC236}">
                  <a16:creationId xmlns:a16="http://schemas.microsoft.com/office/drawing/2014/main" id="{202B66CE-628F-83AA-6C65-C9CFDA2A244B}"/>
                </a:ext>
              </a:extLst>
            </p:cNvPr>
            <p:cNvPicPr>
              <a:picLocks noChangeAspect="1"/>
            </p:cNvPicPr>
            <p:nvPr userDrawn="1"/>
          </p:nvPicPr>
          <p:blipFill rotWithShape="1">
            <a:blip r:embed="rId4">
              <a:grayscl/>
              <a:alphaModFix amt="12000"/>
              <a:extLst>
                <a:ext uri="{28A0092B-C50C-407E-A947-70E740481C1C}">
                  <a14:useLocalDpi xmlns:a14="http://schemas.microsoft.com/office/drawing/2010/main" val="0"/>
                </a:ext>
              </a:extLst>
            </a:blip>
            <a:srcRect r="12379" b="28024"/>
            <a:stretch/>
          </p:blipFill>
          <p:spPr>
            <a:xfrm>
              <a:off x="7209216" y="2764866"/>
              <a:ext cx="4982784" cy="4093134"/>
            </a:xfrm>
            <a:prstGeom prst="rect">
              <a:avLst/>
            </a:prstGeom>
          </p:spPr>
        </p:pic>
        <p:sp>
          <p:nvSpPr>
            <p:cNvPr id="15" name="Arc 14">
              <a:extLst>
                <a:ext uri="{FF2B5EF4-FFF2-40B4-BE49-F238E27FC236}">
                  <a16:creationId xmlns:a16="http://schemas.microsoft.com/office/drawing/2014/main" id="{4175E3FC-6420-950D-4C4B-59ED294A8095}"/>
                </a:ext>
              </a:extLst>
            </p:cNvPr>
            <p:cNvSpPr/>
            <p:nvPr userDrawn="1"/>
          </p:nvSpPr>
          <p:spPr>
            <a:xfrm rot="16200000">
              <a:off x="7220584" y="2758227"/>
              <a:ext cx="5612225" cy="5612225"/>
            </a:xfrm>
            <a:prstGeom prst="arc">
              <a:avLst>
                <a:gd name="adj1" fmla="val 14553369"/>
                <a:gd name="adj2" fmla="val 3028724"/>
              </a:avLst>
            </a:prstGeom>
            <a:ln>
              <a:solidFill>
                <a:schemeClr val="accent3">
                  <a:alpha val="12000"/>
                </a:schemeClr>
              </a:solidFill>
            </a:ln>
          </p:spPr>
          <p:style>
            <a:lnRef idx="1">
              <a:schemeClr val="accent3"/>
            </a:lnRef>
            <a:fillRef idx="0">
              <a:schemeClr val="accent3"/>
            </a:fillRef>
            <a:effectRef idx="0">
              <a:schemeClr val="accent3"/>
            </a:effectRef>
            <a:fontRef idx="minor">
              <a:schemeClr val="tx1"/>
            </a:fontRef>
          </p:style>
          <p:txBody>
            <a:bodyPr rtlCol="0" anchor="ctr"/>
            <a:lstStyle/>
            <a:p>
              <a:pPr algn="ctr"/>
              <a:endParaRPr lang="en-GB"/>
            </a:p>
          </p:txBody>
        </p:sp>
      </p:grpSp>
    </p:spTree>
    <p:extLst>
      <p:ext uri="{BB962C8B-B14F-4D97-AF65-F5344CB8AC3E}">
        <p14:creationId xmlns:p14="http://schemas.microsoft.com/office/powerpoint/2010/main" val="365855207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Only Simple">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4FC03C37-5C37-2063-819B-329CAD4A4F79}"/>
              </a:ext>
            </a:extLst>
          </p:cNvPr>
          <p:cNvSpPr>
            <a:spLocks noGrp="1"/>
          </p:cNvSpPr>
          <p:nvPr>
            <p:ph type="dt" sz="half" idx="10"/>
          </p:nvPr>
        </p:nvSpPr>
        <p:spPr/>
        <p:txBody>
          <a:bodyPr/>
          <a:lstStyle/>
          <a:p>
            <a:fld id="{28E8D346-A915-4882-A510-80C55F2B0290}" type="datetimeFigureOut">
              <a:rPr lang="en-GB" smtClean="0"/>
              <a:t>18/04/2025</a:t>
            </a:fld>
            <a:endParaRPr lang="en-GB"/>
          </a:p>
        </p:txBody>
      </p:sp>
      <p:sp>
        <p:nvSpPr>
          <p:cNvPr id="4" name="Footer Placeholder 3">
            <a:extLst>
              <a:ext uri="{FF2B5EF4-FFF2-40B4-BE49-F238E27FC236}">
                <a16:creationId xmlns:a16="http://schemas.microsoft.com/office/drawing/2014/main" id="{5F9BAAEE-96EB-9E9E-BDF2-6A6C0D037A4C}"/>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15CBE1CF-5E11-CF13-4A01-B0F9248EF43C}"/>
              </a:ext>
            </a:extLst>
          </p:cNvPr>
          <p:cNvSpPr>
            <a:spLocks noGrp="1"/>
          </p:cNvSpPr>
          <p:nvPr>
            <p:ph type="sldNum" sz="quarter" idx="12"/>
          </p:nvPr>
        </p:nvSpPr>
        <p:spPr/>
        <p:txBody>
          <a:bodyPr/>
          <a:lstStyle/>
          <a:p>
            <a:fld id="{E33F180C-7AC5-428A-9DBB-8DF57BA31570}" type="slidenum">
              <a:rPr lang="en-GB" smtClean="0"/>
              <a:t>‹#›</a:t>
            </a:fld>
            <a:endParaRPr lang="en-GB"/>
          </a:p>
        </p:txBody>
      </p:sp>
      <p:pic>
        <p:nvPicPr>
          <p:cNvPr id="6" name="Picture 5" descr="Logo&#10;&#10;Description automatically generated">
            <a:extLst>
              <a:ext uri="{FF2B5EF4-FFF2-40B4-BE49-F238E27FC236}">
                <a16:creationId xmlns:a16="http://schemas.microsoft.com/office/drawing/2014/main" id="{D109EB06-7C76-7254-6295-E04BAFF336AF}"/>
              </a:ext>
            </a:extLst>
          </p:cNvPr>
          <p:cNvPicPr>
            <a:picLocks noChangeAspect="1"/>
          </p:cNvPicPr>
          <p:nvPr userDrawn="1"/>
        </p:nvPicPr>
        <p:blipFill>
          <a:blip r:embed="rId2">
            <a:alphaModFix amt="50000"/>
            <a:extLst>
              <a:ext uri="{28A0092B-C50C-407E-A947-70E740481C1C}">
                <a14:useLocalDpi xmlns:a14="http://schemas.microsoft.com/office/drawing/2010/main" val="0"/>
              </a:ext>
            </a:extLst>
          </a:blip>
          <a:stretch>
            <a:fillRect/>
          </a:stretch>
        </p:blipFill>
        <p:spPr>
          <a:xfrm>
            <a:off x="211425" y="86085"/>
            <a:ext cx="1325563" cy="1325563"/>
          </a:xfrm>
          <a:prstGeom prst="rect">
            <a:avLst/>
          </a:prstGeom>
        </p:spPr>
      </p:pic>
      <p:pic>
        <p:nvPicPr>
          <p:cNvPr id="7" name="Picture 6">
            <a:extLst>
              <a:ext uri="{FF2B5EF4-FFF2-40B4-BE49-F238E27FC236}">
                <a16:creationId xmlns:a16="http://schemas.microsoft.com/office/drawing/2014/main" id="{427C597F-3E1D-F7FE-C64A-4CE204FD9731}"/>
              </a:ext>
            </a:extLst>
          </p:cNvPr>
          <p:cNvPicPr>
            <a:picLocks noChangeAspect="1"/>
          </p:cNvPicPr>
          <p:nvPr userDrawn="1"/>
        </p:nvPicPr>
        <p:blipFill>
          <a:blip r:embed="rId3" cstate="hqprint">
            <a:alphaModFix amt="50000"/>
            <a:extLst>
              <a:ext uri="{28A0092B-C50C-407E-A947-70E740481C1C}">
                <a14:useLocalDpi xmlns:a14="http://schemas.microsoft.com/office/drawing/2010/main" val="0"/>
              </a:ext>
            </a:extLst>
          </a:blip>
          <a:srcRect/>
          <a:stretch/>
        </p:blipFill>
        <p:spPr>
          <a:xfrm>
            <a:off x="9982200" y="485586"/>
            <a:ext cx="2023997" cy="627439"/>
          </a:xfrm>
          <a:prstGeom prst="rect">
            <a:avLst/>
          </a:prstGeom>
        </p:spPr>
      </p:pic>
      <p:cxnSp>
        <p:nvCxnSpPr>
          <p:cNvPr id="8" name="Straight Connector 7">
            <a:extLst>
              <a:ext uri="{FF2B5EF4-FFF2-40B4-BE49-F238E27FC236}">
                <a16:creationId xmlns:a16="http://schemas.microsoft.com/office/drawing/2014/main" id="{743D9BE7-455B-6B8A-D812-806831664E6D}"/>
              </a:ext>
            </a:extLst>
          </p:cNvPr>
          <p:cNvCxnSpPr>
            <a:cxnSpLocks/>
          </p:cNvCxnSpPr>
          <p:nvPr userDrawn="1"/>
        </p:nvCxnSpPr>
        <p:spPr>
          <a:xfrm flipH="1">
            <a:off x="1582194" y="1262685"/>
            <a:ext cx="7513680" cy="0"/>
          </a:xfrm>
          <a:prstGeom prst="line">
            <a:avLst/>
          </a:prstGeom>
        </p:spPr>
        <p:style>
          <a:lnRef idx="3">
            <a:schemeClr val="accent3"/>
          </a:lnRef>
          <a:fillRef idx="0">
            <a:schemeClr val="accent3"/>
          </a:fillRef>
          <a:effectRef idx="2">
            <a:schemeClr val="accent3"/>
          </a:effectRef>
          <a:fontRef idx="minor">
            <a:schemeClr val="tx1"/>
          </a:fontRef>
        </p:style>
      </p:cxnSp>
      <p:sp>
        <p:nvSpPr>
          <p:cNvPr id="9" name="Title 1">
            <a:extLst>
              <a:ext uri="{FF2B5EF4-FFF2-40B4-BE49-F238E27FC236}">
                <a16:creationId xmlns:a16="http://schemas.microsoft.com/office/drawing/2014/main" id="{0A076A08-4A72-105F-5348-DE95D052592E}"/>
              </a:ext>
            </a:extLst>
          </p:cNvPr>
          <p:cNvSpPr>
            <a:spLocks noGrp="1"/>
          </p:cNvSpPr>
          <p:nvPr>
            <p:ph type="title"/>
          </p:nvPr>
        </p:nvSpPr>
        <p:spPr>
          <a:xfrm>
            <a:off x="1679381" y="120739"/>
            <a:ext cx="8160426" cy="1325563"/>
          </a:xfrm>
        </p:spPr>
        <p:txBody>
          <a:bodyPr/>
          <a:lstStyle>
            <a:lvl1pPr>
              <a:defRPr b="1">
                <a:solidFill>
                  <a:srgbClr val="00B0F0"/>
                </a:solidFill>
                <a:latin typeface="Nexa-Book" panose="01000000000000000000" pitchFamily="2" charset="0"/>
              </a:defRPr>
            </a:lvl1pPr>
          </a:lstStyle>
          <a:p>
            <a:r>
              <a:rPr lang="en-GB"/>
              <a:t>Click to edit Master title style</a:t>
            </a:r>
            <a:endParaRPr lang="en-GB" dirty="0"/>
          </a:p>
        </p:txBody>
      </p:sp>
    </p:spTree>
    <p:extLst>
      <p:ext uri="{BB962C8B-B14F-4D97-AF65-F5344CB8AC3E}">
        <p14:creationId xmlns:p14="http://schemas.microsoft.com/office/powerpoint/2010/main" val="347625386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Only Logo">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4FC03C37-5C37-2063-819B-329CAD4A4F79}"/>
              </a:ext>
            </a:extLst>
          </p:cNvPr>
          <p:cNvSpPr>
            <a:spLocks noGrp="1"/>
          </p:cNvSpPr>
          <p:nvPr>
            <p:ph type="dt" sz="half" idx="10"/>
          </p:nvPr>
        </p:nvSpPr>
        <p:spPr/>
        <p:txBody>
          <a:bodyPr/>
          <a:lstStyle/>
          <a:p>
            <a:fld id="{28E8D346-A915-4882-A510-80C55F2B0290}" type="datetimeFigureOut">
              <a:rPr lang="en-GB" smtClean="0"/>
              <a:t>18/04/2025</a:t>
            </a:fld>
            <a:endParaRPr lang="en-GB"/>
          </a:p>
        </p:txBody>
      </p:sp>
      <p:sp>
        <p:nvSpPr>
          <p:cNvPr id="4" name="Footer Placeholder 3">
            <a:extLst>
              <a:ext uri="{FF2B5EF4-FFF2-40B4-BE49-F238E27FC236}">
                <a16:creationId xmlns:a16="http://schemas.microsoft.com/office/drawing/2014/main" id="{5F9BAAEE-96EB-9E9E-BDF2-6A6C0D037A4C}"/>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15CBE1CF-5E11-CF13-4A01-B0F9248EF43C}"/>
              </a:ext>
            </a:extLst>
          </p:cNvPr>
          <p:cNvSpPr>
            <a:spLocks noGrp="1"/>
          </p:cNvSpPr>
          <p:nvPr>
            <p:ph type="sldNum" sz="quarter" idx="12"/>
          </p:nvPr>
        </p:nvSpPr>
        <p:spPr/>
        <p:txBody>
          <a:bodyPr/>
          <a:lstStyle/>
          <a:p>
            <a:fld id="{E33F180C-7AC5-428A-9DBB-8DF57BA31570}" type="slidenum">
              <a:rPr lang="en-GB" smtClean="0"/>
              <a:t>‹#›</a:t>
            </a:fld>
            <a:endParaRPr lang="en-GB"/>
          </a:p>
        </p:txBody>
      </p:sp>
      <p:pic>
        <p:nvPicPr>
          <p:cNvPr id="6" name="Picture 5" descr="Logo&#10;&#10;Description automatically generated">
            <a:extLst>
              <a:ext uri="{FF2B5EF4-FFF2-40B4-BE49-F238E27FC236}">
                <a16:creationId xmlns:a16="http://schemas.microsoft.com/office/drawing/2014/main" id="{D109EB06-7C76-7254-6295-E04BAFF336AF}"/>
              </a:ext>
            </a:extLst>
          </p:cNvPr>
          <p:cNvPicPr>
            <a:picLocks noChangeAspect="1"/>
          </p:cNvPicPr>
          <p:nvPr userDrawn="1"/>
        </p:nvPicPr>
        <p:blipFill>
          <a:blip r:embed="rId2">
            <a:alphaModFix amt="50000"/>
            <a:extLst>
              <a:ext uri="{28A0092B-C50C-407E-A947-70E740481C1C}">
                <a14:useLocalDpi xmlns:a14="http://schemas.microsoft.com/office/drawing/2010/main" val="0"/>
              </a:ext>
            </a:extLst>
          </a:blip>
          <a:stretch>
            <a:fillRect/>
          </a:stretch>
        </p:blipFill>
        <p:spPr>
          <a:xfrm>
            <a:off x="211425" y="86085"/>
            <a:ext cx="1325563" cy="1325563"/>
          </a:xfrm>
          <a:prstGeom prst="rect">
            <a:avLst/>
          </a:prstGeom>
        </p:spPr>
      </p:pic>
      <p:pic>
        <p:nvPicPr>
          <p:cNvPr id="7" name="Picture 6">
            <a:extLst>
              <a:ext uri="{FF2B5EF4-FFF2-40B4-BE49-F238E27FC236}">
                <a16:creationId xmlns:a16="http://schemas.microsoft.com/office/drawing/2014/main" id="{427C597F-3E1D-F7FE-C64A-4CE204FD9731}"/>
              </a:ext>
            </a:extLst>
          </p:cNvPr>
          <p:cNvPicPr>
            <a:picLocks noChangeAspect="1"/>
          </p:cNvPicPr>
          <p:nvPr userDrawn="1"/>
        </p:nvPicPr>
        <p:blipFill>
          <a:blip r:embed="rId3" cstate="hqprint">
            <a:alphaModFix amt="50000"/>
            <a:extLst>
              <a:ext uri="{28A0092B-C50C-407E-A947-70E740481C1C}">
                <a14:useLocalDpi xmlns:a14="http://schemas.microsoft.com/office/drawing/2010/main" val="0"/>
              </a:ext>
            </a:extLst>
          </a:blip>
          <a:srcRect/>
          <a:stretch/>
        </p:blipFill>
        <p:spPr>
          <a:xfrm>
            <a:off x="9982200" y="485586"/>
            <a:ext cx="2023997" cy="627439"/>
          </a:xfrm>
          <a:prstGeom prst="rect">
            <a:avLst/>
          </a:prstGeom>
        </p:spPr>
      </p:pic>
      <p:cxnSp>
        <p:nvCxnSpPr>
          <p:cNvPr id="8" name="Straight Connector 7">
            <a:extLst>
              <a:ext uri="{FF2B5EF4-FFF2-40B4-BE49-F238E27FC236}">
                <a16:creationId xmlns:a16="http://schemas.microsoft.com/office/drawing/2014/main" id="{743D9BE7-455B-6B8A-D812-806831664E6D}"/>
              </a:ext>
            </a:extLst>
          </p:cNvPr>
          <p:cNvCxnSpPr>
            <a:cxnSpLocks/>
          </p:cNvCxnSpPr>
          <p:nvPr userDrawn="1"/>
        </p:nvCxnSpPr>
        <p:spPr>
          <a:xfrm flipH="1">
            <a:off x="1582194" y="1262685"/>
            <a:ext cx="7513680" cy="0"/>
          </a:xfrm>
          <a:prstGeom prst="line">
            <a:avLst/>
          </a:prstGeom>
        </p:spPr>
        <p:style>
          <a:lnRef idx="3">
            <a:schemeClr val="accent3"/>
          </a:lnRef>
          <a:fillRef idx="0">
            <a:schemeClr val="accent3"/>
          </a:fillRef>
          <a:effectRef idx="2">
            <a:schemeClr val="accent3"/>
          </a:effectRef>
          <a:fontRef idx="minor">
            <a:schemeClr val="tx1"/>
          </a:fontRef>
        </p:style>
      </p:cxnSp>
      <p:sp>
        <p:nvSpPr>
          <p:cNvPr id="9" name="Title 1">
            <a:extLst>
              <a:ext uri="{FF2B5EF4-FFF2-40B4-BE49-F238E27FC236}">
                <a16:creationId xmlns:a16="http://schemas.microsoft.com/office/drawing/2014/main" id="{0A076A08-4A72-105F-5348-DE95D052592E}"/>
              </a:ext>
            </a:extLst>
          </p:cNvPr>
          <p:cNvSpPr>
            <a:spLocks noGrp="1"/>
          </p:cNvSpPr>
          <p:nvPr>
            <p:ph type="title"/>
          </p:nvPr>
        </p:nvSpPr>
        <p:spPr>
          <a:xfrm>
            <a:off x="1679381" y="120739"/>
            <a:ext cx="8160426" cy="1325563"/>
          </a:xfrm>
        </p:spPr>
        <p:txBody>
          <a:bodyPr/>
          <a:lstStyle>
            <a:lvl1pPr>
              <a:defRPr b="1">
                <a:solidFill>
                  <a:srgbClr val="00B0F0"/>
                </a:solidFill>
                <a:latin typeface="Nexa-Book" panose="01000000000000000000" pitchFamily="2" charset="0"/>
              </a:defRPr>
            </a:lvl1pPr>
          </a:lstStyle>
          <a:p>
            <a:r>
              <a:rPr lang="en-GB"/>
              <a:t>Click to edit Master title style</a:t>
            </a:r>
            <a:endParaRPr lang="en-GB" dirty="0"/>
          </a:p>
        </p:txBody>
      </p:sp>
      <p:grpSp>
        <p:nvGrpSpPr>
          <p:cNvPr id="2" name="Group 1">
            <a:extLst>
              <a:ext uri="{FF2B5EF4-FFF2-40B4-BE49-F238E27FC236}">
                <a16:creationId xmlns:a16="http://schemas.microsoft.com/office/drawing/2014/main" id="{D292B77D-D732-E7D4-A6B1-0A966E6BF488}"/>
              </a:ext>
            </a:extLst>
          </p:cNvPr>
          <p:cNvGrpSpPr/>
          <p:nvPr userDrawn="1"/>
        </p:nvGrpSpPr>
        <p:grpSpPr>
          <a:xfrm>
            <a:off x="7209216" y="2758227"/>
            <a:ext cx="5623593" cy="5612225"/>
            <a:chOff x="7209216" y="2758227"/>
            <a:chExt cx="5623593" cy="5612225"/>
          </a:xfrm>
        </p:grpSpPr>
        <p:pic>
          <p:nvPicPr>
            <p:cNvPr id="11" name="Picture 10">
              <a:extLst>
                <a:ext uri="{FF2B5EF4-FFF2-40B4-BE49-F238E27FC236}">
                  <a16:creationId xmlns:a16="http://schemas.microsoft.com/office/drawing/2014/main" id="{802C5448-A851-B643-5EAD-72DA0FDD41B9}"/>
                </a:ext>
              </a:extLst>
            </p:cNvPr>
            <p:cNvPicPr>
              <a:picLocks noChangeAspect="1"/>
            </p:cNvPicPr>
            <p:nvPr userDrawn="1"/>
          </p:nvPicPr>
          <p:blipFill rotWithShape="1">
            <a:blip r:embed="rId4">
              <a:grayscl/>
              <a:alphaModFix amt="12000"/>
              <a:extLst>
                <a:ext uri="{28A0092B-C50C-407E-A947-70E740481C1C}">
                  <a14:useLocalDpi xmlns:a14="http://schemas.microsoft.com/office/drawing/2010/main" val="0"/>
                </a:ext>
              </a:extLst>
            </a:blip>
            <a:srcRect r="12379" b="28024"/>
            <a:stretch/>
          </p:blipFill>
          <p:spPr>
            <a:xfrm>
              <a:off x="7209216" y="2764866"/>
              <a:ext cx="4982784" cy="4093134"/>
            </a:xfrm>
            <a:prstGeom prst="rect">
              <a:avLst/>
            </a:prstGeom>
          </p:spPr>
        </p:pic>
        <p:sp>
          <p:nvSpPr>
            <p:cNvPr id="12" name="Arc 11">
              <a:extLst>
                <a:ext uri="{FF2B5EF4-FFF2-40B4-BE49-F238E27FC236}">
                  <a16:creationId xmlns:a16="http://schemas.microsoft.com/office/drawing/2014/main" id="{D11A7CE8-AD7B-8E77-CF09-1609492A8F9E}"/>
                </a:ext>
              </a:extLst>
            </p:cNvPr>
            <p:cNvSpPr/>
            <p:nvPr userDrawn="1"/>
          </p:nvSpPr>
          <p:spPr>
            <a:xfrm rot="16200000">
              <a:off x="7220584" y="2758227"/>
              <a:ext cx="5612225" cy="5612225"/>
            </a:xfrm>
            <a:prstGeom prst="arc">
              <a:avLst>
                <a:gd name="adj1" fmla="val 14553369"/>
                <a:gd name="adj2" fmla="val 3028724"/>
              </a:avLst>
            </a:prstGeom>
            <a:ln>
              <a:solidFill>
                <a:schemeClr val="accent3">
                  <a:alpha val="12000"/>
                </a:schemeClr>
              </a:solidFill>
            </a:ln>
          </p:spPr>
          <p:style>
            <a:lnRef idx="1">
              <a:schemeClr val="accent3"/>
            </a:lnRef>
            <a:fillRef idx="0">
              <a:schemeClr val="accent3"/>
            </a:fillRef>
            <a:effectRef idx="0">
              <a:schemeClr val="accent3"/>
            </a:effectRef>
            <a:fontRef idx="minor">
              <a:schemeClr val="tx1"/>
            </a:fontRef>
          </p:style>
          <p:txBody>
            <a:bodyPr rtlCol="0" anchor="ctr"/>
            <a:lstStyle/>
            <a:p>
              <a:pPr algn="ctr"/>
              <a:endParaRPr lang="en-GB"/>
            </a:p>
          </p:txBody>
        </p:sp>
      </p:grpSp>
    </p:spTree>
    <p:extLst>
      <p:ext uri="{BB962C8B-B14F-4D97-AF65-F5344CB8AC3E}">
        <p14:creationId xmlns:p14="http://schemas.microsoft.com/office/powerpoint/2010/main" val="74633957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Blank Simple">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5110B71-8D11-C201-F5B2-9A56EAFD404F}"/>
              </a:ext>
            </a:extLst>
          </p:cNvPr>
          <p:cNvSpPr>
            <a:spLocks noGrp="1"/>
          </p:cNvSpPr>
          <p:nvPr>
            <p:ph type="dt" sz="half" idx="10"/>
          </p:nvPr>
        </p:nvSpPr>
        <p:spPr/>
        <p:txBody>
          <a:bodyPr/>
          <a:lstStyle/>
          <a:p>
            <a:fld id="{28E8D346-A915-4882-A510-80C55F2B0290}" type="datetimeFigureOut">
              <a:rPr lang="en-GB" smtClean="0"/>
              <a:t>18/04/2025</a:t>
            </a:fld>
            <a:endParaRPr lang="en-GB"/>
          </a:p>
        </p:txBody>
      </p:sp>
      <p:sp>
        <p:nvSpPr>
          <p:cNvPr id="3" name="Footer Placeholder 2">
            <a:extLst>
              <a:ext uri="{FF2B5EF4-FFF2-40B4-BE49-F238E27FC236}">
                <a16:creationId xmlns:a16="http://schemas.microsoft.com/office/drawing/2014/main" id="{CA2478E4-6752-116B-5D97-8F367EAA735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39BD55ED-4483-8F05-E5C2-D2DE6EA425E6}"/>
              </a:ext>
            </a:extLst>
          </p:cNvPr>
          <p:cNvSpPr>
            <a:spLocks noGrp="1"/>
          </p:cNvSpPr>
          <p:nvPr>
            <p:ph type="sldNum" sz="quarter" idx="12"/>
          </p:nvPr>
        </p:nvSpPr>
        <p:spPr/>
        <p:txBody>
          <a:bodyPr/>
          <a:lstStyle/>
          <a:p>
            <a:fld id="{E33F180C-7AC5-428A-9DBB-8DF57BA31570}" type="slidenum">
              <a:rPr lang="en-GB" smtClean="0"/>
              <a:t>‹#›</a:t>
            </a:fld>
            <a:endParaRPr lang="en-GB"/>
          </a:p>
        </p:txBody>
      </p:sp>
      <p:pic>
        <p:nvPicPr>
          <p:cNvPr id="6" name="Picture 5" descr="Logo&#10;&#10;Description automatically generated">
            <a:extLst>
              <a:ext uri="{FF2B5EF4-FFF2-40B4-BE49-F238E27FC236}">
                <a16:creationId xmlns:a16="http://schemas.microsoft.com/office/drawing/2014/main" id="{9308791A-1617-5FAE-52DC-B4FCE0CD39A8}"/>
              </a:ext>
            </a:extLst>
          </p:cNvPr>
          <p:cNvPicPr>
            <a:picLocks noChangeAspect="1"/>
          </p:cNvPicPr>
          <p:nvPr userDrawn="1"/>
        </p:nvPicPr>
        <p:blipFill>
          <a:blip r:embed="rId2">
            <a:alphaModFix amt="50000"/>
            <a:extLst>
              <a:ext uri="{28A0092B-C50C-407E-A947-70E740481C1C}">
                <a14:useLocalDpi xmlns:a14="http://schemas.microsoft.com/office/drawing/2010/main" val="0"/>
              </a:ext>
            </a:extLst>
          </a:blip>
          <a:stretch>
            <a:fillRect/>
          </a:stretch>
        </p:blipFill>
        <p:spPr>
          <a:xfrm>
            <a:off x="187830" y="136525"/>
            <a:ext cx="1325563" cy="1325563"/>
          </a:xfrm>
          <a:prstGeom prst="rect">
            <a:avLst/>
          </a:prstGeom>
        </p:spPr>
      </p:pic>
      <p:pic>
        <p:nvPicPr>
          <p:cNvPr id="7" name="Picture 6">
            <a:extLst>
              <a:ext uri="{FF2B5EF4-FFF2-40B4-BE49-F238E27FC236}">
                <a16:creationId xmlns:a16="http://schemas.microsoft.com/office/drawing/2014/main" id="{3A293F7C-F4FA-76C8-EA05-1F84426B2B41}"/>
              </a:ext>
            </a:extLst>
          </p:cNvPr>
          <p:cNvPicPr>
            <a:picLocks noChangeAspect="1"/>
          </p:cNvPicPr>
          <p:nvPr userDrawn="1"/>
        </p:nvPicPr>
        <p:blipFill>
          <a:blip r:embed="rId3" cstate="hqprint">
            <a:alphaModFix amt="50000"/>
            <a:extLst>
              <a:ext uri="{28A0092B-C50C-407E-A947-70E740481C1C}">
                <a14:useLocalDpi xmlns:a14="http://schemas.microsoft.com/office/drawing/2010/main" val="0"/>
              </a:ext>
            </a:extLst>
          </a:blip>
          <a:srcRect/>
          <a:stretch/>
        </p:blipFill>
        <p:spPr>
          <a:xfrm>
            <a:off x="9982200" y="485586"/>
            <a:ext cx="2023997" cy="627439"/>
          </a:xfrm>
          <a:prstGeom prst="rect">
            <a:avLst/>
          </a:prstGeom>
        </p:spPr>
      </p:pic>
    </p:spTree>
    <p:extLst>
      <p:ext uri="{BB962C8B-B14F-4D97-AF65-F5344CB8AC3E}">
        <p14:creationId xmlns:p14="http://schemas.microsoft.com/office/powerpoint/2010/main" val="247316727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Blank Logo">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5110B71-8D11-C201-F5B2-9A56EAFD404F}"/>
              </a:ext>
            </a:extLst>
          </p:cNvPr>
          <p:cNvSpPr>
            <a:spLocks noGrp="1"/>
          </p:cNvSpPr>
          <p:nvPr>
            <p:ph type="dt" sz="half" idx="10"/>
          </p:nvPr>
        </p:nvSpPr>
        <p:spPr/>
        <p:txBody>
          <a:bodyPr/>
          <a:lstStyle/>
          <a:p>
            <a:fld id="{28E8D346-A915-4882-A510-80C55F2B0290}" type="datetimeFigureOut">
              <a:rPr lang="en-GB" smtClean="0"/>
              <a:t>18/04/2025</a:t>
            </a:fld>
            <a:endParaRPr lang="en-GB"/>
          </a:p>
        </p:txBody>
      </p:sp>
      <p:sp>
        <p:nvSpPr>
          <p:cNvPr id="3" name="Footer Placeholder 2">
            <a:extLst>
              <a:ext uri="{FF2B5EF4-FFF2-40B4-BE49-F238E27FC236}">
                <a16:creationId xmlns:a16="http://schemas.microsoft.com/office/drawing/2014/main" id="{CA2478E4-6752-116B-5D97-8F367EAA735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39BD55ED-4483-8F05-E5C2-D2DE6EA425E6}"/>
              </a:ext>
            </a:extLst>
          </p:cNvPr>
          <p:cNvSpPr>
            <a:spLocks noGrp="1"/>
          </p:cNvSpPr>
          <p:nvPr>
            <p:ph type="sldNum" sz="quarter" idx="12"/>
          </p:nvPr>
        </p:nvSpPr>
        <p:spPr/>
        <p:txBody>
          <a:bodyPr/>
          <a:lstStyle/>
          <a:p>
            <a:fld id="{E33F180C-7AC5-428A-9DBB-8DF57BA31570}" type="slidenum">
              <a:rPr lang="en-GB" smtClean="0"/>
              <a:t>‹#›</a:t>
            </a:fld>
            <a:endParaRPr lang="en-GB"/>
          </a:p>
        </p:txBody>
      </p:sp>
      <p:pic>
        <p:nvPicPr>
          <p:cNvPr id="6" name="Picture 5" descr="Logo&#10;&#10;Description automatically generated">
            <a:extLst>
              <a:ext uri="{FF2B5EF4-FFF2-40B4-BE49-F238E27FC236}">
                <a16:creationId xmlns:a16="http://schemas.microsoft.com/office/drawing/2014/main" id="{9308791A-1617-5FAE-52DC-B4FCE0CD39A8}"/>
              </a:ext>
            </a:extLst>
          </p:cNvPr>
          <p:cNvPicPr>
            <a:picLocks noChangeAspect="1"/>
          </p:cNvPicPr>
          <p:nvPr userDrawn="1"/>
        </p:nvPicPr>
        <p:blipFill>
          <a:blip r:embed="rId2">
            <a:alphaModFix amt="50000"/>
            <a:extLst>
              <a:ext uri="{28A0092B-C50C-407E-A947-70E740481C1C}">
                <a14:useLocalDpi xmlns:a14="http://schemas.microsoft.com/office/drawing/2010/main" val="0"/>
              </a:ext>
            </a:extLst>
          </a:blip>
          <a:stretch>
            <a:fillRect/>
          </a:stretch>
        </p:blipFill>
        <p:spPr>
          <a:xfrm>
            <a:off x="187830" y="136525"/>
            <a:ext cx="1325563" cy="1325563"/>
          </a:xfrm>
          <a:prstGeom prst="rect">
            <a:avLst/>
          </a:prstGeom>
        </p:spPr>
      </p:pic>
      <p:pic>
        <p:nvPicPr>
          <p:cNvPr id="7" name="Picture 6">
            <a:extLst>
              <a:ext uri="{FF2B5EF4-FFF2-40B4-BE49-F238E27FC236}">
                <a16:creationId xmlns:a16="http://schemas.microsoft.com/office/drawing/2014/main" id="{3A293F7C-F4FA-76C8-EA05-1F84426B2B41}"/>
              </a:ext>
            </a:extLst>
          </p:cNvPr>
          <p:cNvPicPr>
            <a:picLocks noChangeAspect="1"/>
          </p:cNvPicPr>
          <p:nvPr userDrawn="1"/>
        </p:nvPicPr>
        <p:blipFill>
          <a:blip r:embed="rId3" cstate="hqprint">
            <a:alphaModFix amt="50000"/>
            <a:extLst>
              <a:ext uri="{28A0092B-C50C-407E-A947-70E740481C1C}">
                <a14:useLocalDpi xmlns:a14="http://schemas.microsoft.com/office/drawing/2010/main" val="0"/>
              </a:ext>
            </a:extLst>
          </a:blip>
          <a:srcRect/>
          <a:stretch/>
        </p:blipFill>
        <p:spPr>
          <a:xfrm>
            <a:off x="9982200" y="485586"/>
            <a:ext cx="2023997" cy="627439"/>
          </a:xfrm>
          <a:prstGeom prst="rect">
            <a:avLst/>
          </a:prstGeom>
        </p:spPr>
      </p:pic>
      <p:grpSp>
        <p:nvGrpSpPr>
          <p:cNvPr id="8" name="Group 7">
            <a:extLst>
              <a:ext uri="{FF2B5EF4-FFF2-40B4-BE49-F238E27FC236}">
                <a16:creationId xmlns:a16="http://schemas.microsoft.com/office/drawing/2014/main" id="{A062EC69-293D-B068-6694-395BB9B235B7}"/>
              </a:ext>
            </a:extLst>
          </p:cNvPr>
          <p:cNvGrpSpPr/>
          <p:nvPr userDrawn="1"/>
        </p:nvGrpSpPr>
        <p:grpSpPr>
          <a:xfrm>
            <a:off x="7209216" y="2758227"/>
            <a:ext cx="5623593" cy="5612225"/>
            <a:chOff x="7209216" y="2758227"/>
            <a:chExt cx="5623593" cy="5612225"/>
          </a:xfrm>
        </p:grpSpPr>
        <p:pic>
          <p:nvPicPr>
            <p:cNvPr id="9" name="Picture 8">
              <a:extLst>
                <a:ext uri="{FF2B5EF4-FFF2-40B4-BE49-F238E27FC236}">
                  <a16:creationId xmlns:a16="http://schemas.microsoft.com/office/drawing/2014/main" id="{E19BD460-7D72-5C8C-9608-81656E56D4E5}"/>
                </a:ext>
              </a:extLst>
            </p:cNvPr>
            <p:cNvPicPr>
              <a:picLocks noChangeAspect="1"/>
            </p:cNvPicPr>
            <p:nvPr userDrawn="1"/>
          </p:nvPicPr>
          <p:blipFill rotWithShape="1">
            <a:blip r:embed="rId4">
              <a:grayscl/>
              <a:alphaModFix amt="12000"/>
              <a:extLst>
                <a:ext uri="{28A0092B-C50C-407E-A947-70E740481C1C}">
                  <a14:useLocalDpi xmlns:a14="http://schemas.microsoft.com/office/drawing/2010/main" val="0"/>
                </a:ext>
              </a:extLst>
            </a:blip>
            <a:srcRect r="12379" b="28024"/>
            <a:stretch/>
          </p:blipFill>
          <p:spPr>
            <a:xfrm>
              <a:off x="7209216" y="2764866"/>
              <a:ext cx="4982784" cy="4093134"/>
            </a:xfrm>
            <a:prstGeom prst="rect">
              <a:avLst/>
            </a:prstGeom>
          </p:spPr>
        </p:pic>
        <p:sp>
          <p:nvSpPr>
            <p:cNvPr id="10" name="Arc 9">
              <a:extLst>
                <a:ext uri="{FF2B5EF4-FFF2-40B4-BE49-F238E27FC236}">
                  <a16:creationId xmlns:a16="http://schemas.microsoft.com/office/drawing/2014/main" id="{9603E80E-EE02-763E-A618-4043A879275E}"/>
                </a:ext>
              </a:extLst>
            </p:cNvPr>
            <p:cNvSpPr/>
            <p:nvPr userDrawn="1"/>
          </p:nvSpPr>
          <p:spPr>
            <a:xfrm rot="16200000">
              <a:off x="7220584" y="2758227"/>
              <a:ext cx="5612225" cy="5612225"/>
            </a:xfrm>
            <a:prstGeom prst="arc">
              <a:avLst>
                <a:gd name="adj1" fmla="val 14553369"/>
                <a:gd name="adj2" fmla="val 3028724"/>
              </a:avLst>
            </a:prstGeom>
            <a:ln>
              <a:solidFill>
                <a:schemeClr val="accent3">
                  <a:alpha val="12000"/>
                </a:schemeClr>
              </a:solidFill>
            </a:ln>
          </p:spPr>
          <p:style>
            <a:lnRef idx="1">
              <a:schemeClr val="accent3"/>
            </a:lnRef>
            <a:fillRef idx="0">
              <a:schemeClr val="accent3"/>
            </a:fillRef>
            <a:effectRef idx="0">
              <a:schemeClr val="accent3"/>
            </a:effectRef>
            <a:fontRef idx="minor">
              <a:schemeClr val="tx1"/>
            </a:fontRef>
          </p:style>
          <p:txBody>
            <a:bodyPr rtlCol="0" anchor="ctr"/>
            <a:lstStyle/>
            <a:p>
              <a:pPr algn="ctr"/>
              <a:endParaRPr lang="en-GB"/>
            </a:p>
          </p:txBody>
        </p:sp>
      </p:grpSp>
    </p:spTree>
    <p:extLst>
      <p:ext uri="{BB962C8B-B14F-4D97-AF65-F5344CB8AC3E}">
        <p14:creationId xmlns:p14="http://schemas.microsoft.com/office/powerpoint/2010/main" val="38781126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5110B71-8D11-C201-F5B2-9A56EAFD404F}"/>
              </a:ext>
            </a:extLst>
          </p:cNvPr>
          <p:cNvSpPr>
            <a:spLocks noGrp="1"/>
          </p:cNvSpPr>
          <p:nvPr>
            <p:ph type="dt" sz="half" idx="10"/>
          </p:nvPr>
        </p:nvSpPr>
        <p:spPr/>
        <p:txBody>
          <a:bodyPr/>
          <a:lstStyle/>
          <a:p>
            <a:fld id="{28E8D346-A915-4882-A510-80C55F2B0290}" type="datetimeFigureOut">
              <a:rPr lang="en-GB" smtClean="0"/>
              <a:t>18/04/2025</a:t>
            </a:fld>
            <a:endParaRPr lang="en-GB"/>
          </a:p>
        </p:txBody>
      </p:sp>
      <p:sp>
        <p:nvSpPr>
          <p:cNvPr id="3" name="Footer Placeholder 2">
            <a:extLst>
              <a:ext uri="{FF2B5EF4-FFF2-40B4-BE49-F238E27FC236}">
                <a16:creationId xmlns:a16="http://schemas.microsoft.com/office/drawing/2014/main" id="{CA2478E4-6752-116B-5D97-8F367EAA735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39BD55ED-4483-8F05-E5C2-D2DE6EA425E6}"/>
              </a:ext>
            </a:extLst>
          </p:cNvPr>
          <p:cNvSpPr>
            <a:spLocks noGrp="1"/>
          </p:cNvSpPr>
          <p:nvPr>
            <p:ph type="sldNum" sz="quarter" idx="12"/>
          </p:nvPr>
        </p:nvSpPr>
        <p:spPr/>
        <p:txBody>
          <a:bodyPr/>
          <a:lstStyle/>
          <a:p>
            <a:fld id="{E33F180C-7AC5-428A-9DBB-8DF57BA31570}" type="slidenum">
              <a:rPr lang="en-GB" smtClean="0"/>
              <a:t>‹#›</a:t>
            </a:fld>
            <a:endParaRPr lang="en-GB"/>
          </a:p>
        </p:txBody>
      </p:sp>
    </p:spTree>
    <p:extLst>
      <p:ext uri="{BB962C8B-B14F-4D97-AF65-F5344CB8AC3E}">
        <p14:creationId xmlns:p14="http://schemas.microsoft.com/office/powerpoint/2010/main" val="225685160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objTx" preserve="1">
  <p:cSld name="Content with Caption Simple">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CBA3A601-AD69-BD90-F09E-80EF172EFE7D}"/>
              </a:ext>
            </a:extLst>
          </p:cNvPr>
          <p:cNvPicPr>
            <a:picLocks noChangeAspect="1"/>
          </p:cNvPicPr>
          <p:nvPr userDrawn="1"/>
        </p:nvPicPr>
        <p:blipFill>
          <a:blip r:embed="rId2" cstate="hqprint">
            <a:alphaModFix amt="50000"/>
            <a:extLst>
              <a:ext uri="{28A0092B-C50C-407E-A947-70E740481C1C}">
                <a14:useLocalDpi xmlns:a14="http://schemas.microsoft.com/office/drawing/2010/main" val="0"/>
              </a:ext>
            </a:extLst>
          </a:blip>
          <a:srcRect/>
          <a:stretch/>
        </p:blipFill>
        <p:spPr>
          <a:xfrm>
            <a:off x="9982200" y="485586"/>
            <a:ext cx="2023997" cy="627439"/>
          </a:xfrm>
          <a:prstGeom prst="rect">
            <a:avLst/>
          </a:prstGeom>
        </p:spPr>
      </p:pic>
      <p:pic>
        <p:nvPicPr>
          <p:cNvPr id="8" name="Picture 7" descr="Logo&#10;&#10;Description automatically generated">
            <a:extLst>
              <a:ext uri="{FF2B5EF4-FFF2-40B4-BE49-F238E27FC236}">
                <a16:creationId xmlns:a16="http://schemas.microsoft.com/office/drawing/2014/main" id="{57F8D229-0EB4-A05E-9EAE-A42E73F9F4BB}"/>
              </a:ext>
            </a:extLst>
          </p:cNvPr>
          <p:cNvPicPr>
            <a:picLocks noChangeAspect="1"/>
          </p:cNvPicPr>
          <p:nvPr userDrawn="1"/>
        </p:nvPicPr>
        <p:blipFill>
          <a:blip r:embed="rId3">
            <a:alphaModFix amt="50000"/>
            <a:extLst>
              <a:ext uri="{28A0092B-C50C-407E-A947-70E740481C1C}">
                <a14:useLocalDpi xmlns:a14="http://schemas.microsoft.com/office/drawing/2010/main" val="0"/>
              </a:ext>
            </a:extLst>
          </a:blip>
          <a:stretch>
            <a:fillRect/>
          </a:stretch>
        </p:blipFill>
        <p:spPr>
          <a:xfrm>
            <a:off x="211425" y="86085"/>
            <a:ext cx="1325563" cy="1325563"/>
          </a:xfrm>
          <a:prstGeom prst="rect">
            <a:avLst/>
          </a:prstGeom>
        </p:spPr>
      </p:pic>
      <p:sp>
        <p:nvSpPr>
          <p:cNvPr id="2" name="Title 1">
            <a:extLst>
              <a:ext uri="{FF2B5EF4-FFF2-40B4-BE49-F238E27FC236}">
                <a16:creationId xmlns:a16="http://schemas.microsoft.com/office/drawing/2014/main" id="{2A48D10C-C2AC-E9A3-0317-086591DBE393}"/>
              </a:ext>
            </a:extLst>
          </p:cNvPr>
          <p:cNvSpPr>
            <a:spLocks noGrp="1"/>
          </p:cNvSpPr>
          <p:nvPr>
            <p:ph type="title"/>
          </p:nvPr>
        </p:nvSpPr>
        <p:spPr>
          <a:xfrm>
            <a:off x="839788" y="1206501"/>
            <a:ext cx="3932237" cy="850898"/>
          </a:xfrm>
        </p:spPr>
        <p:txBody>
          <a:bodyPr anchor="b"/>
          <a:lstStyle>
            <a:lvl1pPr>
              <a:defRPr sz="3200">
                <a:solidFill>
                  <a:srgbClr val="00B0F0"/>
                </a:solidFill>
                <a:latin typeface="Nexa-Book" panose="01000000000000000000" pitchFamily="2" charset="0"/>
              </a:defRPr>
            </a:lvl1pPr>
          </a:lstStyle>
          <a:p>
            <a:r>
              <a:rPr lang="en-GB"/>
              <a:t>Click to edit Master title style</a:t>
            </a:r>
            <a:endParaRPr lang="en-GB" dirty="0"/>
          </a:p>
        </p:txBody>
      </p:sp>
      <p:sp>
        <p:nvSpPr>
          <p:cNvPr id="3" name="Content Placeholder 2">
            <a:extLst>
              <a:ext uri="{FF2B5EF4-FFF2-40B4-BE49-F238E27FC236}">
                <a16:creationId xmlns:a16="http://schemas.microsoft.com/office/drawing/2014/main" id="{EDA2C8D8-EF13-9297-5883-FDD5DAECB38C}"/>
              </a:ext>
            </a:extLst>
          </p:cNvPr>
          <p:cNvSpPr>
            <a:spLocks noGrp="1"/>
          </p:cNvSpPr>
          <p:nvPr>
            <p:ph idx="1"/>
          </p:nvPr>
        </p:nvSpPr>
        <p:spPr>
          <a:xfrm>
            <a:off x="5183188" y="1206501"/>
            <a:ext cx="6172200" cy="4654550"/>
          </a:xfrm>
        </p:spPr>
        <p:txBody>
          <a:bodyPr/>
          <a:lstStyle>
            <a:lvl1pPr>
              <a:defRPr sz="3200">
                <a:solidFill>
                  <a:schemeClr val="bg2">
                    <a:lumMod val="50000"/>
                  </a:schemeClr>
                </a:solidFill>
                <a:latin typeface="Nexa-Light" panose="01000000000000000000" pitchFamily="2" charset="0"/>
              </a:defRPr>
            </a:lvl1pPr>
            <a:lvl2pPr>
              <a:defRPr sz="2800">
                <a:solidFill>
                  <a:schemeClr val="bg2">
                    <a:lumMod val="50000"/>
                  </a:schemeClr>
                </a:solidFill>
                <a:latin typeface="Nexa-Light" panose="01000000000000000000" pitchFamily="2" charset="0"/>
              </a:defRPr>
            </a:lvl2pPr>
            <a:lvl3pPr>
              <a:defRPr sz="2400">
                <a:solidFill>
                  <a:schemeClr val="bg2">
                    <a:lumMod val="50000"/>
                  </a:schemeClr>
                </a:solidFill>
                <a:latin typeface="Nexa-Light" panose="01000000000000000000" pitchFamily="2" charset="0"/>
              </a:defRPr>
            </a:lvl3pPr>
            <a:lvl4pPr>
              <a:defRPr sz="2000">
                <a:solidFill>
                  <a:schemeClr val="bg2">
                    <a:lumMod val="50000"/>
                  </a:schemeClr>
                </a:solidFill>
                <a:latin typeface="Nexa-Light" panose="01000000000000000000" pitchFamily="2" charset="0"/>
              </a:defRPr>
            </a:lvl4pPr>
            <a:lvl5pPr>
              <a:defRPr sz="2000">
                <a:solidFill>
                  <a:schemeClr val="bg2">
                    <a:lumMod val="50000"/>
                  </a:schemeClr>
                </a:solidFill>
                <a:latin typeface="Nexa-Light" panose="01000000000000000000" pitchFamily="2" charset="0"/>
              </a:defRPr>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Text Placeholder 3">
            <a:extLst>
              <a:ext uri="{FF2B5EF4-FFF2-40B4-BE49-F238E27FC236}">
                <a16:creationId xmlns:a16="http://schemas.microsoft.com/office/drawing/2014/main" id="{C3E8177A-3450-A672-3524-7CA2D51D6054}"/>
              </a:ext>
            </a:extLst>
          </p:cNvPr>
          <p:cNvSpPr>
            <a:spLocks noGrp="1"/>
          </p:cNvSpPr>
          <p:nvPr>
            <p:ph type="body" sz="half" idx="2"/>
          </p:nvPr>
        </p:nvSpPr>
        <p:spPr>
          <a:xfrm>
            <a:off x="839788" y="2057400"/>
            <a:ext cx="3932237" cy="3811588"/>
          </a:xfrm>
        </p:spPr>
        <p:txBody>
          <a:bodyPr>
            <a:normAutofit/>
          </a:bodyPr>
          <a:lstStyle>
            <a:lvl1pPr marL="0" indent="0">
              <a:buNone/>
              <a:defRPr sz="2000">
                <a:solidFill>
                  <a:schemeClr val="bg2">
                    <a:lumMod val="50000"/>
                  </a:schemeClr>
                </a:solidFill>
                <a:latin typeface="Nexa-Book" panose="01000000000000000000" pitchFamily="2"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2CFF38A2-818B-B1B4-9E19-F1AAAAEB7604}"/>
              </a:ext>
            </a:extLst>
          </p:cNvPr>
          <p:cNvSpPr>
            <a:spLocks noGrp="1"/>
          </p:cNvSpPr>
          <p:nvPr>
            <p:ph type="dt" sz="half" idx="10"/>
          </p:nvPr>
        </p:nvSpPr>
        <p:spPr/>
        <p:txBody>
          <a:bodyPr/>
          <a:lstStyle/>
          <a:p>
            <a:fld id="{28E8D346-A915-4882-A510-80C55F2B0290}" type="datetimeFigureOut">
              <a:rPr lang="en-GB" smtClean="0"/>
              <a:t>18/04/2025</a:t>
            </a:fld>
            <a:endParaRPr lang="en-GB"/>
          </a:p>
        </p:txBody>
      </p:sp>
      <p:sp>
        <p:nvSpPr>
          <p:cNvPr id="6" name="Footer Placeholder 5">
            <a:extLst>
              <a:ext uri="{FF2B5EF4-FFF2-40B4-BE49-F238E27FC236}">
                <a16:creationId xmlns:a16="http://schemas.microsoft.com/office/drawing/2014/main" id="{6A3BB7C3-13B6-EFC7-D954-A082C1AB4A6A}"/>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8FF86874-56F0-02BD-3A56-CDDF72E26628}"/>
              </a:ext>
            </a:extLst>
          </p:cNvPr>
          <p:cNvSpPr>
            <a:spLocks noGrp="1"/>
          </p:cNvSpPr>
          <p:nvPr>
            <p:ph type="sldNum" sz="quarter" idx="12"/>
          </p:nvPr>
        </p:nvSpPr>
        <p:spPr/>
        <p:txBody>
          <a:bodyPr/>
          <a:lstStyle/>
          <a:p>
            <a:fld id="{E33F180C-7AC5-428A-9DBB-8DF57BA31570}" type="slidenum">
              <a:rPr lang="en-GB" smtClean="0"/>
              <a:t>‹#›</a:t>
            </a:fld>
            <a:endParaRPr lang="en-GB"/>
          </a:p>
        </p:txBody>
      </p:sp>
      <p:cxnSp>
        <p:nvCxnSpPr>
          <p:cNvPr id="10" name="Straight Connector 9">
            <a:extLst>
              <a:ext uri="{FF2B5EF4-FFF2-40B4-BE49-F238E27FC236}">
                <a16:creationId xmlns:a16="http://schemas.microsoft.com/office/drawing/2014/main" id="{D481DAA9-7159-FCB3-921B-0B55F1EBACE0}"/>
              </a:ext>
            </a:extLst>
          </p:cNvPr>
          <p:cNvCxnSpPr>
            <a:cxnSpLocks/>
          </p:cNvCxnSpPr>
          <p:nvPr userDrawn="1"/>
        </p:nvCxnSpPr>
        <p:spPr>
          <a:xfrm flipH="1">
            <a:off x="838200" y="2057400"/>
            <a:ext cx="3933825" cy="0"/>
          </a:xfrm>
          <a:prstGeom prst="line">
            <a:avLst/>
          </a:prstGeom>
        </p:spPr>
        <p:style>
          <a:lnRef idx="3">
            <a:schemeClr val="accent3"/>
          </a:lnRef>
          <a:fillRef idx="0">
            <a:schemeClr val="accent3"/>
          </a:fillRef>
          <a:effectRef idx="2">
            <a:schemeClr val="accent3"/>
          </a:effectRef>
          <a:fontRef idx="minor">
            <a:schemeClr val="tx1"/>
          </a:fontRef>
        </p:style>
      </p:cxnSp>
    </p:spTree>
    <p:extLst>
      <p:ext uri="{BB962C8B-B14F-4D97-AF65-F5344CB8AC3E}">
        <p14:creationId xmlns:p14="http://schemas.microsoft.com/office/powerpoint/2010/main" val="39485761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Tx" preserve="1">
  <p:cSld name="Content with Caption Logo">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CBA3A601-AD69-BD90-F09E-80EF172EFE7D}"/>
              </a:ext>
            </a:extLst>
          </p:cNvPr>
          <p:cNvPicPr>
            <a:picLocks noChangeAspect="1"/>
          </p:cNvPicPr>
          <p:nvPr userDrawn="1"/>
        </p:nvPicPr>
        <p:blipFill>
          <a:blip r:embed="rId2" cstate="hqprint">
            <a:alphaModFix amt="50000"/>
            <a:extLst>
              <a:ext uri="{28A0092B-C50C-407E-A947-70E740481C1C}">
                <a14:useLocalDpi xmlns:a14="http://schemas.microsoft.com/office/drawing/2010/main" val="0"/>
              </a:ext>
            </a:extLst>
          </a:blip>
          <a:srcRect/>
          <a:stretch/>
        </p:blipFill>
        <p:spPr>
          <a:xfrm>
            <a:off x="9982200" y="485586"/>
            <a:ext cx="2023997" cy="627439"/>
          </a:xfrm>
          <a:prstGeom prst="rect">
            <a:avLst/>
          </a:prstGeom>
        </p:spPr>
      </p:pic>
      <p:pic>
        <p:nvPicPr>
          <p:cNvPr id="8" name="Picture 7" descr="Logo&#10;&#10;Description automatically generated">
            <a:extLst>
              <a:ext uri="{FF2B5EF4-FFF2-40B4-BE49-F238E27FC236}">
                <a16:creationId xmlns:a16="http://schemas.microsoft.com/office/drawing/2014/main" id="{57F8D229-0EB4-A05E-9EAE-A42E73F9F4BB}"/>
              </a:ext>
            </a:extLst>
          </p:cNvPr>
          <p:cNvPicPr>
            <a:picLocks noChangeAspect="1"/>
          </p:cNvPicPr>
          <p:nvPr userDrawn="1"/>
        </p:nvPicPr>
        <p:blipFill>
          <a:blip r:embed="rId3">
            <a:alphaModFix amt="50000"/>
            <a:extLst>
              <a:ext uri="{28A0092B-C50C-407E-A947-70E740481C1C}">
                <a14:useLocalDpi xmlns:a14="http://schemas.microsoft.com/office/drawing/2010/main" val="0"/>
              </a:ext>
            </a:extLst>
          </a:blip>
          <a:stretch>
            <a:fillRect/>
          </a:stretch>
        </p:blipFill>
        <p:spPr>
          <a:xfrm>
            <a:off x="211425" y="86085"/>
            <a:ext cx="1325563" cy="1325563"/>
          </a:xfrm>
          <a:prstGeom prst="rect">
            <a:avLst/>
          </a:prstGeom>
        </p:spPr>
      </p:pic>
      <p:sp>
        <p:nvSpPr>
          <p:cNvPr id="2" name="Title 1">
            <a:extLst>
              <a:ext uri="{FF2B5EF4-FFF2-40B4-BE49-F238E27FC236}">
                <a16:creationId xmlns:a16="http://schemas.microsoft.com/office/drawing/2014/main" id="{2A48D10C-C2AC-E9A3-0317-086591DBE393}"/>
              </a:ext>
            </a:extLst>
          </p:cNvPr>
          <p:cNvSpPr>
            <a:spLocks noGrp="1"/>
          </p:cNvSpPr>
          <p:nvPr>
            <p:ph type="title"/>
          </p:nvPr>
        </p:nvSpPr>
        <p:spPr>
          <a:xfrm>
            <a:off x="839788" y="1206501"/>
            <a:ext cx="3932237" cy="850898"/>
          </a:xfrm>
        </p:spPr>
        <p:txBody>
          <a:bodyPr anchor="b"/>
          <a:lstStyle>
            <a:lvl1pPr>
              <a:defRPr sz="3200">
                <a:solidFill>
                  <a:srgbClr val="00B0F0"/>
                </a:solidFill>
                <a:latin typeface="Nexa-Book" panose="01000000000000000000" pitchFamily="2" charset="0"/>
              </a:defRPr>
            </a:lvl1pPr>
          </a:lstStyle>
          <a:p>
            <a:r>
              <a:rPr lang="en-GB"/>
              <a:t>Click to edit Master title style</a:t>
            </a:r>
            <a:endParaRPr lang="en-GB" dirty="0"/>
          </a:p>
        </p:txBody>
      </p:sp>
      <p:sp>
        <p:nvSpPr>
          <p:cNvPr id="3" name="Content Placeholder 2">
            <a:extLst>
              <a:ext uri="{FF2B5EF4-FFF2-40B4-BE49-F238E27FC236}">
                <a16:creationId xmlns:a16="http://schemas.microsoft.com/office/drawing/2014/main" id="{EDA2C8D8-EF13-9297-5883-FDD5DAECB38C}"/>
              </a:ext>
            </a:extLst>
          </p:cNvPr>
          <p:cNvSpPr>
            <a:spLocks noGrp="1"/>
          </p:cNvSpPr>
          <p:nvPr>
            <p:ph idx="1"/>
          </p:nvPr>
        </p:nvSpPr>
        <p:spPr>
          <a:xfrm>
            <a:off x="5183188" y="1206501"/>
            <a:ext cx="6172200" cy="4654550"/>
          </a:xfrm>
        </p:spPr>
        <p:txBody>
          <a:bodyPr/>
          <a:lstStyle>
            <a:lvl1pPr>
              <a:defRPr sz="3200">
                <a:solidFill>
                  <a:schemeClr val="bg2">
                    <a:lumMod val="50000"/>
                  </a:schemeClr>
                </a:solidFill>
                <a:latin typeface="Nexa-Light" panose="01000000000000000000" pitchFamily="2" charset="0"/>
              </a:defRPr>
            </a:lvl1pPr>
            <a:lvl2pPr>
              <a:defRPr sz="2800">
                <a:solidFill>
                  <a:schemeClr val="bg2">
                    <a:lumMod val="50000"/>
                  </a:schemeClr>
                </a:solidFill>
                <a:latin typeface="Nexa-Light" panose="01000000000000000000" pitchFamily="2" charset="0"/>
              </a:defRPr>
            </a:lvl2pPr>
            <a:lvl3pPr>
              <a:defRPr sz="2400">
                <a:solidFill>
                  <a:schemeClr val="bg2">
                    <a:lumMod val="50000"/>
                  </a:schemeClr>
                </a:solidFill>
                <a:latin typeface="Nexa-Light" panose="01000000000000000000" pitchFamily="2" charset="0"/>
              </a:defRPr>
            </a:lvl3pPr>
            <a:lvl4pPr>
              <a:defRPr sz="2000">
                <a:solidFill>
                  <a:schemeClr val="bg2">
                    <a:lumMod val="50000"/>
                  </a:schemeClr>
                </a:solidFill>
                <a:latin typeface="Nexa-Light" panose="01000000000000000000" pitchFamily="2" charset="0"/>
              </a:defRPr>
            </a:lvl4pPr>
            <a:lvl5pPr>
              <a:defRPr sz="2000">
                <a:solidFill>
                  <a:schemeClr val="bg2">
                    <a:lumMod val="50000"/>
                  </a:schemeClr>
                </a:solidFill>
                <a:latin typeface="Nexa-Light" panose="01000000000000000000" pitchFamily="2" charset="0"/>
              </a:defRPr>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Text Placeholder 3">
            <a:extLst>
              <a:ext uri="{FF2B5EF4-FFF2-40B4-BE49-F238E27FC236}">
                <a16:creationId xmlns:a16="http://schemas.microsoft.com/office/drawing/2014/main" id="{C3E8177A-3450-A672-3524-7CA2D51D6054}"/>
              </a:ext>
            </a:extLst>
          </p:cNvPr>
          <p:cNvSpPr>
            <a:spLocks noGrp="1"/>
          </p:cNvSpPr>
          <p:nvPr>
            <p:ph type="body" sz="half" idx="2"/>
          </p:nvPr>
        </p:nvSpPr>
        <p:spPr>
          <a:xfrm>
            <a:off x="839788" y="2057400"/>
            <a:ext cx="3932237" cy="3811588"/>
          </a:xfrm>
        </p:spPr>
        <p:txBody>
          <a:bodyPr>
            <a:normAutofit/>
          </a:bodyPr>
          <a:lstStyle>
            <a:lvl1pPr marL="0" indent="0">
              <a:buNone/>
              <a:defRPr sz="2000">
                <a:solidFill>
                  <a:schemeClr val="bg2">
                    <a:lumMod val="50000"/>
                  </a:schemeClr>
                </a:solidFill>
                <a:latin typeface="Nexa-Book" panose="01000000000000000000" pitchFamily="2"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2CFF38A2-818B-B1B4-9E19-F1AAAAEB7604}"/>
              </a:ext>
            </a:extLst>
          </p:cNvPr>
          <p:cNvSpPr>
            <a:spLocks noGrp="1"/>
          </p:cNvSpPr>
          <p:nvPr>
            <p:ph type="dt" sz="half" idx="10"/>
          </p:nvPr>
        </p:nvSpPr>
        <p:spPr/>
        <p:txBody>
          <a:bodyPr/>
          <a:lstStyle/>
          <a:p>
            <a:fld id="{28E8D346-A915-4882-A510-80C55F2B0290}" type="datetimeFigureOut">
              <a:rPr lang="en-GB" smtClean="0"/>
              <a:t>18/04/2025</a:t>
            </a:fld>
            <a:endParaRPr lang="en-GB"/>
          </a:p>
        </p:txBody>
      </p:sp>
      <p:sp>
        <p:nvSpPr>
          <p:cNvPr id="6" name="Footer Placeholder 5">
            <a:extLst>
              <a:ext uri="{FF2B5EF4-FFF2-40B4-BE49-F238E27FC236}">
                <a16:creationId xmlns:a16="http://schemas.microsoft.com/office/drawing/2014/main" id="{6A3BB7C3-13B6-EFC7-D954-A082C1AB4A6A}"/>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8FF86874-56F0-02BD-3A56-CDDF72E26628}"/>
              </a:ext>
            </a:extLst>
          </p:cNvPr>
          <p:cNvSpPr>
            <a:spLocks noGrp="1"/>
          </p:cNvSpPr>
          <p:nvPr>
            <p:ph type="sldNum" sz="quarter" idx="12"/>
          </p:nvPr>
        </p:nvSpPr>
        <p:spPr/>
        <p:txBody>
          <a:bodyPr/>
          <a:lstStyle/>
          <a:p>
            <a:fld id="{E33F180C-7AC5-428A-9DBB-8DF57BA31570}" type="slidenum">
              <a:rPr lang="en-GB" smtClean="0"/>
              <a:t>‹#›</a:t>
            </a:fld>
            <a:endParaRPr lang="en-GB"/>
          </a:p>
        </p:txBody>
      </p:sp>
      <p:cxnSp>
        <p:nvCxnSpPr>
          <p:cNvPr id="10" name="Straight Connector 9">
            <a:extLst>
              <a:ext uri="{FF2B5EF4-FFF2-40B4-BE49-F238E27FC236}">
                <a16:creationId xmlns:a16="http://schemas.microsoft.com/office/drawing/2014/main" id="{D481DAA9-7159-FCB3-921B-0B55F1EBACE0}"/>
              </a:ext>
            </a:extLst>
          </p:cNvPr>
          <p:cNvCxnSpPr>
            <a:cxnSpLocks/>
          </p:cNvCxnSpPr>
          <p:nvPr userDrawn="1"/>
        </p:nvCxnSpPr>
        <p:spPr>
          <a:xfrm flipH="1">
            <a:off x="838200" y="2057400"/>
            <a:ext cx="3933825" cy="0"/>
          </a:xfrm>
          <a:prstGeom prst="line">
            <a:avLst/>
          </a:prstGeom>
        </p:spPr>
        <p:style>
          <a:lnRef idx="3">
            <a:schemeClr val="accent3"/>
          </a:lnRef>
          <a:fillRef idx="0">
            <a:schemeClr val="accent3"/>
          </a:fillRef>
          <a:effectRef idx="2">
            <a:schemeClr val="accent3"/>
          </a:effectRef>
          <a:fontRef idx="minor">
            <a:schemeClr val="tx1"/>
          </a:fontRef>
        </p:style>
      </p:cxnSp>
      <p:grpSp>
        <p:nvGrpSpPr>
          <p:cNvPr id="11" name="Group 10">
            <a:extLst>
              <a:ext uri="{FF2B5EF4-FFF2-40B4-BE49-F238E27FC236}">
                <a16:creationId xmlns:a16="http://schemas.microsoft.com/office/drawing/2014/main" id="{30C984A1-6593-853A-9B97-65F3D4B10071}"/>
              </a:ext>
            </a:extLst>
          </p:cNvPr>
          <p:cNvGrpSpPr/>
          <p:nvPr userDrawn="1"/>
        </p:nvGrpSpPr>
        <p:grpSpPr>
          <a:xfrm>
            <a:off x="7209216" y="2758227"/>
            <a:ext cx="5623593" cy="5612225"/>
            <a:chOff x="7209216" y="2758227"/>
            <a:chExt cx="5623593" cy="5612225"/>
          </a:xfrm>
        </p:grpSpPr>
        <p:pic>
          <p:nvPicPr>
            <p:cNvPr id="12" name="Picture 11">
              <a:extLst>
                <a:ext uri="{FF2B5EF4-FFF2-40B4-BE49-F238E27FC236}">
                  <a16:creationId xmlns:a16="http://schemas.microsoft.com/office/drawing/2014/main" id="{D8B8DA1D-5808-60BA-D1A1-B8EECC1B70A4}"/>
                </a:ext>
              </a:extLst>
            </p:cNvPr>
            <p:cNvPicPr>
              <a:picLocks noChangeAspect="1"/>
            </p:cNvPicPr>
            <p:nvPr userDrawn="1"/>
          </p:nvPicPr>
          <p:blipFill rotWithShape="1">
            <a:blip r:embed="rId4">
              <a:grayscl/>
              <a:alphaModFix amt="12000"/>
              <a:extLst>
                <a:ext uri="{28A0092B-C50C-407E-A947-70E740481C1C}">
                  <a14:useLocalDpi xmlns:a14="http://schemas.microsoft.com/office/drawing/2010/main" val="0"/>
                </a:ext>
              </a:extLst>
            </a:blip>
            <a:srcRect r="12379" b="28024"/>
            <a:stretch/>
          </p:blipFill>
          <p:spPr>
            <a:xfrm>
              <a:off x="7209216" y="2764866"/>
              <a:ext cx="4982784" cy="4093134"/>
            </a:xfrm>
            <a:prstGeom prst="rect">
              <a:avLst/>
            </a:prstGeom>
          </p:spPr>
        </p:pic>
        <p:sp>
          <p:nvSpPr>
            <p:cNvPr id="13" name="Arc 12">
              <a:extLst>
                <a:ext uri="{FF2B5EF4-FFF2-40B4-BE49-F238E27FC236}">
                  <a16:creationId xmlns:a16="http://schemas.microsoft.com/office/drawing/2014/main" id="{2B67F314-AC9F-2A3B-3561-2F1141B54268}"/>
                </a:ext>
              </a:extLst>
            </p:cNvPr>
            <p:cNvSpPr/>
            <p:nvPr userDrawn="1"/>
          </p:nvSpPr>
          <p:spPr>
            <a:xfrm rot="16200000">
              <a:off x="7220584" y="2758227"/>
              <a:ext cx="5612225" cy="5612225"/>
            </a:xfrm>
            <a:prstGeom prst="arc">
              <a:avLst>
                <a:gd name="adj1" fmla="val 14553369"/>
                <a:gd name="adj2" fmla="val 3028724"/>
              </a:avLst>
            </a:prstGeom>
            <a:ln>
              <a:solidFill>
                <a:schemeClr val="accent3">
                  <a:alpha val="12000"/>
                </a:schemeClr>
              </a:solidFill>
            </a:ln>
          </p:spPr>
          <p:style>
            <a:lnRef idx="1">
              <a:schemeClr val="accent3"/>
            </a:lnRef>
            <a:fillRef idx="0">
              <a:schemeClr val="accent3"/>
            </a:fillRef>
            <a:effectRef idx="0">
              <a:schemeClr val="accent3"/>
            </a:effectRef>
            <a:fontRef idx="minor">
              <a:schemeClr val="tx1"/>
            </a:fontRef>
          </p:style>
          <p:txBody>
            <a:bodyPr rtlCol="0" anchor="ctr"/>
            <a:lstStyle/>
            <a:p>
              <a:pPr algn="ctr"/>
              <a:endParaRPr lang="en-GB"/>
            </a:p>
          </p:txBody>
        </p:sp>
      </p:grpSp>
    </p:spTree>
    <p:extLst>
      <p:ext uri="{BB962C8B-B14F-4D97-AF65-F5344CB8AC3E}">
        <p14:creationId xmlns:p14="http://schemas.microsoft.com/office/powerpoint/2010/main" val="146283753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picTx" preserve="1">
  <p:cSld name="Picture with Caption Simp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CCDF6C-F99F-1AFA-98D0-D46A9AD35D48}"/>
              </a:ext>
            </a:extLst>
          </p:cNvPr>
          <p:cNvSpPr>
            <a:spLocks noGrp="1"/>
          </p:cNvSpPr>
          <p:nvPr>
            <p:ph type="title"/>
          </p:nvPr>
        </p:nvSpPr>
        <p:spPr>
          <a:xfrm>
            <a:off x="839788" y="1207476"/>
            <a:ext cx="3932237" cy="849923"/>
          </a:xfrm>
        </p:spPr>
        <p:txBody>
          <a:bodyPr anchor="b"/>
          <a:lstStyle>
            <a:lvl1pPr>
              <a:defRPr sz="3200">
                <a:solidFill>
                  <a:srgbClr val="00B0F0"/>
                </a:solidFill>
                <a:latin typeface="Nexa-Book" panose="01000000000000000000" pitchFamily="2" charset="0"/>
              </a:defRPr>
            </a:lvl1pPr>
          </a:lstStyle>
          <a:p>
            <a:r>
              <a:rPr lang="en-GB"/>
              <a:t>Click to edit Master title style</a:t>
            </a:r>
            <a:endParaRPr lang="en-GB" dirty="0"/>
          </a:p>
        </p:txBody>
      </p:sp>
      <p:sp>
        <p:nvSpPr>
          <p:cNvPr id="3" name="Picture Placeholder 2">
            <a:extLst>
              <a:ext uri="{FF2B5EF4-FFF2-40B4-BE49-F238E27FC236}">
                <a16:creationId xmlns:a16="http://schemas.microsoft.com/office/drawing/2014/main" id="{2EB44C9D-2112-79B0-4816-9E78BD29BD07}"/>
              </a:ext>
            </a:extLst>
          </p:cNvPr>
          <p:cNvSpPr>
            <a:spLocks noGrp="1"/>
          </p:cNvSpPr>
          <p:nvPr>
            <p:ph type="pic" idx="1"/>
          </p:nvPr>
        </p:nvSpPr>
        <p:spPr>
          <a:xfrm>
            <a:off x="5183188" y="1207476"/>
            <a:ext cx="6172200" cy="465357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p>
        </p:txBody>
      </p:sp>
      <p:sp>
        <p:nvSpPr>
          <p:cNvPr id="4" name="Text Placeholder 3">
            <a:extLst>
              <a:ext uri="{FF2B5EF4-FFF2-40B4-BE49-F238E27FC236}">
                <a16:creationId xmlns:a16="http://schemas.microsoft.com/office/drawing/2014/main" id="{ED78CF4E-C176-9D12-7120-4D0A9F2DAE39}"/>
              </a:ext>
            </a:extLst>
          </p:cNvPr>
          <p:cNvSpPr>
            <a:spLocks noGrp="1"/>
          </p:cNvSpPr>
          <p:nvPr>
            <p:ph type="body" sz="half" idx="2"/>
          </p:nvPr>
        </p:nvSpPr>
        <p:spPr>
          <a:xfrm>
            <a:off x="839788" y="2057400"/>
            <a:ext cx="3932237" cy="3811588"/>
          </a:xfrm>
        </p:spPr>
        <p:txBody>
          <a:bodyPr>
            <a:normAutofit/>
          </a:bodyPr>
          <a:lstStyle>
            <a:lvl1pPr marL="0" indent="0">
              <a:buNone/>
              <a:defRPr sz="2000">
                <a:solidFill>
                  <a:schemeClr val="bg2">
                    <a:lumMod val="50000"/>
                  </a:schemeClr>
                </a:solidFill>
                <a:latin typeface="Nexa-Book" panose="01000000000000000000" pitchFamily="2"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4EFCB104-0143-327D-34B1-7151C91F2E32}"/>
              </a:ext>
            </a:extLst>
          </p:cNvPr>
          <p:cNvSpPr>
            <a:spLocks noGrp="1"/>
          </p:cNvSpPr>
          <p:nvPr>
            <p:ph type="dt" sz="half" idx="10"/>
          </p:nvPr>
        </p:nvSpPr>
        <p:spPr/>
        <p:txBody>
          <a:bodyPr/>
          <a:lstStyle/>
          <a:p>
            <a:fld id="{28E8D346-A915-4882-A510-80C55F2B0290}" type="datetimeFigureOut">
              <a:rPr lang="en-GB" smtClean="0"/>
              <a:t>18/04/2025</a:t>
            </a:fld>
            <a:endParaRPr lang="en-GB"/>
          </a:p>
        </p:txBody>
      </p:sp>
      <p:sp>
        <p:nvSpPr>
          <p:cNvPr id="6" name="Footer Placeholder 5">
            <a:extLst>
              <a:ext uri="{FF2B5EF4-FFF2-40B4-BE49-F238E27FC236}">
                <a16:creationId xmlns:a16="http://schemas.microsoft.com/office/drawing/2014/main" id="{7DCEEECE-E60B-0CC8-E29F-58D51A5130F1}"/>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ED191EF0-CF7E-5D1F-2062-9EBDCCA48E0B}"/>
              </a:ext>
            </a:extLst>
          </p:cNvPr>
          <p:cNvSpPr>
            <a:spLocks noGrp="1"/>
          </p:cNvSpPr>
          <p:nvPr>
            <p:ph type="sldNum" sz="quarter" idx="12"/>
          </p:nvPr>
        </p:nvSpPr>
        <p:spPr/>
        <p:txBody>
          <a:bodyPr/>
          <a:lstStyle/>
          <a:p>
            <a:fld id="{E33F180C-7AC5-428A-9DBB-8DF57BA31570}" type="slidenum">
              <a:rPr lang="en-GB" smtClean="0"/>
              <a:t>‹#›</a:t>
            </a:fld>
            <a:endParaRPr lang="en-GB"/>
          </a:p>
        </p:txBody>
      </p:sp>
      <p:pic>
        <p:nvPicPr>
          <p:cNvPr id="8" name="Picture 7">
            <a:extLst>
              <a:ext uri="{FF2B5EF4-FFF2-40B4-BE49-F238E27FC236}">
                <a16:creationId xmlns:a16="http://schemas.microsoft.com/office/drawing/2014/main" id="{EAEA6701-4F96-CE0C-492C-6DFAA4D17FAE}"/>
              </a:ext>
            </a:extLst>
          </p:cNvPr>
          <p:cNvPicPr>
            <a:picLocks noChangeAspect="1"/>
          </p:cNvPicPr>
          <p:nvPr userDrawn="1"/>
        </p:nvPicPr>
        <p:blipFill>
          <a:blip r:embed="rId2" cstate="hqprint">
            <a:alphaModFix amt="50000"/>
            <a:extLst>
              <a:ext uri="{28A0092B-C50C-407E-A947-70E740481C1C}">
                <a14:useLocalDpi xmlns:a14="http://schemas.microsoft.com/office/drawing/2010/main" val="0"/>
              </a:ext>
            </a:extLst>
          </a:blip>
          <a:srcRect/>
          <a:stretch/>
        </p:blipFill>
        <p:spPr>
          <a:xfrm>
            <a:off x="9982200" y="485586"/>
            <a:ext cx="2023997" cy="627439"/>
          </a:xfrm>
          <a:prstGeom prst="rect">
            <a:avLst/>
          </a:prstGeom>
        </p:spPr>
      </p:pic>
      <p:pic>
        <p:nvPicPr>
          <p:cNvPr id="9" name="Picture 8" descr="Logo&#10;&#10;Description automatically generated">
            <a:extLst>
              <a:ext uri="{FF2B5EF4-FFF2-40B4-BE49-F238E27FC236}">
                <a16:creationId xmlns:a16="http://schemas.microsoft.com/office/drawing/2014/main" id="{04F42B12-34D2-EC73-93B8-A643C1AB7159}"/>
              </a:ext>
            </a:extLst>
          </p:cNvPr>
          <p:cNvPicPr>
            <a:picLocks noChangeAspect="1"/>
          </p:cNvPicPr>
          <p:nvPr userDrawn="1"/>
        </p:nvPicPr>
        <p:blipFill>
          <a:blip r:embed="rId3">
            <a:alphaModFix amt="50000"/>
            <a:extLst>
              <a:ext uri="{28A0092B-C50C-407E-A947-70E740481C1C}">
                <a14:useLocalDpi xmlns:a14="http://schemas.microsoft.com/office/drawing/2010/main" val="0"/>
              </a:ext>
            </a:extLst>
          </a:blip>
          <a:stretch>
            <a:fillRect/>
          </a:stretch>
        </p:blipFill>
        <p:spPr>
          <a:xfrm>
            <a:off x="211425" y="86085"/>
            <a:ext cx="1325563" cy="1325563"/>
          </a:xfrm>
          <a:prstGeom prst="rect">
            <a:avLst/>
          </a:prstGeom>
        </p:spPr>
      </p:pic>
      <p:cxnSp>
        <p:nvCxnSpPr>
          <p:cNvPr id="10" name="Straight Connector 9">
            <a:extLst>
              <a:ext uri="{FF2B5EF4-FFF2-40B4-BE49-F238E27FC236}">
                <a16:creationId xmlns:a16="http://schemas.microsoft.com/office/drawing/2014/main" id="{98225E6E-34E3-8E0F-A53C-AEDCE8120288}"/>
              </a:ext>
            </a:extLst>
          </p:cNvPr>
          <p:cNvCxnSpPr>
            <a:cxnSpLocks/>
          </p:cNvCxnSpPr>
          <p:nvPr userDrawn="1"/>
        </p:nvCxnSpPr>
        <p:spPr>
          <a:xfrm flipH="1">
            <a:off x="838200" y="2057400"/>
            <a:ext cx="3933825" cy="0"/>
          </a:xfrm>
          <a:prstGeom prst="line">
            <a:avLst/>
          </a:prstGeom>
        </p:spPr>
        <p:style>
          <a:lnRef idx="3">
            <a:schemeClr val="accent3"/>
          </a:lnRef>
          <a:fillRef idx="0">
            <a:schemeClr val="accent3"/>
          </a:fillRef>
          <a:effectRef idx="2">
            <a:schemeClr val="accent3"/>
          </a:effectRef>
          <a:fontRef idx="minor">
            <a:schemeClr val="tx1"/>
          </a:fontRef>
        </p:style>
      </p:cxnSp>
    </p:spTree>
    <p:extLst>
      <p:ext uri="{BB962C8B-B14F-4D97-AF65-F5344CB8AC3E}">
        <p14:creationId xmlns:p14="http://schemas.microsoft.com/office/powerpoint/2010/main" val="193336320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Black Logo">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5110B71-8D11-C201-F5B2-9A56EAFD404F}"/>
              </a:ext>
            </a:extLst>
          </p:cNvPr>
          <p:cNvSpPr>
            <a:spLocks noGrp="1"/>
          </p:cNvSpPr>
          <p:nvPr>
            <p:ph type="dt" sz="half" idx="10"/>
          </p:nvPr>
        </p:nvSpPr>
        <p:spPr/>
        <p:txBody>
          <a:bodyPr/>
          <a:lstStyle/>
          <a:p>
            <a:fld id="{28E8D346-A915-4882-A510-80C55F2B0290}" type="datetimeFigureOut">
              <a:rPr lang="en-GB" smtClean="0"/>
              <a:t>18/04/2025</a:t>
            </a:fld>
            <a:endParaRPr lang="en-GB"/>
          </a:p>
        </p:txBody>
      </p:sp>
      <p:sp>
        <p:nvSpPr>
          <p:cNvPr id="3" name="Footer Placeholder 2">
            <a:extLst>
              <a:ext uri="{FF2B5EF4-FFF2-40B4-BE49-F238E27FC236}">
                <a16:creationId xmlns:a16="http://schemas.microsoft.com/office/drawing/2014/main" id="{CA2478E4-6752-116B-5D97-8F367EAA735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39BD55ED-4483-8F05-E5C2-D2DE6EA425E6}"/>
              </a:ext>
            </a:extLst>
          </p:cNvPr>
          <p:cNvSpPr>
            <a:spLocks noGrp="1"/>
          </p:cNvSpPr>
          <p:nvPr>
            <p:ph type="sldNum" sz="quarter" idx="12"/>
          </p:nvPr>
        </p:nvSpPr>
        <p:spPr/>
        <p:txBody>
          <a:bodyPr/>
          <a:lstStyle/>
          <a:p>
            <a:fld id="{E33F180C-7AC5-428A-9DBB-8DF57BA31570}" type="slidenum">
              <a:rPr lang="en-GB" smtClean="0"/>
              <a:t>‹#›</a:t>
            </a:fld>
            <a:endParaRPr lang="en-GB"/>
          </a:p>
        </p:txBody>
      </p:sp>
      <p:pic>
        <p:nvPicPr>
          <p:cNvPr id="6" name="Picture 5" descr="Logo&#10;&#10;Description automatically generated">
            <a:extLst>
              <a:ext uri="{FF2B5EF4-FFF2-40B4-BE49-F238E27FC236}">
                <a16:creationId xmlns:a16="http://schemas.microsoft.com/office/drawing/2014/main" id="{17214950-9F4F-61CB-028E-624818BE881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483637" y="816637"/>
            <a:ext cx="5224725" cy="5224725"/>
          </a:xfrm>
          <a:prstGeom prst="rect">
            <a:avLst/>
          </a:prstGeom>
        </p:spPr>
      </p:pic>
    </p:spTree>
    <p:extLst>
      <p:ext uri="{BB962C8B-B14F-4D97-AF65-F5344CB8AC3E}">
        <p14:creationId xmlns:p14="http://schemas.microsoft.com/office/powerpoint/2010/main" val="1728961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blank" preserve="1">
  <p:cSld name="Black Logo Blue Backgorun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24AF69F4-770D-1B85-848B-D57E7B0CA147}"/>
              </a:ext>
            </a:extLst>
          </p:cNvPr>
          <p:cNvSpPr/>
          <p:nvPr userDrawn="1"/>
        </p:nvSpPr>
        <p:spPr>
          <a:xfrm>
            <a:off x="0" y="0"/>
            <a:ext cx="12192000" cy="6858000"/>
          </a:xfrm>
          <a:prstGeom prst="rect">
            <a:avLst/>
          </a:prstGeom>
          <a:gradFill flip="none" rotWithShape="1">
            <a:gsLst>
              <a:gs pos="0">
                <a:srgbClr val="00B0F0">
                  <a:shade val="30000"/>
                  <a:satMod val="115000"/>
                </a:srgbClr>
              </a:gs>
              <a:gs pos="0">
                <a:srgbClr val="00B0F0">
                  <a:shade val="67500"/>
                  <a:satMod val="115000"/>
                </a:srgbClr>
              </a:gs>
              <a:gs pos="85000">
                <a:srgbClr val="00B0F0">
                  <a:shade val="100000"/>
                  <a:satMod val="115000"/>
                </a:srgbClr>
              </a:gs>
            </a:gsLst>
            <a:path path="circle">
              <a:fillToRect l="50000" t="50000" r="50000" b="50000"/>
            </a:path>
            <a:tileRect/>
          </a:gra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Date Placeholder 1">
            <a:extLst>
              <a:ext uri="{FF2B5EF4-FFF2-40B4-BE49-F238E27FC236}">
                <a16:creationId xmlns:a16="http://schemas.microsoft.com/office/drawing/2014/main" id="{C5110B71-8D11-C201-F5B2-9A56EAFD404F}"/>
              </a:ext>
            </a:extLst>
          </p:cNvPr>
          <p:cNvSpPr>
            <a:spLocks noGrp="1"/>
          </p:cNvSpPr>
          <p:nvPr>
            <p:ph type="dt" sz="half" idx="10"/>
          </p:nvPr>
        </p:nvSpPr>
        <p:spPr/>
        <p:txBody>
          <a:bodyPr/>
          <a:lstStyle/>
          <a:p>
            <a:fld id="{28E8D346-A915-4882-A510-80C55F2B0290}" type="datetimeFigureOut">
              <a:rPr lang="en-GB" smtClean="0"/>
              <a:t>18/04/2025</a:t>
            </a:fld>
            <a:endParaRPr lang="en-GB"/>
          </a:p>
        </p:txBody>
      </p:sp>
      <p:sp>
        <p:nvSpPr>
          <p:cNvPr id="3" name="Footer Placeholder 2">
            <a:extLst>
              <a:ext uri="{FF2B5EF4-FFF2-40B4-BE49-F238E27FC236}">
                <a16:creationId xmlns:a16="http://schemas.microsoft.com/office/drawing/2014/main" id="{CA2478E4-6752-116B-5D97-8F367EAA735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39BD55ED-4483-8F05-E5C2-D2DE6EA425E6}"/>
              </a:ext>
            </a:extLst>
          </p:cNvPr>
          <p:cNvSpPr>
            <a:spLocks noGrp="1"/>
          </p:cNvSpPr>
          <p:nvPr>
            <p:ph type="sldNum" sz="quarter" idx="12"/>
          </p:nvPr>
        </p:nvSpPr>
        <p:spPr/>
        <p:txBody>
          <a:bodyPr/>
          <a:lstStyle/>
          <a:p>
            <a:fld id="{E33F180C-7AC5-428A-9DBB-8DF57BA31570}" type="slidenum">
              <a:rPr lang="en-GB" smtClean="0"/>
              <a:t>‹#›</a:t>
            </a:fld>
            <a:endParaRPr lang="en-GB"/>
          </a:p>
        </p:txBody>
      </p:sp>
      <p:pic>
        <p:nvPicPr>
          <p:cNvPr id="6" name="Picture 5" descr="Logo&#10;&#10;Description automatically generated">
            <a:extLst>
              <a:ext uri="{FF2B5EF4-FFF2-40B4-BE49-F238E27FC236}">
                <a16:creationId xmlns:a16="http://schemas.microsoft.com/office/drawing/2014/main" id="{17214950-9F4F-61CB-028E-624818BE881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483637" y="816637"/>
            <a:ext cx="5224725" cy="5224725"/>
          </a:xfrm>
          <a:prstGeom prst="rect">
            <a:avLst/>
          </a:prstGeom>
        </p:spPr>
      </p:pic>
    </p:spTree>
    <p:extLst>
      <p:ext uri="{BB962C8B-B14F-4D97-AF65-F5344CB8AC3E}">
        <p14:creationId xmlns:p14="http://schemas.microsoft.com/office/powerpoint/2010/main" val="2187317476"/>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blank" preserve="1">
  <p:cSld name="White Logo Blue Backgroun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266A0D65-B433-449D-A2E1-10BC8BD32A5D}"/>
              </a:ext>
            </a:extLst>
          </p:cNvPr>
          <p:cNvSpPr/>
          <p:nvPr userDrawn="1"/>
        </p:nvSpPr>
        <p:spPr>
          <a:xfrm>
            <a:off x="0" y="0"/>
            <a:ext cx="12192000" cy="6858000"/>
          </a:xfrm>
          <a:prstGeom prst="rect">
            <a:avLst/>
          </a:prstGeom>
          <a:gradFill flip="none" rotWithShape="1">
            <a:gsLst>
              <a:gs pos="0">
                <a:srgbClr val="00B0F0">
                  <a:shade val="30000"/>
                  <a:satMod val="115000"/>
                </a:srgbClr>
              </a:gs>
              <a:gs pos="0">
                <a:srgbClr val="00B0F0">
                  <a:shade val="67500"/>
                  <a:satMod val="115000"/>
                </a:srgbClr>
              </a:gs>
              <a:gs pos="44000">
                <a:srgbClr val="00B0F0">
                  <a:shade val="100000"/>
                  <a:satMod val="115000"/>
                </a:srgbClr>
              </a:gs>
            </a:gsLst>
            <a:path path="circle">
              <a:fillToRect l="50000" t="50000" r="50000" b="50000"/>
            </a:path>
            <a:tileRect/>
          </a:gradFill>
          <a:ln>
            <a:solidFill>
              <a:srgbClr val="00C4F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Date Placeholder 1">
            <a:extLst>
              <a:ext uri="{FF2B5EF4-FFF2-40B4-BE49-F238E27FC236}">
                <a16:creationId xmlns:a16="http://schemas.microsoft.com/office/drawing/2014/main" id="{C5110B71-8D11-C201-F5B2-9A56EAFD404F}"/>
              </a:ext>
            </a:extLst>
          </p:cNvPr>
          <p:cNvSpPr>
            <a:spLocks noGrp="1"/>
          </p:cNvSpPr>
          <p:nvPr>
            <p:ph type="dt" sz="half" idx="10"/>
          </p:nvPr>
        </p:nvSpPr>
        <p:spPr/>
        <p:txBody>
          <a:bodyPr/>
          <a:lstStyle/>
          <a:p>
            <a:fld id="{28E8D346-A915-4882-A510-80C55F2B0290}" type="datetimeFigureOut">
              <a:rPr lang="en-GB" smtClean="0"/>
              <a:t>18/04/2025</a:t>
            </a:fld>
            <a:endParaRPr lang="en-GB"/>
          </a:p>
        </p:txBody>
      </p:sp>
      <p:sp>
        <p:nvSpPr>
          <p:cNvPr id="3" name="Footer Placeholder 2">
            <a:extLst>
              <a:ext uri="{FF2B5EF4-FFF2-40B4-BE49-F238E27FC236}">
                <a16:creationId xmlns:a16="http://schemas.microsoft.com/office/drawing/2014/main" id="{CA2478E4-6752-116B-5D97-8F367EAA735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39BD55ED-4483-8F05-E5C2-D2DE6EA425E6}"/>
              </a:ext>
            </a:extLst>
          </p:cNvPr>
          <p:cNvSpPr>
            <a:spLocks noGrp="1"/>
          </p:cNvSpPr>
          <p:nvPr>
            <p:ph type="sldNum" sz="quarter" idx="12"/>
          </p:nvPr>
        </p:nvSpPr>
        <p:spPr/>
        <p:txBody>
          <a:bodyPr/>
          <a:lstStyle/>
          <a:p>
            <a:fld id="{E33F180C-7AC5-428A-9DBB-8DF57BA31570}" type="slidenum">
              <a:rPr lang="en-GB" smtClean="0"/>
              <a:t>‹#›</a:t>
            </a:fld>
            <a:endParaRPr lang="en-GB"/>
          </a:p>
        </p:txBody>
      </p:sp>
      <p:pic>
        <p:nvPicPr>
          <p:cNvPr id="6" name="Picture 5">
            <a:extLst>
              <a:ext uri="{FF2B5EF4-FFF2-40B4-BE49-F238E27FC236}">
                <a16:creationId xmlns:a16="http://schemas.microsoft.com/office/drawing/2014/main" id="{17214950-9F4F-61CB-028E-624818BE8817}"/>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3483637" y="816637"/>
            <a:ext cx="5224725" cy="5224725"/>
          </a:xfrm>
          <a:prstGeom prst="rect">
            <a:avLst/>
          </a:prstGeom>
        </p:spPr>
      </p:pic>
    </p:spTree>
    <p:extLst>
      <p:ext uri="{BB962C8B-B14F-4D97-AF65-F5344CB8AC3E}">
        <p14:creationId xmlns:p14="http://schemas.microsoft.com/office/powerpoint/2010/main" val="4244622501"/>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blank" preserve="1">
  <p:cSld name="White Logo White Backgroun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5110B71-8D11-C201-F5B2-9A56EAFD404F}"/>
              </a:ext>
            </a:extLst>
          </p:cNvPr>
          <p:cNvSpPr>
            <a:spLocks noGrp="1"/>
          </p:cNvSpPr>
          <p:nvPr>
            <p:ph type="dt" sz="half" idx="10"/>
          </p:nvPr>
        </p:nvSpPr>
        <p:spPr/>
        <p:txBody>
          <a:bodyPr/>
          <a:lstStyle/>
          <a:p>
            <a:fld id="{28E8D346-A915-4882-A510-80C55F2B0290}" type="datetimeFigureOut">
              <a:rPr lang="en-GB" smtClean="0"/>
              <a:t>18/04/2025</a:t>
            </a:fld>
            <a:endParaRPr lang="en-GB"/>
          </a:p>
        </p:txBody>
      </p:sp>
      <p:sp>
        <p:nvSpPr>
          <p:cNvPr id="3" name="Footer Placeholder 2">
            <a:extLst>
              <a:ext uri="{FF2B5EF4-FFF2-40B4-BE49-F238E27FC236}">
                <a16:creationId xmlns:a16="http://schemas.microsoft.com/office/drawing/2014/main" id="{CA2478E4-6752-116B-5D97-8F367EAA735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39BD55ED-4483-8F05-E5C2-D2DE6EA425E6}"/>
              </a:ext>
            </a:extLst>
          </p:cNvPr>
          <p:cNvSpPr>
            <a:spLocks noGrp="1"/>
          </p:cNvSpPr>
          <p:nvPr>
            <p:ph type="sldNum" sz="quarter" idx="12"/>
          </p:nvPr>
        </p:nvSpPr>
        <p:spPr/>
        <p:txBody>
          <a:bodyPr/>
          <a:lstStyle/>
          <a:p>
            <a:fld id="{E33F180C-7AC5-428A-9DBB-8DF57BA31570}" type="slidenum">
              <a:rPr lang="en-GB" smtClean="0"/>
              <a:t>‹#›</a:t>
            </a:fld>
            <a:endParaRPr lang="en-GB"/>
          </a:p>
        </p:txBody>
      </p:sp>
      <p:pic>
        <p:nvPicPr>
          <p:cNvPr id="6" name="Picture 5">
            <a:extLst>
              <a:ext uri="{FF2B5EF4-FFF2-40B4-BE49-F238E27FC236}">
                <a16:creationId xmlns:a16="http://schemas.microsoft.com/office/drawing/2014/main" id="{17214950-9F4F-61CB-028E-624818BE8817}"/>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3483636" y="816636"/>
            <a:ext cx="5224725" cy="5224725"/>
          </a:xfrm>
          <a:prstGeom prst="rect">
            <a:avLst/>
          </a:prstGeom>
        </p:spPr>
      </p:pic>
      <p:sp>
        <p:nvSpPr>
          <p:cNvPr id="8" name="Oval 7">
            <a:extLst>
              <a:ext uri="{FF2B5EF4-FFF2-40B4-BE49-F238E27FC236}">
                <a16:creationId xmlns:a16="http://schemas.microsoft.com/office/drawing/2014/main" id="{9CF1ACE1-D73B-D8C2-A924-FC1C935A2DAE}"/>
              </a:ext>
            </a:extLst>
          </p:cNvPr>
          <p:cNvSpPr/>
          <p:nvPr userDrawn="1"/>
        </p:nvSpPr>
        <p:spPr>
          <a:xfrm>
            <a:off x="3483636" y="816637"/>
            <a:ext cx="5224725" cy="5224725"/>
          </a:xfrm>
          <a:prstGeom prst="ellipse">
            <a:avLst/>
          </a:prstGeom>
          <a:noFill/>
          <a:ln w="38100">
            <a:solidFill>
              <a:srgbClr val="01CC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731785487"/>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E79A1B-8910-5BC1-CF92-B38FE72CB27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p>
        </p:txBody>
      </p:sp>
      <p:sp>
        <p:nvSpPr>
          <p:cNvPr id="3" name="Text Placeholder 2">
            <a:extLst>
              <a:ext uri="{FF2B5EF4-FFF2-40B4-BE49-F238E27FC236}">
                <a16:creationId xmlns:a16="http://schemas.microsoft.com/office/drawing/2014/main" id="{58646328-37A7-2676-1096-E57A9505D4F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F9AF5011-76B3-0174-3A68-9C86EC07D83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D27316D-C409-4712-90E5-1C58F0743890}" type="datetimeFigureOut">
              <a:rPr lang="en-GB" smtClean="0"/>
              <a:t>18/04/2025</a:t>
            </a:fld>
            <a:endParaRPr lang="en-GB"/>
          </a:p>
        </p:txBody>
      </p:sp>
      <p:sp>
        <p:nvSpPr>
          <p:cNvPr id="5" name="Footer Placeholder 4">
            <a:extLst>
              <a:ext uri="{FF2B5EF4-FFF2-40B4-BE49-F238E27FC236}">
                <a16:creationId xmlns:a16="http://schemas.microsoft.com/office/drawing/2014/main" id="{33A66A41-F04C-56FA-AB94-EC92BB1FF84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6D5F6920-6913-6447-389F-BACD3E6EE78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24D00A0-B5A4-4974-B922-5D8D8E00DFDF}" type="slidenum">
              <a:rPr lang="en-GB" smtClean="0"/>
              <a:t>‹#›</a:t>
            </a:fld>
            <a:endParaRPr lang="en-GB"/>
          </a:p>
        </p:txBody>
      </p:sp>
    </p:spTree>
    <p:extLst>
      <p:ext uri="{BB962C8B-B14F-4D97-AF65-F5344CB8AC3E}">
        <p14:creationId xmlns:p14="http://schemas.microsoft.com/office/powerpoint/2010/main" val="2100808401"/>
      </p:ext>
    </p:extLst>
  </p:cSld>
  <p:clrMap bg1="lt1" tx1="dk1" bg2="lt2" tx2="dk2" accent1="accent1" accent2="accent2" accent3="accent3" accent4="accent4" accent5="accent5" accent6="accent6" hlink="hlink" folHlink="folHlink"/>
  <p:sldLayoutIdLst>
    <p:sldLayoutId id="2147483668" r:id="rId1"/>
    <p:sldLayoutId id="2147483669" r:id="rId2"/>
    <p:sldLayoutId id="2147483666" r:id="rId3"/>
    <p:sldLayoutId id="2147483670" r:id="rId4"/>
    <p:sldLayoutId id="2147483676" r:id="rId5"/>
    <p:sldLayoutId id="2147483667" r:id="rId6"/>
    <p:sldLayoutId id="2147483671" r:id="rId7"/>
    <p:sldLayoutId id="2147483660" r:id="rId8"/>
    <p:sldLayoutId id="2147483665" r:id="rId9"/>
    <p:sldLayoutId id="2147483672" r:id="rId10"/>
    <p:sldLayoutId id="2147483673" r:id="rId11"/>
    <p:sldLayoutId id="2147483664" r:id="rId12"/>
    <p:sldLayoutId id="2147483661" r:id="rId13"/>
    <p:sldLayoutId id="2147483662" r:id="rId14"/>
    <p:sldLayoutId id="2147483674" r:id="rId15"/>
    <p:sldLayoutId id="2147483675" r:id="rId16"/>
    <p:sldLayoutId id="2147483663" r:id="rId17"/>
    <p:sldLayoutId id="2147483691" r:id="rId18"/>
    <p:sldLayoutId id="2147483677" r:id="rId19"/>
    <p:sldLayoutId id="2147483679" r:id="rId20"/>
    <p:sldLayoutId id="2147483678" r:id="rId21"/>
    <p:sldLayoutId id="2147483680" r:id="rId22"/>
    <p:sldLayoutId id="2147483681" r:id="rId23"/>
    <p:sldLayoutId id="2147483692" r:id="rId24"/>
    <p:sldLayoutId id="2147483682" r:id="rId25"/>
    <p:sldLayoutId id="2147483683" r:id="rId26"/>
    <p:sldLayoutId id="2147483693" r:id="rId27"/>
    <p:sldLayoutId id="2147483685" r:id="rId28"/>
    <p:sldLayoutId id="2147483684" r:id="rId29"/>
    <p:sldLayoutId id="2147483687" r:id="rId30"/>
    <p:sldLayoutId id="2147483686" r:id="rId31"/>
    <p:sldLayoutId id="2147483688" r:id="rId32"/>
    <p:sldLayoutId id="2147483695" r:id="rId33"/>
    <p:sldLayoutId id="2147483689" r:id="rId34"/>
    <p:sldLayoutId id="2147483690" r:id="rId35"/>
    <p:sldLayoutId id="2147483696" r:id="rId36"/>
    <p:sldLayoutId id="2147483698" r:id="rId37"/>
    <p:sldLayoutId id="2147483697" r:id="rId38"/>
    <p:sldLayoutId id="2147483699" r:id="rId39"/>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2.xml"/></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2.xml"/></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2.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2.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2.xml"/></Relationships>
</file>

<file path=ppt/slides/_rels/slide7.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9.xml.rels><?xml version="1.0" encoding="UTF-8" standalone="yes"?>
<Relationships xmlns="http://schemas.openxmlformats.org/package/2006/relationships"><Relationship Id="rId3" Type="http://schemas.openxmlformats.org/officeDocument/2006/relationships/hyperlink" Target="https://pypi.org/project/opencv-contrib-python/" TargetMode="External"/><Relationship Id="rId2" Type="http://schemas.openxmlformats.org/officeDocument/2006/relationships/hyperlink" Target="https://www.python.org/downloads/" TargetMode="External"/><Relationship Id="rId1" Type="http://schemas.openxmlformats.org/officeDocument/2006/relationships/slideLayout" Target="../slideLayouts/slideLayout22.xml"/><Relationship Id="rId5" Type="http://schemas.openxmlformats.org/officeDocument/2006/relationships/image" Target="../media/image11.png"/><Relationship Id="rId4" Type="http://schemas.openxmlformats.org/officeDocument/2006/relationships/hyperlink" Target="https://github.com/opencv" TargetMode="Externa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hyperlink" Target="https://chev.me/arucogen/" TargetMode="External"/><Relationship Id="rId1" Type="http://schemas.openxmlformats.org/officeDocument/2006/relationships/slideLayout" Target="../slideLayouts/slideLayout22.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hyperlink" Target="https://docs.opencv.org/4.x/d5/dae/tutorial_aruco_detection.html" TargetMode="External"/><Relationship Id="rId1" Type="http://schemas.openxmlformats.org/officeDocument/2006/relationships/slideLayout" Target="../slideLayouts/slideLayout22.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2.xml"/></Relationships>
</file>

<file path=ppt/slides/_rels/slide1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1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2.xml"/></Relationships>
</file>

<file path=ppt/slides/_rels/slide2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2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2.xml"/></Relationships>
</file>

<file path=ppt/slides/_rels/slide23.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Layout" Target="../slideLayouts/slideLayout22.xml"/></Relationships>
</file>

<file path=ppt/slides/_rels/slide24.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2.png"/><Relationship Id="rId1" Type="http://schemas.openxmlformats.org/officeDocument/2006/relationships/slideLayout" Target="../slideLayouts/slideLayout22.xml"/><Relationship Id="rId4" Type="http://schemas.openxmlformats.org/officeDocument/2006/relationships/image" Target="../media/image24.png"/></Relationships>
</file>

<file path=ppt/slides/_rels/slide25.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2.png"/><Relationship Id="rId1" Type="http://schemas.openxmlformats.org/officeDocument/2006/relationships/slideLayout" Target="../slideLayouts/slideLayout22.xml"/><Relationship Id="rId4" Type="http://schemas.openxmlformats.org/officeDocument/2006/relationships/image" Target="../media/image25.png"/></Relationships>
</file>

<file path=ppt/slides/_rels/slide26.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2.png"/><Relationship Id="rId1" Type="http://schemas.openxmlformats.org/officeDocument/2006/relationships/slideLayout" Target="../slideLayouts/slideLayout22.xml"/><Relationship Id="rId4" Type="http://schemas.openxmlformats.org/officeDocument/2006/relationships/image" Target="../media/image26.png"/></Relationships>
</file>

<file path=ppt/slides/_rels/slide27.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2.png"/><Relationship Id="rId1" Type="http://schemas.openxmlformats.org/officeDocument/2006/relationships/slideLayout" Target="../slideLayouts/slideLayout22.xml"/><Relationship Id="rId4" Type="http://schemas.openxmlformats.org/officeDocument/2006/relationships/image" Target="../media/image27.png"/></Relationships>
</file>

<file path=ppt/slides/_rels/slide2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2.xml"/><Relationship Id="rId4" Type="http://schemas.openxmlformats.org/officeDocument/2006/relationships/hyperlink" Target="https://uk.mathworks.com/help/vision/ug/camera-calibration.html" TargetMode="External"/></Relationships>
</file>

<file path=ppt/slides/_rels/slide29.xml.rels><?xml version="1.0" encoding="UTF-8" standalone="yes"?>
<Relationships xmlns="http://schemas.openxmlformats.org/package/2006/relationships"><Relationship Id="rId3" Type="http://schemas.openxmlformats.org/officeDocument/2006/relationships/hyperlink" Target="https://uk.mathworks.com/help/vision/ug/camera-calibration.html" TargetMode="External"/><Relationship Id="rId2" Type="http://schemas.openxmlformats.org/officeDocument/2006/relationships/image" Target="../media/image30.png"/><Relationship Id="rId1" Type="http://schemas.openxmlformats.org/officeDocument/2006/relationships/slideLayout" Target="../slideLayouts/slideLayout22.xml"/><Relationship Id="rId4" Type="http://schemas.openxmlformats.org/officeDocument/2006/relationships/image" Target="../media/image31.png"/></Relationships>
</file>

<file path=ppt/slides/_rels/slide3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2.xml"/></Relationships>
</file>

<file path=ppt/slides/_rels/slide31.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hyperlink" Target="https://github.com/opencv/opencv/blob/4.x/doc/pattern.png" TargetMode="External"/><Relationship Id="rId1" Type="http://schemas.openxmlformats.org/officeDocument/2006/relationships/slideLayout" Target="../slideLayouts/slideLayout2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3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2.xml"/><Relationship Id="rId5" Type="http://schemas.openxmlformats.org/officeDocument/2006/relationships/image" Target="../media/image39.png"/><Relationship Id="rId4" Type="http://schemas.openxmlformats.org/officeDocument/2006/relationships/image" Target="../media/image38.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3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1.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43.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3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45.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2.xml"/></Relationships>
</file>

<file path=ppt/slides/_rels/slide46.xml.rels><?xml version="1.0" encoding="UTF-8" standalone="yes"?>
<Relationships xmlns="http://schemas.openxmlformats.org/package/2006/relationships"><Relationship Id="rId3" Type="http://schemas.openxmlformats.org/officeDocument/2006/relationships/hyperlink" Target="https://docs.ros.org/en/rolling/p/camera_calibration/index.html" TargetMode="External"/><Relationship Id="rId2" Type="http://schemas.openxmlformats.org/officeDocument/2006/relationships/hyperlink" Target="https://wiki.ros.org/usb_cam" TargetMode="External"/><Relationship Id="rId1" Type="http://schemas.openxmlformats.org/officeDocument/2006/relationships/slideLayout" Target="../slideLayouts/slideLayout22.xml"/><Relationship Id="rId4" Type="http://schemas.openxmlformats.org/officeDocument/2006/relationships/hyperlink" Target="https://github.com/fictionlab/ros_aruco_opencv" TargetMode="External"/></Relationships>
</file>

<file path=ppt/slides/_rels/slide47.xml.rels><?xml version="1.0" encoding="UTF-8" standalone="yes"?>
<Relationships xmlns="http://schemas.openxmlformats.org/package/2006/relationships"><Relationship Id="rId3" Type="http://schemas.openxmlformats.org/officeDocument/2006/relationships/hyperlink" Target="https://wiki.ros.org/usb_cam" TargetMode="External"/><Relationship Id="rId2" Type="http://schemas.openxmlformats.org/officeDocument/2006/relationships/hyperlink" Target="https://docs.ros2.org/latest/api/sensor_msgs/msg/CameraInfo.html" TargetMode="External"/><Relationship Id="rId1" Type="http://schemas.openxmlformats.org/officeDocument/2006/relationships/slideLayout" Target="../slideLayouts/slideLayout22.xml"/><Relationship Id="rId5" Type="http://schemas.openxmlformats.org/officeDocument/2006/relationships/image" Target="../media/image45.png"/><Relationship Id="rId4" Type="http://schemas.openxmlformats.org/officeDocument/2006/relationships/hyperlink" Target="https://github.com/ros-drivers/usb_cam/blob/main/config/params_1.yaml" TargetMode="External"/></Relationships>
</file>

<file path=ppt/slides/_rels/slide48.xml.rels><?xml version="1.0" encoding="UTF-8" standalone="yes"?>
<Relationships xmlns="http://schemas.openxmlformats.org/package/2006/relationships"><Relationship Id="rId2" Type="http://schemas.openxmlformats.org/officeDocument/2006/relationships/hyperlink" Target="https://github.com/opencv/opencv/blob/4.x/doc/pattern.png" TargetMode="External"/><Relationship Id="rId1" Type="http://schemas.openxmlformats.org/officeDocument/2006/relationships/slideLayout" Target="../slideLayouts/slideLayout22.xml"/></Relationships>
</file>

<file path=ppt/slides/_rels/slide49.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51.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22.xml"/><Relationship Id="rId4" Type="http://schemas.openxmlformats.org/officeDocument/2006/relationships/image" Target="../media/image49.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F63F1C-CE64-9181-FAE3-F63CA57A197B}"/>
              </a:ext>
            </a:extLst>
          </p:cNvPr>
          <p:cNvSpPr>
            <a:spLocks noGrp="1"/>
          </p:cNvSpPr>
          <p:nvPr>
            <p:ph type="ctrTitle"/>
          </p:nvPr>
        </p:nvSpPr>
        <p:spPr/>
        <p:txBody>
          <a:bodyPr>
            <a:normAutofit/>
          </a:bodyPr>
          <a:lstStyle/>
          <a:p>
            <a:r>
              <a:rPr lang="en-GB" dirty="0"/>
              <a:t>Open CV</a:t>
            </a:r>
          </a:p>
        </p:txBody>
      </p:sp>
      <p:sp>
        <p:nvSpPr>
          <p:cNvPr id="3" name="Subtitle 2">
            <a:extLst>
              <a:ext uri="{FF2B5EF4-FFF2-40B4-BE49-F238E27FC236}">
                <a16:creationId xmlns:a16="http://schemas.microsoft.com/office/drawing/2014/main" id="{46B04094-94B1-495A-16BC-F831A7E3EF66}"/>
              </a:ext>
            </a:extLst>
          </p:cNvPr>
          <p:cNvSpPr>
            <a:spLocks noGrp="1"/>
          </p:cNvSpPr>
          <p:nvPr>
            <p:ph type="subTitle" idx="1"/>
          </p:nvPr>
        </p:nvSpPr>
        <p:spPr/>
        <p:txBody>
          <a:bodyPr/>
          <a:lstStyle/>
          <a:p>
            <a:r>
              <a:rPr lang="en-GB" dirty="0"/>
              <a:t>Detection of ArUco Markers</a:t>
            </a:r>
          </a:p>
        </p:txBody>
      </p:sp>
    </p:spTree>
    <p:extLst>
      <p:ext uri="{BB962C8B-B14F-4D97-AF65-F5344CB8AC3E}">
        <p14:creationId xmlns:p14="http://schemas.microsoft.com/office/powerpoint/2010/main" val="30617880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6AFBD10-D98D-D50C-340B-DF0EEDC52A07}"/>
              </a:ext>
            </a:extLst>
          </p:cNvPr>
          <p:cNvSpPr>
            <a:spLocks noGrp="1"/>
          </p:cNvSpPr>
          <p:nvPr>
            <p:ph sz="half" idx="1"/>
          </p:nvPr>
        </p:nvSpPr>
        <p:spPr>
          <a:xfrm>
            <a:off x="721658" y="1597164"/>
            <a:ext cx="5181600" cy="4808257"/>
          </a:xfrm>
        </p:spPr>
        <p:txBody>
          <a:bodyPr>
            <a:normAutofit/>
          </a:bodyPr>
          <a:lstStyle/>
          <a:p>
            <a:pPr marL="0" indent="0">
              <a:lnSpc>
                <a:spcPct val="150000"/>
              </a:lnSpc>
              <a:buNone/>
            </a:pPr>
            <a:r>
              <a:rPr lang="en-GB" sz="2000" b="1" dirty="0">
                <a:latin typeface="Nexa Bold" panose="02000000000000000000" pitchFamily="50" charset="0"/>
              </a:rPr>
              <a:t>What are ArUco Markers?</a:t>
            </a:r>
          </a:p>
          <a:p>
            <a:pPr>
              <a:lnSpc>
                <a:spcPct val="150000"/>
              </a:lnSpc>
            </a:pPr>
            <a:r>
              <a:rPr lang="en-GB" sz="1600" dirty="0"/>
              <a:t>Augmented Reality University of Cordoba (ArUco)</a:t>
            </a:r>
          </a:p>
          <a:p>
            <a:pPr>
              <a:lnSpc>
                <a:spcPct val="150000"/>
              </a:lnSpc>
            </a:pPr>
            <a:r>
              <a:rPr lang="en-GB" sz="1600" dirty="0"/>
              <a:t>An ArUco marker is a square marker composed by a wide black border and an inner binary matrix which determines its identifier (id).</a:t>
            </a:r>
          </a:p>
          <a:p>
            <a:pPr>
              <a:lnSpc>
                <a:spcPct val="150000"/>
              </a:lnSpc>
            </a:pPr>
            <a:r>
              <a:rPr lang="en-GB" sz="1600" dirty="0"/>
              <a:t>The marker resembles a QR code.</a:t>
            </a:r>
          </a:p>
          <a:p>
            <a:pPr>
              <a:lnSpc>
                <a:spcPct val="150000"/>
              </a:lnSpc>
            </a:pPr>
            <a:r>
              <a:rPr lang="en-GB" sz="1600" dirty="0"/>
              <a:t>The black border facilitates its fast detection in the image and the binary codification allows its identification and the application of error detection and correction techniques.</a:t>
            </a:r>
          </a:p>
        </p:txBody>
      </p:sp>
      <p:pic>
        <p:nvPicPr>
          <p:cNvPr id="6" name="Content Placeholder 5" descr="A picture containing symbol, font, graphics, design&#10;&#10;Description automatically generated">
            <a:extLst>
              <a:ext uri="{FF2B5EF4-FFF2-40B4-BE49-F238E27FC236}">
                <a16:creationId xmlns:a16="http://schemas.microsoft.com/office/drawing/2014/main" id="{FDE44736-57DB-C2C8-F7D0-C45B54481640}"/>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172200" y="2543969"/>
            <a:ext cx="5181600" cy="2914649"/>
          </a:xfrm>
        </p:spPr>
      </p:pic>
      <p:sp>
        <p:nvSpPr>
          <p:cNvPr id="2" name="Title 1">
            <a:extLst>
              <a:ext uri="{FF2B5EF4-FFF2-40B4-BE49-F238E27FC236}">
                <a16:creationId xmlns:a16="http://schemas.microsoft.com/office/drawing/2014/main" id="{DE584C9A-86CD-372D-4B9D-A687ADFC3670}"/>
              </a:ext>
            </a:extLst>
          </p:cNvPr>
          <p:cNvSpPr>
            <a:spLocks noGrp="1"/>
          </p:cNvSpPr>
          <p:nvPr>
            <p:ph type="title"/>
          </p:nvPr>
        </p:nvSpPr>
        <p:spPr/>
        <p:txBody>
          <a:bodyPr/>
          <a:lstStyle/>
          <a:p>
            <a:r>
              <a:rPr lang="en-GB" dirty="0"/>
              <a:t>ArUco Markers</a:t>
            </a:r>
          </a:p>
        </p:txBody>
      </p:sp>
    </p:spTree>
    <p:extLst>
      <p:ext uri="{BB962C8B-B14F-4D97-AF65-F5344CB8AC3E}">
        <p14:creationId xmlns:p14="http://schemas.microsoft.com/office/powerpoint/2010/main" val="42644384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C8537C9-35E8-22FA-AB4B-1A7B148D3603}"/>
              </a:ext>
            </a:extLst>
          </p:cNvPr>
          <p:cNvSpPr>
            <a:spLocks noGrp="1"/>
          </p:cNvSpPr>
          <p:nvPr>
            <p:ph sz="half" idx="1"/>
          </p:nvPr>
        </p:nvSpPr>
        <p:spPr>
          <a:xfrm>
            <a:off x="330200" y="1735114"/>
            <a:ext cx="5181600" cy="4911636"/>
          </a:xfrm>
        </p:spPr>
        <p:txBody>
          <a:bodyPr>
            <a:normAutofit fontScale="25000" lnSpcReduction="20000"/>
          </a:bodyPr>
          <a:lstStyle/>
          <a:p>
            <a:pPr marL="0" indent="0">
              <a:lnSpc>
                <a:spcPct val="170000"/>
              </a:lnSpc>
              <a:buNone/>
            </a:pPr>
            <a:r>
              <a:rPr lang="en-GB" sz="8000" dirty="0">
                <a:latin typeface="Nexa Bold" panose="02000000000000000000" pitchFamily="50" charset="0"/>
              </a:rPr>
              <a:t>How are ArUco Markers detected?</a:t>
            </a:r>
            <a:endParaRPr lang="en-GB" sz="8000" dirty="0"/>
          </a:p>
          <a:p>
            <a:pPr>
              <a:lnSpc>
                <a:spcPct val="170000"/>
              </a:lnSpc>
            </a:pPr>
            <a:r>
              <a:rPr lang="en-GB" sz="5600" dirty="0"/>
              <a:t>In order to detect the coordinates of marker corners and their respective IDs, two primary steps are involved. </a:t>
            </a:r>
          </a:p>
          <a:p>
            <a:pPr marL="179388" indent="-179388">
              <a:lnSpc>
                <a:spcPct val="170000"/>
              </a:lnSpc>
              <a:buFont typeface="+mj-lt"/>
              <a:buAutoNum type="arabicPeriod"/>
            </a:pPr>
            <a:r>
              <a:rPr lang="en-GB" sz="5600" dirty="0"/>
              <a:t>Firstly, potential regions for ArUco markers are identified by analysing the image and identifying square shapes that could represent markers.</a:t>
            </a:r>
          </a:p>
          <a:p>
            <a:pPr marL="179388" indent="-179388">
              <a:lnSpc>
                <a:spcPct val="170000"/>
              </a:lnSpc>
              <a:buFont typeface="+mj-lt"/>
              <a:buAutoNum type="arabicPeriod"/>
            </a:pPr>
            <a:r>
              <a:rPr lang="en-GB" sz="5600" dirty="0"/>
              <a:t>Secondly, the inner binary matrix is analysed to verify it as an actual marker and compared to a reference "dictionary".</a:t>
            </a:r>
          </a:p>
          <a:p>
            <a:pPr marL="179388" indent="-179388">
              <a:lnSpc>
                <a:spcPct val="170000"/>
              </a:lnSpc>
              <a:buFont typeface="+mj-lt"/>
              <a:buAutoNum type="arabicPeriod"/>
            </a:pPr>
            <a:r>
              <a:rPr lang="en-GB" sz="5600" dirty="0"/>
              <a:t>Finally, if the marker is correctly identified; a corner refinement algorithm is used to obtain the corner position and pose estimation.</a:t>
            </a:r>
          </a:p>
        </p:txBody>
      </p:sp>
      <p:pic>
        <p:nvPicPr>
          <p:cNvPr id="5" name="Content Placeholder 4">
            <a:extLst>
              <a:ext uri="{FF2B5EF4-FFF2-40B4-BE49-F238E27FC236}">
                <a16:creationId xmlns:a16="http://schemas.microsoft.com/office/drawing/2014/main" id="{E01C018F-57C1-C29D-BC92-7694FE28AE8F}"/>
              </a:ext>
            </a:extLst>
          </p:cNvPr>
          <p:cNvPicPr>
            <a:picLocks noGrp="1" noChangeAspect="1"/>
          </p:cNvPicPr>
          <p:nvPr>
            <p:ph sz="half" idx="2"/>
          </p:nvPr>
        </p:nvPicPr>
        <p:blipFill>
          <a:blip r:embed="rId2"/>
          <a:stretch>
            <a:fillRect/>
          </a:stretch>
        </p:blipFill>
        <p:spPr>
          <a:xfrm>
            <a:off x="5482593" y="3312458"/>
            <a:ext cx="6709407" cy="1609166"/>
          </a:xfrm>
          <a:prstGeom prst="rect">
            <a:avLst/>
          </a:prstGeom>
        </p:spPr>
      </p:pic>
      <p:sp>
        <p:nvSpPr>
          <p:cNvPr id="4" name="Title 3">
            <a:extLst>
              <a:ext uri="{FF2B5EF4-FFF2-40B4-BE49-F238E27FC236}">
                <a16:creationId xmlns:a16="http://schemas.microsoft.com/office/drawing/2014/main" id="{3551D5EC-8E26-8859-224E-F4A496159352}"/>
              </a:ext>
            </a:extLst>
          </p:cNvPr>
          <p:cNvSpPr>
            <a:spLocks noGrp="1"/>
          </p:cNvSpPr>
          <p:nvPr>
            <p:ph type="title"/>
          </p:nvPr>
        </p:nvSpPr>
        <p:spPr/>
        <p:txBody>
          <a:bodyPr/>
          <a:lstStyle/>
          <a:p>
            <a:r>
              <a:rPr lang="en-GB" dirty="0"/>
              <a:t>ArUco Markers</a:t>
            </a:r>
          </a:p>
        </p:txBody>
      </p:sp>
    </p:spTree>
    <p:extLst>
      <p:ext uri="{BB962C8B-B14F-4D97-AF65-F5344CB8AC3E}">
        <p14:creationId xmlns:p14="http://schemas.microsoft.com/office/powerpoint/2010/main" val="21445293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C8537C9-35E8-22FA-AB4B-1A7B148D3603}"/>
              </a:ext>
            </a:extLst>
          </p:cNvPr>
          <p:cNvSpPr>
            <a:spLocks noGrp="1"/>
          </p:cNvSpPr>
          <p:nvPr>
            <p:ph sz="half" idx="1"/>
          </p:nvPr>
        </p:nvSpPr>
        <p:spPr>
          <a:xfrm>
            <a:off x="838200" y="1825625"/>
            <a:ext cx="5181600" cy="4911636"/>
          </a:xfrm>
        </p:spPr>
        <p:txBody>
          <a:bodyPr>
            <a:normAutofit/>
          </a:bodyPr>
          <a:lstStyle/>
          <a:p>
            <a:pPr marL="0" indent="0">
              <a:lnSpc>
                <a:spcPct val="150000"/>
              </a:lnSpc>
              <a:buNone/>
            </a:pPr>
            <a:r>
              <a:rPr lang="en-GB" sz="1800" b="1" dirty="0">
                <a:latin typeface="Nexa-Regular" panose="01000000000000000000" pitchFamily="2" charset="0"/>
              </a:rPr>
              <a:t>First step: Analysing regions.</a:t>
            </a:r>
          </a:p>
          <a:p>
            <a:pPr marL="0" indent="0">
              <a:lnSpc>
                <a:spcPct val="150000"/>
              </a:lnSpc>
              <a:buNone/>
            </a:pPr>
            <a:endParaRPr lang="en-GB" sz="1600" b="1" dirty="0">
              <a:latin typeface="Nexa-Regular" panose="01000000000000000000" pitchFamily="2" charset="0"/>
            </a:endParaRPr>
          </a:p>
          <a:p>
            <a:pPr marL="179388" lvl="2" indent="-179388">
              <a:lnSpc>
                <a:spcPct val="150000"/>
              </a:lnSpc>
            </a:pPr>
            <a:r>
              <a:rPr lang="en-GB" sz="1600" dirty="0"/>
              <a:t>This process utilises adaptive threshold binarization and computer vision techniques to segment the image, extract contours, and eliminate any shapes that are not convex or do not approximate a square. </a:t>
            </a:r>
          </a:p>
          <a:p>
            <a:pPr marL="179388" lvl="2" indent="-179388">
              <a:lnSpc>
                <a:spcPct val="150000"/>
              </a:lnSpc>
            </a:pPr>
            <a:r>
              <a:rPr lang="en-GB" sz="1600" dirty="0"/>
              <a:t>Then, closed quadrilaterals that are not of an appropriate size are discarded, leaving only the most viable marker candidates. </a:t>
            </a:r>
          </a:p>
          <a:p>
            <a:pPr marL="0" indent="0">
              <a:lnSpc>
                <a:spcPct val="170000"/>
              </a:lnSpc>
              <a:buNone/>
            </a:pPr>
            <a:endParaRPr lang="en-GB" sz="5600" dirty="0"/>
          </a:p>
        </p:txBody>
      </p:sp>
      <p:pic>
        <p:nvPicPr>
          <p:cNvPr id="5" name="Content Placeholder 4">
            <a:extLst>
              <a:ext uri="{FF2B5EF4-FFF2-40B4-BE49-F238E27FC236}">
                <a16:creationId xmlns:a16="http://schemas.microsoft.com/office/drawing/2014/main" id="{7B0E8F83-DA8D-8E0A-9AD3-DBC2BDBC6A9C}"/>
              </a:ext>
            </a:extLst>
          </p:cNvPr>
          <p:cNvPicPr>
            <a:picLocks noGrp="1" noChangeAspect="1"/>
          </p:cNvPicPr>
          <p:nvPr>
            <p:ph sz="half" idx="2"/>
          </p:nvPr>
        </p:nvPicPr>
        <p:blipFill>
          <a:blip r:embed="rId2"/>
          <a:stretch>
            <a:fillRect/>
          </a:stretch>
        </p:blipFill>
        <p:spPr>
          <a:xfrm>
            <a:off x="6172200" y="1979613"/>
            <a:ext cx="5181600" cy="4043362"/>
          </a:xfrm>
          <a:prstGeom prst="rect">
            <a:avLst/>
          </a:prstGeom>
        </p:spPr>
      </p:pic>
      <p:sp>
        <p:nvSpPr>
          <p:cNvPr id="4" name="Title 3">
            <a:extLst>
              <a:ext uri="{FF2B5EF4-FFF2-40B4-BE49-F238E27FC236}">
                <a16:creationId xmlns:a16="http://schemas.microsoft.com/office/drawing/2014/main" id="{3551D5EC-8E26-8859-224E-F4A496159352}"/>
              </a:ext>
            </a:extLst>
          </p:cNvPr>
          <p:cNvSpPr>
            <a:spLocks noGrp="1"/>
          </p:cNvSpPr>
          <p:nvPr>
            <p:ph type="title"/>
          </p:nvPr>
        </p:nvSpPr>
        <p:spPr/>
        <p:txBody>
          <a:bodyPr/>
          <a:lstStyle/>
          <a:p>
            <a:r>
              <a:rPr lang="en-GB" dirty="0"/>
              <a:t>ArUco Markers</a:t>
            </a:r>
          </a:p>
        </p:txBody>
      </p:sp>
      <p:sp>
        <p:nvSpPr>
          <p:cNvPr id="6" name="TextBox 5">
            <a:extLst>
              <a:ext uri="{FF2B5EF4-FFF2-40B4-BE49-F238E27FC236}">
                <a16:creationId xmlns:a16="http://schemas.microsoft.com/office/drawing/2014/main" id="{BD85C148-8F16-F832-17EC-B258E913704E}"/>
              </a:ext>
            </a:extLst>
          </p:cNvPr>
          <p:cNvSpPr txBox="1"/>
          <p:nvPr/>
        </p:nvSpPr>
        <p:spPr>
          <a:xfrm>
            <a:off x="6248400" y="6022975"/>
            <a:ext cx="5567082" cy="1131079"/>
          </a:xfrm>
          <a:prstGeom prst="rect">
            <a:avLst/>
          </a:prstGeom>
          <a:noFill/>
        </p:spPr>
        <p:txBody>
          <a:bodyPr wrap="square" rtlCol="0">
            <a:spAutoFit/>
          </a:bodyPr>
          <a:lstStyle/>
          <a:p>
            <a:pPr algn="ctr">
              <a:lnSpc>
                <a:spcPct val="150000"/>
              </a:lnSpc>
            </a:pPr>
            <a:r>
              <a:rPr lang="en-GB" sz="1050" dirty="0">
                <a:solidFill>
                  <a:schemeClr val="bg2">
                    <a:lumMod val="50000"/>
                  </a:schemeClr>
                </a:solidFill>
                <a:latin typeface="Nexa-Light" panose="01000000000000000000" pitchFamily="2" charset="0"/>
              </a:rPr>
              <a:t>Image process for automatic marker detection</a:t>
            </a:r>
            <a:br>
              <a:rPr lang="en-GB" sz="1050" dirty="0">
                <a:solidFill>
                  <a:schemeClr val="bg2">
                    <a:lumMod val="50000"/>
                  </a:schemeClr>
                </a:solidFill>
                <a:latin typeface="Nexa-Light" panose="01000000000000000000" pitchFamily="2" charset="0"/>
              </a:rPr>
            </a:br>
            <a:r>
              <a:rPr lang="en-GB" sz="1050" dirty="0">
                <a:solidFill>
                  <a:schemeClr val="bg2">
                    <a:lumMod val="50000"/>
                  </a:schemeClr>
                </a:solidFill>
                <a:latin typeface="Nexa-Light" panose="01000000000000000000" pitchFamily="2" charset="0"/>
              </a:rPr>
              <a:t>(a) Original Image, (b) Local threshold-</a:t>
            </a:r>
            <a:r>
              <a:rPr lang="en-GB" sz="1050" dirty="0" err="1">
                <a:solidFill>
                  <a:schemeClr val="bg2">
                    <a:lumMod val="50000"/>
                  </a:schemeClr>
                </a:solidFill>
                <a:latin typeface="Nexa-Light" panose="01000000000000000000" pitchFamily="2" charset="0"/>
              </a:rPr>
              <a:t>ing</a:t>
            </a:r>
            <a:r>
              <a:rPr lang="en-GB" sz="1050" dirty="0">
                <a:solidFill>
                  <a:schemeClr val="bg2">
                    <a:lumMod val="50000"/>
                  </a:schemeClr>
                </a:solidFill>
                <a:latin typeface="Nexa-Light" panose="01000000000000000000" pitchFamily="2" charset="0"/>
              </a:rPr>
              <a:t>. (c) Contour detection results</a:t>
            </a:r>
          </a:p>
          <a:p>
            <a:pPr algn="ctr">
              <a:lnSpc>
                <a:spcPct val="150000"/>
              </a:lnSpc>
            </a:pPr>
            <a:r>
              <a:rPr lang="en-GB" sz="1050" i="1" dirty="0">
                <a:solidFill>
                  <a:schemeClr val="bg2">
                    <a:lumMod val="50000"/>
                  </a:schemeClr>
                </a:solidFill>
                <a:latin typeface="Nexa-Light" panose="01000000000000000000" pitchFamily="2" charset="0"/>
              </a:rPr>
              <a:t>(</a:t>
            </a:r>
            <a:r>
              <a:rPr lang="es-ES" sz="1050" i="1" dirty="0">
                <a:solidFill>
                  <a:schemeClr val="bg2">
                    <a:lumMod val="50000"/>
                  </a:schemeClr>
                </a:solidFill>
                <a:latin typeface="Nexa-Light" panose="01000000000000000000" pitchFamily="2" charset="0"/>
              </a:rPr>
              <a:t>Garrido-Jurado, S., Muñoz-Salinas, R., 2014</a:t>
            </a:r>
            <a:r>
              <a:rPr lang="en-GB" sz="1050" i="1" dirty="0">
                <a:solidFill>
                  <a:schemeClr val="bg2">
                    <a:lumMod val="50000"/>
                  </a:schemeClr>
                </a:solidFill>
                <a:latin typeface="Nexa-Light" panose="01000000000000000000" pitchFamily="2" charset="0"/>
              </a:rPr>
              <a:t>)</a:t>
            </a:r>
          </a:p>
          <a:p>
            <a:pPr algn="ctr"/>
            <a:endParaRPr lang="en-GB" b="1" dirty="0"/>
          </a:p>
        </p:txBody>
      </p:sp>
    </p:spTree>
    <p:extLst>
      <p:ext uri="{BB962C8B-B14F-4D97-AF65-F5344CB8AC3E}">
        <p14:creationId xmlns:p14="http://schemas.microsoft.com/office/powerpoint/2010/main" val="21348556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C8537C9-35E8-22FA-AB4B-1A7B148D3603}"/>
              </a:ext>
            </a:extLst>
          </p:cNvPr>
          <p:cNvSpPr>
            <a:spLocks noGrp="1"/>
          </p:cNvSpPr>
          <p:nvPr>
            <p:ph sz="half" idx="1"/>
          </p:nvPr>
        </p:nvSpPr>
        <p:spPr>
          <a:xfrm>
            <a:off x="143437" y="1712259"/>
            <a:ext cx="5495364" cy="5025002"/>
          </a:xfrm>
        </p:spPr>
        <p:txBody>
          <a:bodyPr>
            <a:normAutofit fontScale="25000" lnSpcReduction="20000"/>
          </a:bodyPr>
          <a:lstStyle/>
          <a:p>
            <a:pPr marL="0" indent="0">
              <a:buNone/>
            </a:pPr>
            <a:r>
              <a:rPr lang="en-GB" sz="7200" dirty="0">
                <a:latin typeface="Nexa Bold" panose="02000000000000000000" pitchFamily="50" charset="0"/>
              </a:rPr>
              <a:t>What is a dictionary?</a:t>
            </a:r>
          </a:p>
          <a:p>
            <a:pPr>
              <a:lnSpc>
                <a:spcPct val="170000"/>
              </a:lnSpc>
            </a:pPr>
            <a:r>
              <a:rPr lang="en-GB" sz="5600" dirty="0"/>
              <a:t>A dictionary of markers a list of binary codifications of each of its markers.</a:t>
            </a:r>
          </a:p>
          <a:p>
            <a:pPr>
              <a:lnSpc>
                <a:spcPct val="170000"/>
              </a:lnSpc>
            </a:pPr>
            <a:r>
              <a:rPr lang="en-GB" sz="5600" dirty="0"/>
              <a:t>The main properties of a dictionary are the dictionary size and the marker size.</a:t>
            </a:r>
          </a:p>
          <a:p>
            <a:pPr>
              <a:lnSpc>
                <a:spcPct val="170000"/>
              </a:lnSpc>
            </a:pPr>
            <a:r>
              <a:rPr lang="en-GB" sz="5600" dirty="0"/>
              <a:t>The dictionary size is the number of markers that compose the dictionary.</a:t>
            </a:r>
          </a:p>
          <a:p>
            <a:pPr>
              <a:lnSpc>
                <a:spcPct val="170000"/>
              </a:lnSpc>
            </a:pPr>
            <a:r>
              <a:rPr lang="en-GB" sz="5600" dirty="0"/>
              <a:t>The marker size is the size of those markers (the number of bits).</a:t>
            </a:r>
          </a:p>
          <a:p>
            <a:pPr>
              <a:lnSpc>
                <a:spcPct val="170000"/>
              </a:lnSpc>
            </a:pPr>
            <a:r>
              <a:rPr lang="en-GB" sz="5600" dirty="0"/>
              <a:t>ArUco Library does not convert the code values to a decimal value, for efficiency purposes.</a:t>
            </a:r>
          </a:p>
          <a:p>
            <a:pPr>
              <a:lnSpc>
                <a:spcPct val="170000"/>
              </a:lnSpc>
            </a:pPr>
            <a:r>
              <a:rPr lang="en-GB" sz="5600" dirty="0"/>
              <a:t>Instead, it detects the marker id simply by obtaining the marker index of the dictionary it belongs to. </a:t>
            </a:r>
          </a:p>
        </p:txBody>
      </p:sp>
      <p:pic>
        <p:nvPicPr>
          <p:cNvPr id="5" name="Content Placeholder 4">
            <a:extLst>
              <a:ext uri="{FF2B5EF4-FFF2-40B4-BE49-F238E27FC236}">
                <a16:creationId xmlns:a16="http://schemas.microsoft.com/office/drawing/2014/main" id="{6FF58628-6BBC-960F-0B3D-BF959DACAB01}"/>
              </a:ext>
            </a:extLst>
          </p:cNvPr>
          <p:cNvPicPr>
            <a:picLocks noGrp="1" noChangeAspect="1"/>
          </p:cNvPicPr>
          <p:nvPr>
            <p:ph sz="half" idx="2"/>
          </p:nvPr>
        </p:nvPicPr>
        <p:blipFill>
          <a:blip r:embed="rId2"/>
          <a:stretch>
            <a:fillRect/>
          </a:stretch>
        </p:blipFill>
        <p:spPr>
          <a:xfrm>
            <a:off x="6347012" y="2301922"/>
            <a:ext cx="5844988" cy="3287806"/>
          </a:xfrm>
          <a:prstGeom prst="rect">
            <a:avLst/>
          </a:prstGeom>
        </p:spPr>
      </p:pic>
      <p:sp>
        <p:nvSpPr>
          <p:cNvPr id="4" name="Title 3">
            <a:extLst>
              <a:ext uri="{FF2B5EF4-FFF2-40B4-BE49-F238E27FC236}">
                <a16:creationId xmlns:a16="http://schemas.microsoft.com/office/drawing/2014/main" id="{3551D5EC-8E26-8859-224E-F4A496159352}"/>
              </a:ext>
            </a:extLst>
          </p:cNvPr>
          <p:cNvSpPr>
            <a:spLocks noGrp="1"/>
          </p:cNvSpPr>
          <p:nvPr>
            <p:ph type="title"/>
          </p:nvPr>
        </p:nvSpPr>
        <p:spPr/>
        <p:txBody>
          <a:bodyPr/>
          <a:lstStyle/>
          <a:p>
            <a:r>
              <a:rPr lang="en-GB" dirty="0"/>
              <a:t>ArUco Markers</a:t>
            </a:r>
          </a:p>
        </p:txBody>
      </p:sp>
      <p:sp>
        <p:nvSpPr>
          <p:cNvPr id="6" name="TextBox 5">
            <a:extLst>
              <a:ext uri="{FF2B5EF4-FFF2-40B4-BE49-F238E27FC236}">
                <a16:creationId xmlns:a16="http://schemas.microsoft.com/office/drawing/2014/main" id="{0AC25AD7-E34C-02C2-0DAF-C08D04E5C0DA}"/>
              </a:ext>
            </a:extLst>
          </p:cNvPr>
          <p:cNvSpPr txBox="1"/>
          <p:nvPr/>
        </p:nvSpPr>
        <p:spPr>
          <a:xfrm>
            <a:off x="6485965" y="5746377"/>
            <a:ext cx="5567082" cy="569964"/>
          </a:xfrm>
          <a:prstGeom prst="rect">
            <a:avLst/>
          </a:prstGeom>
          <a:noFill/>
        </p:spPr>
        <p:txBody>
          <a:bodyPr wrap="square" rtlCol="0">
            <a:spAutoFit/>
          </a:bodyPr>
          <a:lstStyle/>
          <a:p>
            <a:pPr algn="ctr">
              <a:lnSpc>
                <a:spcPct val="150000"/>
              </a:lnSpc>
            </a:pPr>
            <a:r>
              <a:rPr lang="en-GB" sz="1100" dirty="0">
                <a:solidFill>
                  <a:schemeClr val="bg2">
                    <a:lumMod val="50000"/>
                  </a:schemeClr>
                </a:solidFill>
                <a:latin typeface="Nexa-Light" panose="01000000000000000000" pitchFamily="2" charset="0"/>
              </a:rPr>
              <a:t>ArUco Markers that belong to the dictionary class 4x4_50</a:t>
            </a:r>
          </a:p>
          <a:p>
            <a:pPr algn="ctr">
              <a:lnSpc>
                <a:spcPct val="150000"/>
              </a:lnSpc>
            </a:pPr>
            <a:r>
              <a:rPr lang="en-GB" sz="1100" dirty="0">
                <a:solidFill>
                  <a:schemeClr val="bg2">
                    <a:lumMod val="50000"/>
                  </a:schemeClr>
                </a:solidFill>
                <a:latin typeface="Nexa-Light" panose="01000000000000000000" pitchFamily="2" charset="0"/>
              </a:rPr>
              <a:t>4x4 (Number of bits), 50 Dictionary Size.</a:t>
            </a:r>
          </a:p>
        </p:txBody>
      </p:sp>
    </p:spTree>
    <p:extLst>
      <p:ext uri="{BB962C8B-B14F-4D97-AF65-F5344CB8AC3E}">
        <p14:creationId xmlns:p14="http://schemas.microsoft.com/office/powerpoint/2010/main" val="16766267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C8537C9-35E8-22FA-AB4B-1A7B148D3603}"/>
              </a:ext>
            </a:extLst>
          </p:cNvPr>
          <p:cNvSpPr>
            <a:spLocks noGrp="1"/>
          </p:cNvSpPr>
          <p:nvPr>
            <p:ph sz="half" idx="1"/>
          </p:nvPr>
        </p:nvSpPr>
        <p:spPr>
          <a:xfrm>
            <a:off x="186267" y="1446302"/>
            <a:ext cx="6187639" cy="5290959"/>
          </a:xfrm>
        </p:spPr>
        <p:txBody>
          <a:bodyPr>
            <a:normAutofit fontScale="92500"/>
          </a:bodyPr>
          <a:lstStyle/>
          <a:p>
            <a:pPr marL="0" indent="0">
              <a:lnSpc>
                <a:spcPct val="150000"/>
              </a:lnSpc>
              <a:buNone/>
            </a:pPr>
            <a:r>
              <a:rPr lang="en-GB" sz="1800" b="1" dirty="0">
                <a:latin typeface="Nexa-Regular" panose="01000000000000000000" pitchFamily="2" charset="0"/>
              </a:rPr>
              <a:t>Second step: Marker Identification.</a:t>
            </a:r>
          </a:p>
          <a:p>
            <a:pPr marL="179388" lvl="2" indent="-179388">
              <a:lnSpc>
                <a:spcPct val="150000"/>
              </a:lnSpc>
            </a:pPr>
            <a:r>
              <a:rPr lang="en-GB" sz="1500" dirty="0"/>
              <a:t>This process begins by applying a perspective transformation to obtain a square shape. </a:t>
            </a:r>
          </a:p>
          <a:p>
            <a:pPr marL="179388" lvl="2" indent="-179388">
              <a:lnSpc>
                <a:spcPct val="150000"/>
              </a:lnSpc>
            </a:pPr>
            <a:r>
              <a:rPr lang="en-GB" sz="1500" dirty="0"/>
              <a:t>The image is then </a:t>
            </a:r>
            <a:r>
              <a:rPr lang="en-GB" sz="1500" dirty="0" err="1"/>
              <a:t>thresholded</a:t>
            </a:r>
            <a:r>
              <a:rPr lang="en-GB" sz="1500" dirty="0"/>
              <a:t> using Otsu’s method to separate the white and black parts. </a:t>
            </a:r>
          </a:p>
          <a:p>
            <a:pPr marL="179388" lvl="2" indent="-179388">
              <a:lnSpc>
                <a:spcPct val="150000"/>
              </a:lnSpc>
            </a:pPr>
            <a:r>
              <a:rPr lang="en-GB" sz="1500" dirty="0"/>
              <a:t>The marker is divided into a grid, and the value of each element is assigned depending on the values of the majority of the pixels. </a:t>
            </a:r>
          </a:p>
          <a:p>
            <a:pPr marL="179388" lvl="2" indent="-179388">
              <a:lnSpc>
                <a:spcPct val="150000"/>
              </a:lnSpc>
            </a:pPr>
            <a:r>
              <a:rPr lang="en-GB" sz="1500" dirty="0"/>
              <a:t>Using these values, the binary code of the candidate marker can be obtained. </a:t>
            </a:r>
          </a:p>
          <a:p>
            <a:pPr marL="179388" lvl="2" indent="-179388">
              <a:lnSpc>
                <a:spcPct val="150000"/>
              </a:lnSpc>
            </a:pPr>
            <a:r>
              <a:rPr lang="en-GB" sz="1500" dirty="0"/>
              <a:t>Since the markers can be rotated, four sets of binary codes can be obtained, each corresponding to a different clockwise rotation order starting point. </a:t>
            </a:r>
          </a:p>
          <a:p>
            <a:pPr marL="179388" lvl="2" indent="-179388">
              <a:lnSpc>
                <a:spcPct val="150000"/>
              </a:lnSpc>
            </a:pPr>
            <a:r>
              <a:rPr lang="en-GB" sz="1500" dirty="0"/>
              <a:t>Comparing these four binary codes with the marker dictionary, it is possible to identify the marker.</a:t>
            </a:r>
          </a:p>
        </p:txBody>
      </p:sp>
      <p:sp>
        <p:nvSpPr>
          <p:cNvPr id="4" name="Title 3">
            <a:extLst>
              <a:ext uri="{FF2B5EF4-FFF2-40B4-BE49-F238E27FC236}">
                <a16:creationId xmlns:a16="http://schemas.microsoft.com/office/drawing/2014/main" id="{3551D5EC-8E26-8859-224E-F4A496159352}"/>
              </a:ext>
            </a:extLst>
          </p:cNvPr>
          <p:cNvSpPr>
            <a:spLocks noGrp="1"/>
          </p:cNvSpPr>
          <p:nvPr>
            <p:ph type="title"/>
          </p:nvPr>
        </p:nvSpPr>
        <p:spPr/>
        <p:txBody>
          <a:bodyPr/>
          <a:lstStyle/>
          <a:p>
            <a:r>
              <a:rPr lang="en-GB" dirty="0"/>
              <a:t>ArUco Markers</a:t>
            </a:r>
          </a:p>
        </p:txBody>
      </p:sp>
      <p:sp>
        <p:nvSpPr>
          <p:cNvPr id="6" name="TextBox 5">
            <a:extLst>
              <a:ext uri="{FF2B5EF4-FFF2-40B4-BE49-F238E27FC236}">
                <a16:creationId xmlns:a16="http://schemas.microsoft.com/office/drawing/2014/main" id="{BD85C148-8F16-F832-17EC-B258E913704E}"/>
              </a:ext>
            </a:extLst>
          </p:cNvPr>
          <p:cNvSpPr txBox="1"/>
          <p:nvPr/>
        </p:nvSpPr>
        <p:spPr>
          <a:xfrm>
            <a:off x="7467600" y="5866710"/>
            <a:ext cx="4724400" cy="1096454"/>
          </a:xfrm>
          <a:prstGeom prst="rect">
            <a:avLst/>
          </a:prstGeom>
          <a:noFill/>
        </p:spPr>
        <p:txBody>
          <a:bodyPr wrap="square" rtlCol="0">
            <a:spAutoFit/>
          </a:bodyPr>
          <a:lstStyle/>
          <a:p>
            <a:pPr algn="ctr">
              <a:lnSpc>
                <a:spcPct val="150000"/>
              </a:lnSpc>
            </a:pPr>
            <a:r>
              <a:rPr lang="en-GB" sz="1050" dirty="0">
                <a:solidFill>
                  <a:schemeClr val="bg2">
                    <a:lumMod val="50000"/>
                  </a:schemeClr>
                </a:solidFill>
                <a:latin typeface="Nexa-Light" panose="01000000000000000000" pitchFamily="2" charset="0"/>
              </a:rPr>
              <a:t>Image process for automatic marker detection</a:t>
            </a:r>
            <a:br>
              <a:rPr lang="en-GB" sz="1050" dirty="0">
                <a:solidFill>
                  <a:schemeClr val="bg2">
                    <a:lumMod val="50000"/>
                  </a:schemeClr>
                </a:solidFill>
                <a:latin typeface="Nexa-Light" panose="01000000000000000000" pitchFamily="2" charset="0"/>
              </a:rPr>
            </a:br>
            <a:r>
              <a:rPr lang="en-GB" sz="1050" dirty="0">
                <a:solidFill>
                  <a:schemeClr val="bg2">
                    <a:lumMod val="50000"/>
                  </a:schemeClr>
                </a:solidFill>
                <a:latin typeface="Nexa-Light" panose="01000000000000000000" pitchFamily="2" charset="0"/>
              </a:rPr>
              <a:t>(a) Perspective transformation and threshold, (b)Grid. (c) Binary code.</a:t>
            </a:r>
          </a:p>
          <a:p>
            <a:pPr algn="ctr">
              <a:lnSpc>
                <a:spcPct val="150000"/>
              </a:lnSpc>
            </a:pPr>
            <a:r>
              <a:rPr lang="en-GB" sz="1050" i="1" dirty="0">
                <a:solidFill>
                  <a:schemeClr val="bg2">
                    <a:lumMod val="50000"/>
                  </a:schemeClr>
                </a:solidFill>
                <a:latin typeface="Nexa-Light" panose="01000000000000000000" pitchFamily="2" charset="0"/>
              </a:rPr>
              <a:t>(</a:t>
            </a:r>
            <a:r>
              <a:rPr lang="es-ES" sz="1050" i="1" dirty="0">
                <a:solidFill>
                  <a:schemeClr val="bg2">
                    <a:lumMod val="50000"/>
                  </a:schemeClr>
                </a:solidFill>
                <a:latin typeface="Nexa-Light" panose="01000000000000000000" pitchFamily="2" charset="0"/>
              </a:rPr>
              <a:t>Garrido-Jurado, S., Muñoz-Salinas, R., 2014</a:t>
            </a:r>
            <a:r>
              <a:rPr lang="en-GB" sz="1050" i="1" dirty="0">
                <a:solidFill>
                  <a:schemeClr val="bg2">
                    <a:lumMod val="50000"/>
                  </a:schemeClr>
                </a:solidFill>
                <a:latin typeface="Nexa-Light" panose="01000000000000000000" pitchFamily="2" charset="0"/>
              </a:rPr>
              <a:t>)</a:t>
            </a:r>
          </a:p>
          <a:p>
            <a:endParaRPr lang="en-GB" b="1" dirty="0"/>
          </a:p>
        </p:txBody>
      </p:sp>
      <p:pic>
        <p:nvPicPr>
          <p:cNvPr id="8" name="Content Placeholder 7">
            <a:extLst>
              <a:ext uri="{FF2B5EF4-FFF2-40B4-BE49-F238E27FC236}">
                <a16:creationId xmlns:a16="http://schemas.microsoft.com/office/drawing/2014/main" id="{B7139208-7CD9-6671-0473-6062BCEBB71E}"/>
              </a:ext>
            </a:extLst>
          </p:cNvPr>
          <p:cNvPicPr>
            <a:picLocks noGrp="1" noChangeAspect="1"/>
          </p:cNvPicPr>
          <p:nvPr>
            <p:ph sz="half" idx="2"/>
          </p:nvPr>
        </p:nvPicPr>
        <p:blipFill>
          <a:blip r:embed="rId2"/>
          <a:stretch>
            <a:fillRect/>
          </a:stretch>
        </p:blipFill>
        <p:spPr>
          <a:xfrm>
            <a:off x="7859059" y="1684492"/>
            <a:ext cx="3377477" cy="4182218"/>
          </a:xfrm>
          <a:prstGeom prst="rect">
            <a:avLst/>
          </a:prstGeom>
        </p:spPr>
      </p:pic>
    </p:spTree>
    <p:extLst>
      <p:ext uri="{BB962C8B-B14F-4D97-AF65-F5344CB8AC3E}">
        <p14:creationId xmlns:p14="http://schemas.microsoft.com/office/powerpoint/2010/main" val="503527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C8537C9-35E8-22FA-AB4B-1A7B148D3603}"/>
              </a:ext>
            </a:extLst>
          </p:cNvPr>
          <p:cNvSpPr>
            <a:spLocks noGrp="1"/>
          </p:cNvSpPr>
          <p:nvPr>
            <p:ph sz="half" idx="1"/>
          </p:nvPr>
        </p:nvSpPr>
        <p:spPr>
          <a:xfrm>
            <a:off x="186267" y="1446302"/>
            <a:ext cx="6773333" cy="5290959"/>
          </a:xfrm>
        </p:spPr>
        <p:txBody>
          <a:bodyPr>
            <a:normAutofit/>
          </a:bodyPr>
          <a:lstStyle/>
          <a:p>
            <a:pPr marL="0" indent="0">
              <a:lnSpc>
                <a:spcPct val="150000"/>
              </a:lnSpc>
              <a:buNone/>
            </a:pPr>
            <a:r>
              <a:rPr lang="en-GB" sz="1800" b="1" dirty="0">
                <a:latin typeface="Nexa-Regular" panose="01000000000000000000" pitchFamily="2" charset="0"/>
              </a:rPr>
              <a:t>Final Step: Corner refinement and pose estimation.</a:t>
            </a:r>
          </a:p>
          <a:p>
            <a:pPr marL="0" indent="0">
              <a:lnSpc>
                <a:spcPct val="150000"/>
              </a:lnSpc>
              <a:buNone/>
            </a:pPr>
            <a:endParaRPr lang="en-GB" sz="1800" b="1" dirty="0">
              <a:latin typeface="Nexa-Regular" panose="01000000000000000000" pitchFamily="2" charset="0"/>
            </a:endParaRPr>
          </a:p>
          <a:p>
            <a:pPr marL="179388" lvl="2" indent="-179388">
              <a:lnSpc>
                <a:spcPct val="150000"/>
              </a:lnSpc>
            </a:pPr>
            <a:r>
              <a:rPr lang="en-GB" sz="1600" dirty="0"/>
              <a:t>If a marker is detected, its pose with respect to the camera is estimated using different algorithms. </a:t>
            </a:r>
          </a:p>
          <a:p>
            <a:pPr marL="179388" lvl="2" indent="-179388">
              <a:lnSpc>
                <a:spcPct val="150000"/>
              </a:lnSpc>
            </a:pPr>
            <a:r>
              <a:rPr lang="en-GB" sz="1600" dirty="0"/>
              <a:t>This is known as the PnP (Perspective- n-point) problem, which is an inverse problem projection of the camera.</a:t>
            </a:r>
          </a:p>
          <a:p>
            <a:pPr marL="179388" lvl="2" indent="-179388">
              <a:lnSpc>
                <a:spcPct val="150000"/>
              </a:lnSpc>
            </a:pPr>
            <a:r>
              <a:rPr lang="en-GB" sz="1600" dirty="0"/>
              <a:t>For some cases, a linear regression of the pixels on the side of the marker, size and shape, is used, to calculate the line intersections, obtaining its pose. </a:t>
            </a:r>
          </a:p>
        </p:txBody>
      </p:sp>
      <p:sp>
        <p:nvSpPr>
          <p:cNvPr id="4" name="Title 3">
            <a:extLst>
              <a:ext uri="{FF2B5EF4-FFF2-40B4-BE49-F238E27FC236}">
                <a16:creationId xmlns:a16="http://schemas.microsoft.com/office/drawing/2014/main" id="{3551D5EC-8E26-8859-224E-F4A496159352}"/>
              </a:ext>
            </a:extLst>
          </p:cNvPr>
          <p:cNvSpPr>
            <a:spLocks noGrp="1"/>
          </p:cNvSpPr>
          <p:nvPr>
            <p:ph type="title"/>
          </p:nvPr>
        </p:nvSpPr>
        <p:spPr/>
        <p:txBody>
          <a:bodyPr/>
          <a:lstStyle/>
          <a:p>
            <a:r>
              <a:rPr lang="en-GB" dirty="0"/>
              <a:t>ArUco Markers</a:t>
            </a:r>
          </a:p>
        </p:txBody>
      </p:sp>
      <p:sp>
        <p:nvSpPr>
          <p:cNvPr id="6" name="TextBox 5">
            <a:extLst>
              <a:ext uri="{FF2B5EF4-FFF2-40B4-BE49-F238E27FC236}">
                <a16:creationId xmlns:a16="http://schemas.microsoft.com/office/drawing/2014/main" id="{BD85C148-8F16-F832-17EC-B258E913704E}"/>
              </a:ext>
            </a:extLst>
          </p:cNvPr>
          <p:cNvSpPr txBox="1"/>
          <p:nvPr/>
        </p:nvSpPr>
        <p:spPr>
          <a:xfrm>
            <a:off x="7843666" y="5423648"/>
            <a:ext cx="3992282" cy="877163"/>
          </a:xfrm>
          <a:prstGeom prst="rect">
            <a:avLst/>
          </a:prstGeom>
          <a:noFill/>
        </p:spPr>
        <p:txBody>
          <a:bodyPr wrap="square" rtlCol="0">
            <a:spAutoFit/>
          </a:bodyPr>
          <a:lstStyle/>
          <a:p>
            <a:pPr algn="l">
              <a:lnSpc>
                <a:spcPct val="150000"/>
              </a:lnSpc>
            </a:pPr>
            <a:r>
              <a:rPr lang="en-GB" sz="1050" dirty="0">
                <a:solidFill>
                  <a:schemeClr val="bg2">
                    <a:lumMod val="50000"/>
                  </a:schemeClr>
                </a:solidFill>
                <a:latin typeface="Nexa-Light" panose="01000000000000000000" pitchFamily="2" charset="0"/>
              </a:rPr>
              <a:t>ArUco pose detection and marker Identification </a:t>
            </a:r>
            <a:r>
              <a:rPr lang="en-GB" sz="1050" i="1" dirty="0">
                <a:solidFill>
                  <a:schemeClr val="bg2">
                    <a:lumMod val="50000"/>
                  </a:schemeClr>
                </a:solidFill>
                <a:latin typeface="Nexa-Light" panose="01000000000000000000" pitchFamily="2" charset="0"/>
              </a:rPr>
              <a:t>(OpenCV Detection of ArUco Markers Tutorial, 2023)</a:t>
            </a:r>
          </a:p>
          <a:p>
            <a:endParaRPr lang="en-GB" b="1" dirty="0"/>
          </a:p>
        </p:txBody>
      </p:sp>
      <p:pic>
        <p:nvPicPr>
          <p:cNvPr id="1026" name="Picture 2">
            <a:extLst>
              <a:ext uri="{FF2B5EF4-FFF2-40B4-BE49-F238E27FC236}">
                <a16:creationId xmlns:a16="http://schemas.microsoft.com/office/drawing/2014/main" id="{005AF283-9C15-E744-207E-9F21FA9EFC7D}"/>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7605494" y="2366681"/>
            <a:ext cx="3873812" cy="29053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980538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12BB27-43FB-C03B-7F8A-3BB092FFE5EA}"/>
              </a:ext>
            </a:extLst>
          </p:cNvPr>
          <p:cNvSpPr>
            <a:spLocks noGrp="1"/>
          </p:cNvSpPr>
          <p:nvPr>
            <p:ph type="ctrTitle"/>
          </p:nvPr>
        </p:nvSpPr>
        <p:spPr/>
        <p:txBody>
          <a:bodyPr/>
          <a:lstStyle/>
          <a:p>
            <a:r>
              <a:rPr lang="en-GB" dirty="0"/>
              <a:t>ArUco Markers</a:t>
            </a:r>
          </a:p>
        </p:txBody>
      </p:sp>
      <p:sp>
        <p:nvSpPr>
          <p:cNvPr id="3" name="Subtitle 2">
            <a:extLst>
              <a:ext uri="{FF2B5EF4-FFF2-40B4-BE49-F238E27FC236}">
                <a16:creationId xmlns:a16="http://schemas.microsoft.com/office/drawing/2014/main" id="{B4B2EF72-B2C4-3ED4-D056-4316CD72C01F}"/>
              </a:ext>
            </a:extLst>
          </p:cNvPr>
          <p:cNvSpPr>
            <a:spLocks noGrp="1"/>
          </p:cNvSpPr>
          <p:nvPr>
            <p:ph type="subTitle" idx="1"/>
          </p:nvPr>
        </p:nvSpPr>
        <p:spPr/>
        <p:txBody>
          <a:bodyPr>
            <a:normAutofit fontScale="92500" lnSpcReduction="20000"/>
          </a:bodyPr>
          <a:lstStyle/>
          <a:p>
            <a:r>
              <a:rPr lang="en-GB" dirty="0"/>
              <a:t>How to install the ArUco Library (Windows/Ubuntu)</a:t>
            </a:r>
          </a:p>
        </p:txBody>
      </p:sp>
    </p:spTree>
    <p:extLst>
      <p:ext uri="{BB962C8B-B14F-4D97-AF65-F5344CB8AC3E}">
        <p14:creationId xmlns:p14="http://schemas.microsoft.com/office/powerpoint/2010/main" val="16914947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D2854A3-7EC7-2F72-E24E-E0ACDAAF9679}"/>
              </a:ext>
            </a:extLst>
          </p:cNvPr>
          <p:cNvSpPr>
            <a:spLocks noGrp="1"/>
          </p:cNvSpPr>
          <p:nvPr>
            <p:ph sz="half" idx="1"/>
          </p:nvPr>
        </p:nvSpPr>
        <p:spPr/>
        <p:txBody>
          <a:bodyPr>
            <a:normAutofit lnSpcReduction="10000"/>
          </a:bodyPr>
          <a:lstStyle/>
          <a:p>
            <a:pPr marL="0" indent="0">
              <a:buNone/>
            </a:pPr>
            <a:r>
              <a:rPr lang="en-GB" sz="2000" dirty="0">
                <a:latin typeface="Nexa-Bold" panose="01000000000000000000" pitchFamily="2" charset="0"/>
              </a:rPr>
              <a:t>On a Windows/Ubuntu computer</a:t>
            </a:r>
          </a:p>
          <a:p>
            <a:pPr marL="0" indent="0">
              <a:buNone/>
            </a:pPr>
            <a:r>
              <a:rPr lang="en-GB" sz="1400" dirty="0">
                <a:latin typeface="Nexa-Regular" panose="01000000000000000000" pitchFamily="2" charset="0"/>
              </a:rPr>
              <a:t>Install the Open CV-</a:t>
            </a:r>
            <a:r>
              <a:rPr lang="en-GB" sz="1400" dirty="0" err="1">
                <a:latin typeface="Nexa-Regular" panose="01000000000000000000" pitchFamily="2" charset="0"/>
              </a:rPr>
              <a:t>contrib</a:t>
            </a:r>
            <a:r>
              <a:rPr lang="en-GB" sz="1400" dirty="0">
                <a:latin typeface="Nexa-Regular" panose="01000000000000000000" pitchFamily="2" charset="0"/>
              </a:rPr>
              <a:t> Python library</a:t>
            </a:r>
          </a:p>
          <a:p>
            <a:pPr marL="0" indent="0">
              <a:lnSpc>
                <a:spcPct val="150000"/>
              </a:lnSpc>
              <a:buNone/>
            </a:pPr>
            <a:r>
              <a:rPr lang="en-GB" sz="1400" dirty="0">
                <a:latin typeface="Nexa-Regular" panose="01000000000000000000" pitchFamily="2" charset="0"/>
              </a:rPr>
              <a:t>These instructions are for installing the Open CV library on a Windows/Ubuntu machine. </a:t>
            </a:r>
            <a:r>
              <a:rPr lang="en-GB" sz="1400" b="1" u="sng" dirty="0">
                <a:latin typeface="Nexa-Regular" panose="01000000000000000000" pitchFamily="2" charset="0"/>
              </a:rPr>
              <a:t>Not to be followed for the Jetson Nano.</a:t>
            </a:r>
          </a:p>
          <a:p>
            <a:pPr marL="0" indent="0">
              <a:buNone/>
            </a:pPr>
            <a:endParaRPr lang="en-GB" sz="1600" dirty="0">
              <a:latin typeface="Nexa-Regular" panose="01000000000000000000" pitchFamily="2" charset="0"/>
            </a:endParaRPr>
          </a:p>
          <a:p>
            <a:pPr marL="358775" lvl="1" indent="-179388"/>
            <a:r>
              <a:rPr lang="en-GB" sz="1400" dirty="0">
                <a:latin typeface="Nexa-Regular" panose="01000000000000000000" pitchFamily="2" charset="0"/>
              </a:rPr>
              <a:t>Requirements</a:t>
            </a:r>
          </a:p>
          <a:p>
            <a:pPr marL="358775" lvl="1" indent="-179388"/>
            <a:endParaRPr lang="en-GB" sz="1400" dirty="0"/>
          </a:p>
          <a:p>
            <a:pPr marL="717550" lvl="2" indent="-179388" eaLnBrk="0" fontAlgn="base" hangingPunct="0">
              <a:lnSpc>
                <a:spcPct val="150000"/>
              </a:lnSpc>
              <a:spcBef>
                <a:spcPct val="0"/>
              </a:spcBef>
              <a:spcAft>
                <a:spcPct val="0"/>
              </a:spcAft>
            </a:pPr>
            <a:r>
              <a:rPr lang="en-US" altLang="en-US" sz="1200" dirty="0"/>
              <a:t> Python 3.x (3.4+) or Python 2.7.x from </a:t>
            </a:r>
            <a:r>
              <a:rPr lang="en-US" altLang="en-US" sz="1200" dirty="0">
                <a:hlinkClick r:id="rId2">
                  <a:extLst>
                    <a:ext uri="{A12FA001-AC4F-418D-AE19-62706E023703}">
                      <ahyp:hlinkClr xmlns:ahyp="http://schemas.microsoft.com/office/drawing/2018/hyperlinkcolor" val="tx"/>
                    </a:ext>
                  </a:extLst>
                </a:hlinkClick>
              </a:rPr>
              <a:t>here</a:t>
            </a:r>
            <a:r>
              <a:rPr lang="en-US" altLang="en-US" sz="1200" dirty="0"/>
              <a:t>.</a:t>
            </a:r>
          </a:p>
          <a:p>
            <a:pPr marL="717550" lvl="2" indent="-179388" eaLnBrk="0" fontAlgn="base" hangingPunct="0">
              <a:lnSpc>
                <a:spcPct val="150000"/>
              </a:lnSpc>
              <a:spcBef>
                <a:spcPct val="0"/>
              </a:spcBef>
              <a:spcAft>
                <a:spcPct val="0"/>
              </a:spcAft>
            </a:pPr>
            <a:endParaRPr lang="en-US" altLang="en-US" sz="1200" dirty="0"/>
          </a:p>
          <a:p>
            <a:pPr marL="717550" lvl="2" indent="-179388" eaLnBrk="0" fontAlgn="base" hangingPunct="0">
              <a:lnSpc>
                <a:spcPct val="150000"/>
              </a:lnSpc>
              <a:spcBef>
                <a:spcPct val="0"/>
              </a:spcBef>
              <a:spcAft>
                <a:spcPct val="0"/>
              </a:spcAft>
            </a:pPr>
            <a:r>
              <a:rPr lang="en-US" altLang="en-US" sz="1200" dirty="0"/>
              <a:t>NumPy package (for example, using </a:t>
            </a:r>
            <a:r>
              <a:rPr lang="en-US" altLang="en-US" sz="1200" i="1" dirty="0"/>
              <a:t>pip install </a:t>
            </a:r>
            <a:r>
              <a:rPr lang="en-US" altLang="en-US" sz="1200" i="1" dirty="0" err="1"/>
              <a:t>numpy</a:t>
            </a:r>
            <a:r>
              <a:rPr lang="en-US" altLang="en-US" sz="1200" i="1" dirty="0"/>
              <a:t> </a:t>
            </a:r>
            <a:r>
              <a:rPr lang="en-US" altLang="en-US" sz="1200" dirty="0"/>
              <a:t>command).</a:t>
            </a:r>
          </a:p>
          <a:p>
            <a:pPr marL="717550" lvl="2" indent="-179388" eaLnBrk="0" fontAlgn="base" hangingPunct="0">
              <a:lnSpc>
                <a:spcPct val="150000"/>
              </a:lnSpc>
              <a:spcBef>
                <a:spcPct val="0"/>
              </a:spcBef>
              <a:spcAft>
                <a:spcPct val="0"/>
              </a:spcAft>
            </a:pPr>
            <a:endParaRPr lang="en-US" altLang="en-US" sz="1200" dirty="0"/>
          </a:p>
          <a:p>
            <a:pPr marL="717550" lvl="2" indent="-179388" eaLnBrk="0" fontAlgn="base" hangingPunct="0">
              <a:lnSpc>
                <a:spcPct val="150000"/>
              </a:lnSpc>
              <a:spcBef>
                <a:spcPct val="0"/>
              </a:spcBef>
              <a:spcAft>
                <a:spcPct val="0"/>
              </a:spcAft>
            </a:pPr>
            <a:r>
              <a:rPr lang="en-US" altLang="en-US" sz="1200" dirty="0"/>
              <a:t>Matplotlib (</a:t>
            </a:r>
            <a:r>
              <a:rPr lang="en-US" altLang="en-US" sz="1200" i="1" dirty="0"/>
              <a:t>pip install matplotlib</a:t>
            </a:r>
            <a:r>
              <a:rPr lang="en-US" altLang="en-US" sz="1200" dirty="0"/>
              <a:t>) (Matplotlib is optional but recommended).</a:t>
            </a:r>
          </a:p>
          <a:p>
            <a:pPr marL="0" indent="0">
              <a:lnSpc>
                <a:spcPct val="150000"/>
              </a:lnSpc>
              <a:buNone/>
            </a:pPr>
            <a:endParaRPr lang="en-GB" sz="1200" dirty="0">
              <a:latin typeface="Nexa-Regular" panose="01000000000000000000" pitchFamily="2" charset="0"/>
            </a:endParaRPr>
          </a:p>
        </p:txBody>
      </p:sp>
      <p:sp>
        <p:nvSpPr>
          <p:cNvPr id="3" name="Content Placeholder 2">
            <a:extLst>
              <a:ext uri="{FF2B5EF4-FFF2-40B4-BE49-F238E27FC236}">
                <a16:creationId xmlns:a16="http://schemas.microsoft.com/office/drawing/2014/main" id="{D0D451FF-FC0F-FDA7-0845-4D7E2C06428A}"/>
              </a:ext>
            </a:extLst>
          </p:cNvPr>
          <p:cNvSpPr>
            <a:spLocks noGrp="1"/>
          </p:cNvSpPr>
          <p:nvPr>
            <p:ph sz="half" idx="2"/>
          </p:nvPr>
        </p:nvSpPr>
        <p:spPr>
          <a:xfrm>
            <a:off x="6172200" y="1380565"/>
            <a:ext cx="5181600" cy="5477435"/>
          </a:xfrm>
        </p:spPr>
        <p:txBody>
          <a:bodyPr>
            <a:normAutofit/>
          </a:bodyPr>
          <a:lstStyle/>
          <a:p>
            <a:pPr marL="914400" lvl="1" indent="-457200">
              <a:lnSpc>
                <a:spcPct val="150000"/>
              </a:lnSpc>
              <a:buFont typeface="+mj-lt"/>
              <a:buAutoNum type="arabicPeriod"/>
            </a:pPr>
            <a:r>
              <a:rPr lang="en-GB" sz="1200" dirty="0">
                <a:latin typeface="Nexa-Regular" panose="01000000000000000000" pitchFamily="2" charset="0"/>
              </a:rPr>
              <a:t>Go to </a:t>
            </a:r>
            <a:r>
              <a:rPr lang="en-GB" sz="1200" dirty="0">
                <a:latin typeface="Nexa-Regular" panose="01000000000000000000" pitchFamily="2" charset="0"/>
                <a:hlinkClick r:id="rId3"/>
              </a:rPr>
              <a:t>OpenCV Python</a:t>
            </a:r>
            <a:endParaRPr lang="en-GB" sz="1200" dirty="0">
              <a:latin typeface="Nexa-Regular" panose="01000000000000000000" pitchFamily="2" charset="0"/>
            </a:endParaRPr>
          </a:p>
          <a:p>
            <a:pPr marL="914400" lvl="1" indent="-457200">
              <a:lnSpc>
                <a:spcPct val="150000"/>
              </a:lnSpc>
              <a:buFont typeface="+mj-lt"/>
              <a:buAutoNum type="arabicPeriod"/>
            </a:pPr>
            <a:r>
              <a:rPr lang="en-GB" sz="1200" dirty="0">
                <a:latin typeface="Nexa-Regular" panose="01000000000000000000" pitchFamily="2" charset="0"/>
              </a:rPr>
              <a:t>Follow the instructions to install the </a:t>
            </a:r>
            <a:r>
              <a:rPr lang="en-GB" sz="1200" dirty="0" err="1">
                <a:latin typeface="Nexa-Regular" panose="01000000000000000000" pitchFamily="2" charset="0"/>
              </a:rPr>
              <a:t>contrib</a:t>
            </a:r>
            <a:r>
              <a:rPr lang="en-GB" sz="1200" dirty="0">
                <a:latin typeface="Nexa-Regular" panose="01000000000000000000" pitchFamily="2" charset="0"/>
              </a:rPr>
              <a:t>-python package (Option 2)</a:t>
            </a:r>
          </a:p>
          <a:p>
            <a:pPr marL="914400" lvl="1" indent="-457200">
              <a:lnSpc>
                <a:spcPct val="150000"/>
              </a:lnSpc>
              <a:buFont typeface="+mj-lt"/>
              <a:buAutoNum type="arabicPeriod"/>
            </a:pPr>
            <a:endParaRPr lang="en-GB" sz="1200" dirty="0">
              <a:latin typeface="Nexa-Regular" panose="01000000000000000000" pitchFamily="2" charset="0"/>
            </a:endParaRPr>
          </a:p>
          <a:p>
            <a:pPr lvl="1">
              <a:lnSpc>
                <a:spcPct val="150000"/>
              </a:lnSpc>
              <a:buFont typeface="+mj-lt"/>
              <a:buAutoNum type="arabicPeriod" startAt="3"/>
            </a:pPr>
            <a:r>
              <a:rPr lang="en-GB" sz="1200" dirty="0">
                <a:latin typeface="Nexa-Regular" panose="01000000000000000000" pitchFamily="2" charset="0"/>
              </a:rPr>
              <a:t>Verify the installation on a </a:t>
            </a:r>
            <a:r>
              <a:rPr lang="en-GB" sz="1200" i="1" dirty="0" err="1">
                <a:latin typeface="Nexa-Regular" panose="01000000000000000000" pitchFamily="2" charset="0"/>
              </a:rPr>
              <a:t>cmd</a:t>
            </a:r>
            <a:r>
              <a:rPr lang="en-GB" sz="1200" dirty="0">
                <a:latin typeface="Nexa-Regular" panose="01000000000000000000" pitchFamily="2" charset="0"/>
              </a:rPr>
              <a:t> window and run the following commands</a:t>
            </a:r>
          </a:p>
          <a:p>
            <a:pPr lvl="1">
              <a:lnSpc>
                <a:spcPct val="150000"/>
              </a:lnSpc>
              <a:buFont typeface="+mj-lt"/>
              <a:buAutoNum type="arabicPeriod" startAt="3"/>
            </a:pPr>
            <a:endParaRPr lang="en-GB" sz="1200" dirty="0">
              <a:latin typeface="Nexa-Regular" panose="01000000000000000000" pitchFamily="2" charset="0"/>
            </a:endParaRPr>
          </a:p>
          <a:p>
            <a:pPr lvl="1">
              <a:lnSpc>
                <a:spcPct val="150000"/>
              </a:lnSpc>
              <a:buFont typeface="+mj-lt"/>
              <a:buAutoNum type="arabicPeriod" startAt="3"/>
            </a:pPr>
            <a:endParaRPr lang="en-GB" sz="1200" dirty="0">
              <a:latin typeface="Nexa-Regular" panose="01000000000000000000" pitchFamily="2" charset="0"/>
            </a:endParaRPr>
          </a:p>
          <a:p>
            <a:pPr lvl="1">
              <a:lnSpc>
                <a:spcPct val="150000"/>
              </a:lnSpc>
              <a:buFont typeface="+mj-lt"/>
              <a:buAutoNum type="arabicPeriod" startAt="3"/>
            </a:pPr>
            <a:r>
              <a:rPr lang="en-GB" sz="1200" dirty="0">
                <a:latin typeface="Nexa-Regular" panose="01000000000000000000" pitchFamily="2" charset="0"/>
              </a:rPr>
              <a:t>The following should appear depending on the version installed</a:t>
            </a:r>
          </a:p>
          <a:p>
            <a:pPr lvl="1">
              <a:lnSpc>
                <a:spcPct val="150000"/>
              </a:lnSpc>
              <a:buFont typeface="+mj-lt"/>
              <a:buAutoNum type="arabicPeriod" startAt="3"/>
            </a:pPr>
            <a:endParaRPr lang="en-GB" sz="1200" dirty="0">
              <a:latin typeface="Nexa-Regular" panose="01000000000000000000" pitchFamily="2" charset="0"/>
            </a:endParaRPr>
          </a:p>
          <a:p>
            <a:pPr lvl="1">
              <a:lnSpc>
                <a:spcPct val="150000"/>
              </a:lnSpc>
              <a:buFont typeface="+mj-lt"/>
              <a:buAutoNum type="arabicPeriod" startAt="3"/>
            </a:pPr>
            <a:endParaRPr lang="en-GB" sz="1200" dirty="0">
              <a:latin typeface="Nexa-Regular" panose="01000000000000000000" pitchFamily="2" charset="0"/>
            </a:endParaRPr>
          </a:p>
          <a:p>
            <a:pPr marL="0" lvl="1" indent="0">
              <a:lnSpc>
                <a:spcPct val="150000"/>
              </a:lnSpc>
              <a:buNone/>
            </a:pPr>
            <a:endParaRPr lang="en-GB" sz="1200" dirty="0">
              <a:latin typeface="Nexa-Regular" panose="01000000000000000000" pitchFamily="2" charset="0"/>
            </a:endParaRPr>
          </a:p>
          <a:p>
            <a:pPr marL="0" lvl="1" indent="0">
              <a:lnSpc>
                <a:spcPct val="150000"/>
              </a:lnSpc>
              <a:buNone/>
            </a:pPr>
            <a:endParaRPr lang="en-GB" sz="1200" dirty="0">
              <a:latin typeface="Nexa-Regular" panose="01000000000000000000" pitchFamily="2" charset="0"/>
            </a:endParaRPr>
          </a:p>
          <a:p>
            <a:pPr marL="0" lvl="1" indent="0">
              <a:lnSpc>
                <a:spcPct val="150000"/>
              </a:lnSpc>
              <a:buNone/>
            </a:pPr>
            <a:endParaRPr lang="en-GB" sz="1200" dirty="0">
              <a:latin typeface="Nexa-Regular" panose="01000000000000000000" pitchFamily="2" charset="0"/>
            </a:endParaRPr>
          </a:p>
          <a:p>
            <a:pPr marL="0" indent="0">
              <a:lnSpc>
                <a:spcPct val="150000"/>
              </a:lnSpc>
              <a:buNone/>
            </a:pPr>
            <a:r>
              <a:rPr lang="en-GB" sz="1200" dirty="0">
                <a:latin typeface="Nexa-Regular" panose="01000000000000000000" pitchFamily="2" charset="0"/>
              </a:rPr>
              <a:t>More information can be found in the opencv repository </a:t>
            </a:r>
            <a:r>
              <a:rPr lang="en-GB" sz="1200" dirty="0">
                <a:latin typeface="Nexa-Regular" panose="01000000000000000000" pitchFamily="2" charset="0"/>
                <a:hlinkClick r:id="rId4"/>
              </a:rPr>
              <a:t>here</a:t>
            </a:r>
            <a:r>
              <a:rPr lang="en-GB" sz="1200" dirty="0">
                <a:latin typeface="Nexa-Regular" panose="01000000000000000000" pitchFamily="2" charset="0"/>
              </a:rPr>
              <a:t>.</a:t>
            </a:r>
          </a:p>
          <a:p>
            <a:endParaRPr lang="en-GB" dirty="0"/>
          </a:p>
        </p:txBody>
      </p:sp>
      <p:sp>
        <p:nvSpPr>
          <p:cNvPr id="4" name="Title 3">
            <a:extLst>
              <a:ext uri="{FF2B5EF4-FFF2-40B4-BE49-F238E27FC236}">
                <a16:creationId xmlns:a16="http://schemas.microsoft.com/office/drawing/2014/main" id="{BD71B213-D4E9-5D61-74C9-06E06544599C}"/>
              </a:ext>
            </a:extLst>
          </p:cNvPr>
          <p:cNvSpPr>
            <a:spLocks noGrp="1"/>
          </p:cNvSpPr>
          <p:nvPr>
            <p:ph type="title"/>
          </p:nvPr>
        </p:nvSpPr>
        <p:spPr/>
        <p:txBody>
          <a:bodyPr/>
          <a:lstStyle/>
          <a:p>
            <a:r>
              <a:rPr lang="en-GB" dirty="0"/>
              <a:t>Installing the ArUco library</a:t>
            </a:r>
          </a:p>
        </p:txBody>
      </p:sp>
      <p:sp>
        <p:nvSpPr>
          <p:cNvPr id="10" name="Rectangle 9">
            <a:extLst>
              <a:ext uri="{FF2B5EF4-FFF2-40B4-BE49-F238E27FC236}">
                <a16:creationId xmlns:a16="http://schemas.microsoft.com/office/drawing/2014/main" id="{552B4FAC-1DB0-4387-42B5-64571980F8DF}"/>
              </a:ext>
            </a:extLst>
          </p:cNvPr>
          <p:cNvSpPr/>
          <p:nvPr/>
        </p:nvSpPr>
        <p:spPr>
          <a:xfrm>
            <a:off x="6172200" y="2351171"/>
            <a:ext cx="5181600" cy="242047"/>
          </a:xfrm>
          <a:prstGeom prst="rect">
            <a:avLst/>
          </a:prstGeom>
          <a:solidFill>
            <a:schemeClr val="bg1">
              <a:lumMod val="95000"/>
            </a:schemeClr>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GB" sz="1050" b="0" dirty="0">
                <a:solidFill>
                  <a:srgbClr val="6C6C6C"/>
                </a:solidFill>
                <a:effectLst/>
                <a:latin typeface="Consolas" panose="020B0609020204030204" pitchFamily="49" charset="0"/>
              </a:rPr>
              <a:t>pip install opencv-</a:t>
            </a:r>
            <a:r>
              <a:rPr lang="en-GB" sz="1050" b="0" dirty="0" err="1">
                <a:solidFill>
                  <a:srgbClr val="6C6C6C"/>
                </a:solidFill>
                <a:effectLst/>
                <a:latin typeface="Consolas" panose="020B0609020204030204" pitchFamily="49" charset="0"/>
              </a:rPr>
              <a:t>contrib</a:t>
            </a:r>
            <a:r>
              <a:rPr lang="en-GB" sz="1050" b="0" dirty="0">
                <a:solidFill>
                  <a:srgbClr val="6C6C6C"/>
                </a:solidFill>
                <a:effectLst/>
                <a:latin typeface="Consolas" panose="020B0609020204030204" pitchFamily="49" charset="0"/>
              </a:rPr>
              <a:t>-python</a:t>
            </a:r>
            <a:endParaRPr lang="en-GB" sz="1050" dirty="0">
              <a:latin typeface="Nexa-Regular" panose="01000000000000000000" pitchFamily="2" charset="0"/>
            </a:endParaRPr>
          </a:p>
        </p:txBody>
      </p:sp>
      <p:sp>
        <p:nvSpPr>
          <p:cNvPr id="11" name="Rectangle 10">
            <a:extLst>
              <a:ext uri="{FF2B5EF4-FFF2-40B4-BE49-F238E27FC236}">
                <a16:creationId xmlns:a16="http://schemas.microsoft.com/office/drawing/2014/main" id="{9262E413-9CEC-CF79-B27A-E0DF03F9D2DE}"/>
              </a:ext>
            </a:extLst>
          </p:cNvPr>
          <p:cNvSpPr/>
          <p:nvPr/>
        </p:nvSpPr>
        <p:spPr>
          <a:xfrm>
            <a:off x="6172200" y="3237101"/>
            <a:ext cx="5181600" cy="683183"/>
          </a:xfrm>
          <a:prstGeom prst="rect">
            <a:avLst/>
          </a:prstGeom>
          <a:solidFill>
            <a:schemeClr val="bg1">
              <a:lumMod val="95000"/>
            </a:schemeClr>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marL="896938" lvl="4" indent="-179388" eaLnBrk="0" fontAlgn="base" hangingPunct="0">
              <a:lnSpc>
                <a:spcPct val="100000"/>
              </a:lnSpc>
              <a:spcBef>
                <a:spcPct val="0"/>
              </a:spcBef>
              <a:spcAft>
                <a:spcPct val="0"/>
              </a:spcAft>
              <a:buNone/>
            </a:pPr>
            <a:r>
              <a:rPr kumimoji="0" lang="en-US" altLang="en-US" sz="1050" b="0" i="0" u="none" strike="noStrike" cap="none" normalizeH="0" baseline="0" dirty="0">
                <a:ln>
                  <a:noFill/>
                </a:ln>
                <a:solidFill>
                  <a:schemeClr val="bg2">
                    <a:lumMod val="50000"/>
                  </a:schemeClr>
                </a:solidFill>
                <a:effectLst/>
                <a:latin typeface="Consolas" panose="020B0609020204030204" pitchFamily="49" charset="0"/>
              </a:rPr>
              <a:t>python  # python3 for ubuntu</a:t>
            </a:r>
          </a:p>
          <a:p>
            <a:pPr marL="896938" lvl="4" indent="-179388" eaLnBrk="0" fontAlgn="base" hangingPunct="0">
              <a:lnSpc>
                <a:spcPct val="100000"/>
              </a:lnSpc>
              <a:spcBef>
                <a:spcPct val="0"/>
              </a:spcBef>
              <a:spcAft>
                <a:spcPct val="0"/>
              </a:spcAft>
              <a:buNone/>
            </a:pPr>
            <a:r>
              <a:rPr kumimoji="0" lang="en-US" altLang="en-US" sz="1050" b="0" i="0" u="none" strike="noStrike" cap="none" normalizeH="0" baseline="0" dirty="0">
                <a:ln>
                  <a:noFill/>
                </a:ln>
                <a:solidFill>
                  <a:schemeClr val="bg2">
                    <a:lumMod val="50000"/>
                  </a:schemeClr>
                </a:solidFill>
                <a:effectLst/>
                <a:latin typeface="Consolas" panose="020B0609020204030204" pitchFamily="49" charset="0"/>
              </a:rPr>
              <a:t>&gt;&gt;&gt;import cv2 </a:t>
            </a:r>
          </a:p>
          <a:p>
            <a:pPr marL="896938" lvl="4" indent="-179388" eaLnBrk="0" fontAlgn="base" hangingPunct="0">
              <a:lnSpc>
                <a:spcPct val="100000"/>
              </a:lnSpc>
              <a:spcBef>
                <a:spcPct val="0"/>
              </a:spcBef>
              <a:spcAft>
                <a:spcPct val="0"/>
              </a:spcAft>
              <a:buNone/>
            </a:pPr>
            <a:r>
              <a:rPr kumimoji="0" lang="en-US" altLang="en-US" sz="1050" b="0" i="0" u="none" strike="noStrike" cap="none" normalizeH="0" baseline="0" dirty="0">
                <a:ln>
                  <a:noFill/>
                </a:ln>
                <a:solidFill>
                  <a:schemeClr val="bg2">
                    <a:lumMod val="50000"/>
                  </a:schemeClr>
                </a:solidFill>
                <a:effectLst/>
                <a:latin typeface="Consolas" panose="020B0609020204030204" pitchFamily="49" charset="0"/>
              </a:rPr>
              <a:t>&gt;&gt;&gt;print(cv2.__version__)</a:t>
            </a:r>
          </a:p>
          <a:p>
            <a:pPr marL="896938" lvl="4" indent="-179388" eaLnBrk="0" fontAlgn="base" hangingPunct="0">
              <a:lnSpc>
                <a:spcPct val="100000"/>
              </a:lnSpc>
              <a:spcBef>
                <a:spcPct val="0"/>
              </a:spcBef>
              <a:spcAft>
                <a:spcPct val="0"/>
              </a:spcAft>
              <a:buNone/>
            </a:pPr>
            <a:r>
              <a:rPr lang="en-GB" sz="1050" dirty="0">
                <a:solidFill>
                  <a:schemeClr val="bg2">
                    <a:lumMod val="50000"/>
                  </a:schemeClr>
                </a:solidFill>
                <a:latin typeface="Consolas" panose="020B0609020204030204" pitchFamily="49" charset="0"/>
              </a:rPr>
              <a:t>&gt;&gt;&gt; print(</a:t>
            </a:r>
            <a:r>
              <a:rPr lang="en-GB" sz="1050" dirty="0" err="1">
                <a:solidFill>
                  <a:schemeClr val="bg2">
                    <a:lumMod val="50000"/>
                  </a:schemeClr>
                </a:solidFill>
                <a:latin typeface="Consolas" panose="020B0609020204030204" pitchFamily="49" charset="0"/>
              </a:rPr>
              <a:t>dir</a:t>
            </a:r>
            <a:r>
              <a:rPr lang="en-GB" sz="1050" dirty="0">
                <a:solidFill>
                  <a:schemeClr val="bg2">
                    <a:lumMod val="50000"/>
                  </a:schemeClr>
                </a:solidFill>
                <a:latin typeface="Consolas" panose="020B0609020204030204" pitchFamily="49" charset="0"/>
              </a:rPr>
              <a:t>(cv2.aruco))</a:t>
            </a:r>
          </a:p>
        </p:txBody>
      </p:sp>
      <p:pic>
        <p:nvPicPr>
          <p:cNvPr id="6" name="Picture 5">
            <a:extLst>
              <a:ext uri="{FF2B5EF4-FFF2-40B4-BE49-F238E27FC236}">
                <a16:creationId xmlns:a16="http://schemas.microsoft.com/office/drawing/2014/main" id="{12E23289-B6B4-582C-93D5-113EC34B84DF}"/>
              </a:ext>
            </a:extLst>
          </p:cNvPr>
          <p:cNvPicPr>
            <a:picLocks noChangeAspect="1"/>
          </p:cNvPicPr>
          <p:nvPr/>
        </p:nvPicPr>
        <p:blipFill>
          <a:blip r:embed="rId5"/>
          <a:stretch>
            <a:fillRect/>
          </a:stretch>
        </p:blipFill>
        <p:spPr>
          <a:xfrm>
            <a:off x="7019365" y="4651760"/>
            <a:ext cx="3493254" cy="1474764"/>
          </a:xfrm>
          <a:prstGeom prst="rect">
            <a:avLst/>
          </a:prstGeom>
        </p:spPr>
      </p:pic>
    </p:spTree>
    <p:extLst>
      <p:ext uri="{BB962C8B-B14F-4D97-AF65-F5344CB8AC3E}">
        <p14:creationId xmlns:p14="http://schemas.microsoft.com/office/powerpoint/2010/main" val="5366834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F0E844-7F88-39BD-DA32-0335A5D3A6C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DA87D7E-935D-8202-9D89-CB022C35EA92}"/>
              </a:ext>
            </a:extLst>
          </p:cNvPr>
          <p:cNvSpPr>
            <a:spLocks noGrp="1"/>
          </p:cNvSpPr>
          <p:nvPr>
            <p:ph sz="half" idx="2"/>
          </p:nvPr>
        </p:nvSpPr>
        <p:spPr>
          <a:xfrm>
            <a:off x="6172200" y="1825624"/>
            <a:ext cx="5181600" cy="4602069"/>
          </a:xfrm>
        </p:spPr>
        <p:txBody>
          <a:bodyPr>
            <a:normAutofit/>
          </a:bodyPr>
          <a:lstStyle/>
          <a:p>
            <a:pPr marL="0" indent="0">
              <a:buNone/>
            </a:pPr>
            <a:r>
              <a:rPr lang="en-GB" sz="2000" dirty="0">
                <a:latin typeface="Nexa-Bold" panose="01000000000000000000" pitchFamily="2" charset="0"/>
              </a:rPr>
              <a:t>On the Jetson Nano</a:t>
            </a:r>
          </a:p>
          <a:p>
            <a:pPr marL="0" indent="0">
              <a:lnSpc>
                <a:spcPct val="150000"/>
              </a:lnSpc>
              <a:buNone/>
            </a:pPr>
            <a:r>
              <a:rPr lang="en-GB" sz="1400" dirty="0">
                <a:latin typeface="Nexa-Regular" panose="01000000000000000000" pitchFamily="2" charset="0"/>
              </a:rPr>
              <a:t>The Jetson Nano already has the OpenCV-</a:t>
            </a:r>
            <a:r>
              <a:rPr lang="en-GB" sz="1400" dirty="0" err="1">
                <a:latin typeface="Nexa-Regular" panose="01000000000000000000" pitchFamily="2" charset="0"/>
              </a:rPr>
              <a:t>contrib</a:t>
            </a:r>
            <a:r>
              <a:rPr lang="en-GB" sz="1400" dirty="0">
                <a:latin typeface="Nexa-Regular" panose="01000000000000000000" pitchFamily="2" charset="0"/>
              </a:rPr>
              <a:t> python library pre-installed</a:t>
            </a:r>
            <a:endParaRPr lang="en-GB" sz="1400" dirty="0"/>
          </a:p>
          <a:p>
            <a:pPr lvl="1">
              <a:lnSpc>
                <a:spcPct val="150000"/>
              </a:lnSpc>
            </a:pPr>
            <a:r>
              <a:rPr lang="en-GB" sz="1400" dirty="0"/>
              <a:t>The installed version of OpenCV is 4.2.0</a:t>
            </a:r>
          </a:p>
          <a:p>
            <a:pPr lvl="1">
              <a:lnSpc>
                <a:spcPct val="150000"/>
              </a:lnSpc>
            </a:pPr>
            <a:r>
              <a:rPr lang="en-GB" sz="1400" dirty="0"/>
              <a:t>The version is not optimised for GPU</a:t>
            </a:r>
          </a:p>
          <a:p>
            <a:pPr marL="0" indent="0">
              <a:lnSpc>
                <a:spcPct val="150000"/>
              </a:lnSpc>
              <a:buNone/>
            </a:pPr>
            <a:endParaRPr lang="en-GB" sz="1600" dirty="0">
              <a:latin typeface="Nexa-Regular" panose="01000000000000000000" pitchFamily="2" charset="0"/>
            </a:endParaRPr>
          </a:p>
        </p:txBody>
      </p:sp>
      <p:sp>
        <p:nvSpPr>
          <p:cNvPr id="4" name="Title 3">
            <a:extLst>
              <a:ext uri="{FF2B5EF4-FFF2-40B4-BE49-F238E27FC236}">
                <a16:creationId xmlns:a16="http://schemas.microsoft.com/office/drawing/2014/main" id="{F78CA988-B5D0-2350-C43C-797AC5F71FD7}"/>
              </a:ext>
            </a:extLst>
          </p:cNvPr>
          <p:cNvSpPr>
            <a:spLocks noGrp="1"/>
          </p:cNvSpPr>
          <p:nvPr>
            <p:ph type="title"/>
          </p:nvPr>
        </p:nvSpPr>
        <p:spPr/>
        <p:txBody>
          <a:bodyPr/>
          <a:lstStyle/>
          <a:p>
            <a:r>
              <a:rPr lang="en-GB" dirty="0"/>
              <a:t>Installing the ArUco library</a:t>
            </a:r>
          </a:p>
        </p:txBody>
      </p:sp>
      <p:pic>
        <p:nvPicPr>
          <p:cNvPr id="8" name="Picture 7">
            <a:extLst>
              <a:ext uri="{FF2B5EF4-FFF2-40B4-BE49-F238E27FC236}">
                <a16:creationId xmlns:a16="http://schemas.microsoft.com/office/drawing/2014/main" id="{EB42A8F1-28F9-03DF-51B2-771AA4EAAD55}"/>
              </a:ext>
            </a:extLst>
          </p:cNvPr>
          <p:cNvPicPr>
            <a:picLocks noChangeAspect="1"/>
          </p:cNvPicPr>
          <p:nvPr/>
        </p:nvPicPr>
        <p:blipFill>
          <a:blip r:embed="rId2"/>
          <a:stretch>
            <a:fillRect/>
          </a:stretch>
        </p:blipFill>
        <p:spPr>
          <a:xfrm>
            <a:off x="256183" y="2545976"/>
            <a:ext cx="5763617" cy="2447365"/>
          </a:xfrm>
          <a:prstGeom prst="rect">
            <a:avLst/>
          </a:prstGeom>
        </p:spPr>
      </p:pic>
    </p:spTree>
    <p:extLst>
      <p:ext uri="{BB962C8B-B14F-4D97-AF65-F5344CB8AC3E}">
        <p14:creationId xmlns:p14="http://schemas.microsoft.com/office/powerpoint/2010/main" val="27957062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6FB4CF-14F3-9EBA-C5C5-8595FEE796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EDA7C0-E5D7-2289-A5D4-317768CA24FD}"/>
              </a:ext>
            </a:extLst>
          </p:cNvPr>
          <p:cNvSpPr>
            <a:spLocks noGrp="1"/>
          </p:cNvSpPr>
          <p:nvPr>
            <p:ph type="ctrTitle"/>
          </p:nvPr>
        </p:nvSpPr>
        <p:spPr/>
        <p:txBody>
          <a:bodyPr/>
          <a:lstStyle/>
          <a:p>
            <a:r>
              <a:rPr lang="en-GB" dirty="0"/>
              <a:t>ArUco Markers</a:t>
            </a:r>
          </a:p>
        </p:txBody>
      </p:sp>
      <p:sp>
        <p:nvSpPr>
          <p:cNvPr id="3" name="Subtitle 2">
            <a:extLst>
              <a:ext uri="{FF2B5EF4-FFF2-40B4-BE49-F238E27FC236}">
                <a16:creationId xmlns:a16="http://schemas.microsoft.com/office/drawing/2014/main" id="{8102633B-5A56-B2D5-0305-3DA27929CE8B}"/>
              </a:ext>
            </a:extLst>
          </p:cNvPr>
          <p:cNvSpPr>
            <a:spLocks noGrp="1"/>
          </p:cNvSpPr>
          <p:nvPr>
            <p:ph type="subTitle" idx="1"/>
          </p:nvPr>
        </p:nvSpPr>
        <p:spPr/>
        <p:txBody>
          <a:bodyPr>
            <a:normAutofit/>
          </a:bodyPr>
          <a:lstStyle/>
          <a:p>
            <a:r>
              <a:rPr lang="en-GB" dirty="0"/>
              <a:t>OpenCV (No ROS)</a:t>
            </a:r>
          </a:p>
        </p:txBody>
      </p:sp>
    </p:spTree>
    <p:extLst>
      <p:ext uri="{BB962C8B-B14F-4D97-AF65-F5344CB8AC3E}">
        <p14:creationId xmlns:p14="http://schemas.microsoft.com/office/powerpoint/2010/main" val="40757862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2C8E28-E486-FA99-FDB9-6DE94F0E46D0}"/>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9040265-A84B-B718-821D-3A7B84858C5D}"/>
              </a:ext>
            </a:extLst>
          </p:cNvPr>
          <p:cNvSpPr>
            <a:spLocks noGrp="1"/>
          </p:cNvSpPr>
          <p:nvPr>
            <p:ph sz="half" idx="1"/>
          </p:nvPr>
        </p:nvSpPr>
        <p:spPr>
          <a:xfrm>
            <a:off x="838200" y="1446302"/>
            <a:ext cx="5181600" cy="4602068"/>
          </a:xfrm>
        </p:spPr>
        <p:txBody>
          <a:bodyPr>
            <a:normAutofit/>
          </a:bodyPr>
          <a:lstStyle/>
          <a:p>
            <a:pPr marL="0" indent="0">
              <a:lnSpc>
                <a:spcPct val="150000"/>
              </a:lnSpc>
              <a:buNone/>
            </a:pPr>
            <a:r>
              <a:rPr lang="en-GB" sz="1600" dirty="0">
                <a:latin typeface="Nexa-Regular" panose="01000000000000000000" pitchFamily="2" charset="0"/>
              </a:rPr>
              <a:t>ArUco Markers in OpenCV</a:t>
            </a:r>
            <a:endParaRPr lang="en-GB" sz="800" dirty="0">
              <a:latin typeface="Nexa-Regular" panose="01000000000000000000" pitchFamily="2" charset="0"/>
            </a:endParaRPr>
          </a:p>
          <a:p>
            <a:pPr>
              <a:lnSpc>
                <a:spcPct val="150000"/>
              </a:lnSpc>
            </a:pPr>
            <a:r>
              <a:rPr lang="en-GB" sz="1600" dirty="0"/>
              <a:t>To work with ArUco Markers, in OpenCV the user must perform several steps.</a:t>
            </a:r>
          </a:p>
          <a:p>
            <a:pPr lvl="1">
              <a:lnSpc>
                <a:spcPct val="150000"/>
              </a:lnSpc>
            </a:pPr>
            <a:r>
              <a:rPr lang="en-GB" sz="1200" dirty="0"/>
              <a:t>For this section, make sure the ArUco markers package is installed (previous slide)</a:t>
            </a:r>
          </a:p>
          <a:p>
            <a:pPr marL="800100" lvl="1" indent="-342900">
              <a:lnSpc>
                <a:spcPct val="150000"/>
              </a:lnSpc>
              <a:buFont typeface="+mj-lt"/>
              <a:buAutoNum type="arabicPeriod"/>
            </a:pPr>
            <a:r>
              <a:rPr lang="en-GB" sz="1200" dirty="0"/>
              <a:t>Generate ArUco Markers</a:t>
            </a:r>
          </a:p>
          <a:p>
            <a:pPr marL="800100" lvl="1" indent="-342900">
              <a:lnSpc>
                <a:spcPct val="150000"/>
              </a:lnSpc>
              <a:buFont typeface="+mj-lt"/>
              <a:buAutoNum type="arabicPeriod"/>
            </a:pPr>
            <a:r>
              <a:rPr lang="en-GB" sz="1200" dirty="0"/>
              <a:t>Recognise ArUco Markers</a:t>
            </a:r>
          </a:p>
          <a:p>
            <a:pPr marL="800100" lvl="1" indent="-342900">
              <a:lnSpc>
                <a:spcPct val="150000"/>
              </a:lnSpc>
              <a:buFont typeface="+mj-lt"/>
              <a:buAutoNum type="arabicPeriod"/>
            </a:pPr>
            <a:r>
              <a:rPr lang="en-GB" sz="1200" dirty="0"/>
              <a:t>Calibrate the Camera</a:t>
            </a:r>
          </a:p>
          <a:p>
            <a:pPr marL="800100" lvl="1" indent="-342900">
              <a:lnSpc>
                <a:spcPct val="150000"/>
              </a:lnSpc>
              <a:buFont typeface="+mj-lt"/>
              <a:buAutoNum type="arabicPeriod"/>
            </a:pPr>
            <a:r>
              <a:rPr lang="en-GB" sz="1200" dirty="0"/>
              <a:t>Pose Estimation of ArUco Markers</a:t>
            </a:r>
          </a:p>
          <a:p>
            <a:pPr marL="0" indent="0">
              <a:lnSpc>
                <a:spcPct val="150000"/>
              </a:lnSpc>
              <a:buNone/>
            </a:pPr>
            <a:endParaRPr lang="en-GB" sz="1600" dirty="0">
              <a:latin typeface="Nexa-Regular" panose="01000000000000000000" pitchFamily="2" charset="0"/>
            </a:endParaRPr>
          </a:p>
        </p:txBody>
      </p:sp>
      <p:sp>
        <p:nvSpPr>
          <p:cNvPr id="3" name="Content Placeholder 2">
            <a:extLst>
              <a:ext uri="{FF2B5EF4-FFF2-40B4-BE49-F238E27FC236}">
                <a16:creationId xmlns:a16="http://schemas.microsoft.com/office/drawing/2014/main" id="{642357B4-09FF-9CA4-2425-2468B66C04A2}"/>
              </a:ext>
            </a:extLst>
          </p:cNvPr>
          <p:cNvSpPr>
            <a:spLocks noGrp="1"/>
          </p:cNvSpPr>
          <p:nvPr>
            <p:ph sz="half" idx="2"/>
          </p:nvPr>
        </p:nvSpPr>
        <p:spPr>
          <a:xfrm>
            <a:off x="6172200" y="1446302"/>
            <a:ext cx="5181600" cy="4602069"/>
          </a:xfrm>
        </p:spPr>
        <p:txBody>
          <a:bodyPr>
            <a:normAutofit lnSpcReduction="10000"/>
          </a:bodyPr>
          <a:lstStyle/>
          <a:p>
            <a:pPr marL="0" indent="0">
              <a:lnSpc>
                <a:spcPct val="150000"/>
              </a:lnSpc>
              <a:buNone/>
            </a:pPr>
            <a:r>
              <a:rPr lang="en-GB" sz="1600" dirty="0">
                <a:latin typeface="Nexa-Regular" panose="01000000000000000000" pitchFamily="2" charset="0"/>
              </a:rPr>
              <a:t>Generating ArUco Markers</a:t>
            </a:r>
          </a:p>
          <a:p>
            <a:pPr>
              <a:lnSpc>
                <a:spcPct val="150000"/>
              </a:lnSpc>
            </a:pPr>
            <a:r>
              <a:rPr lang="en-GB" sz="1400" dirty="0"/>
              <a:t>ArUco markers are generated using the OpenCV library, which provides a range of predefined dictionaries for different marker sizes and numbers of markers. </a:t>
            </a:r>
          </a:p>
          <a:p>
            <a:pPr>
              <a:lnSpc>
                <a:spcPct val="150000"/>
              </a:lnSpc>
            </a:pPr>
            <a:r>
              <a:rPr lang="en-GB" sz="1400" dirty="0"/>
              <a:t>The choice of dictionary depends on the application’s specific requirements, such as the number of unique markers needed and the resolution of the input images.</a:t>
            </a:r>
          </a:p>
          <a:p>
            <a:pPr>
              <a:lnSpc>
                <a:spcPct val="150000"/>
              </a:lnSpc>
            </a:pPr>
            <a:r>
              <a:rPr lang="en-GB" sz="1400" dirty="0"/>
              <a:t>To generate markers, the following module can be used (some </a:t>
            </a:r>
            <a:r>
              <a:rPr lang="en-GB" sz="1400" dirty="0">
                <a:hlinkClick r:id="rId2"/>
              </a:rPr>
              <a:t>websites</a:t>
            </a:r>
            <a:r>
              <a:rPr lang="en-GB" sz="1400" dirty="0"/>
              <a:t> can also generate markers)</a:t>
            </a:r>
          </a:p>
          <a:p>
            <a:pPr>
              <a:lnSpc>
                <a:spcPct val="150000"/>
              </a:lnSpc>
            </a:pPr>
            <a:endParaRPr lang="en-GB" sz="1400" dirty="0"/>
          </a:p>
          <a:p>
            <a:pPr lvl="1">
              <a:lnSpc>
                <a:spcPct val="150000"/>
              </a:lnSpc>
            </a:pPr>
            <a:r>
              <a:rPr lang="en-GB" sz="1100" dirty="0"/>
              <a:t>This command generates Markers from a dictionary 4x4 with 50 Unique ID’s.</a:t>
            </a:r>
          </a:p>
          <a:p>
            <a:pPr marL="0" indent="0">
              <a:lnSpc>
                <a:spcPct val="150000"/>
              </a:lnSpc>
              <a:buNone/>
            </a:pPr>
            <a:endParaRPr lang="en-GB" sz="1600" i="1" dirty="0"/>
          </a:p>
        </p:txBody>
      </p:sp>
      <p:sp>
        <p:nvSpPr>
          <p:cNvPr id="4" name="Title 3">
            <a:extLst>
              <a:ext uri="{FF2B5EF4-FFF2-40B4-BE49-F238E27FC236}">
                <a16:creationId xmlns:a16="http://schemas.microsoft.com/office/drawing/2014/main" id="{7B85BE18-6B5E-108A-123C-B9E32EF3F56C}"/>
              </a:ext>
            </a:extLst>
          </p:cNvPr>
          <p:cNvSpPr>
            <a:spLocks noGrp="1"/>
          </p:cNvSpPr>
          <p:nvPr>
            <p:ph type="title"/>
          </p:nvPr>
        </p:nvSpPr>
        <p:spPr/>
        <p:txBody>
          <a:bodyPr>
            <a:normAutofit/>
          </a:bodyPr>
          <a:lstStyle/>
          <a:p>
            <a:r>
              <a:rPr lang="en-GB" sz="3600" dirty="0"/>
              <a:t>ArUco Markers in OpenCV (No ROS)</a:t>
            </a:r>
          </a:p>
        </p:txBody>
      </p:sp>
      <p:sp>
        <p:nvSpPr>
          <p:cNvPr id="9" name="Rectangle 8">
            <a:extLst>
              <a:ext uri="{FF2B5EF4-FFF2-40B4-BE49-F238E27FC236}">
                <a16:creationId xmlns:a16="http://schemas.microsoft.com/office/drawing/2014/main" id="{31EE1159-E65C-D7A0-F6A5-FAB1CB5A0EB3}"/>
              </a:ext>
            </a:extLst>
          </p:cNvPr>
          <p:cNvSpPr/>
          <p:nvPr/>
        </p:nvSpPr>
        <p:spPr>
          <a:xfrm>
            <a:off x="6324600" y="5030043"/>
            <a:ext cx="5029200" cy="205346"/>
          </a:xfrm>
          <a:prstGeom prst="rect">
            <a:avLst/>
          </a:prstGeom>
          <a:solidFill>
            <a:schemeClr val="bg1">
              <a:lumMod val="95000"/>
            </a:schemeClr>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nSpc>
                <a:spcPts val="1425"/>
              </a:lnSpc>
            </a:pPr>
            <a:r>
              <a:rPr lang="en-GB" sz="1100" b="0" dirty="0" err="1">
                <a:solidFill>
                  <a:schemeClr val="tx1"/>
                </a:solidFill>
                <a:effectLst/>
                <a:latin typeface="Consolas" panose="020B0609020204030204" pitchFamily="49" charset="0"/>
              </a:rPr>
              <a:t>dict_aruco</a:t>
            </a:r>
            <a:r>
              <a:rPr lang="en-GB" sz="1100" b="0" dirty="0">
                <a:solidFill>
                  <a:schemeClr val="tx1"/>
                </a:solidFill>
                <a:effectLst/>
                <a:latin typeface="Consolas" panose="020B0609020204030204" pitchFamily="49" charset="0"/>
              </a:rPr>
              <a:t> = </a:t>
            </a:r>
            <a:r>
              <a:rPr lang="en-GB" sz="1100" b="0" dirty="0" err="1">
                <a:solidFill>
                  <a:schemeClr val="tx1"/>
                </a:solidFill>
                <a:effectLst/>
                <a:latin typeface="Consolas" panose="020B0609020204030204" pitchFamily="49" charset="0"/>
              </a:rPr>
              <a:t>aruco.Dictionary_get</a:t>
            </a:r>
            <a:r>
              <a:rPr lang="en-GB" sz="1100" b="0" dirty="0">
                <a:solidFill>
                  <a:schemeClr val="tx1"/>
                </a:solidFill>
                <a:effectLst/>
                <a:latin typeface="Consolas" panose="020B0609020204030204" pitchFamily="49" charset="0"/>
              </a:rPr>
              <a:t>(aruco.DICT_4X4_50)</a:t>
            </a:r>
          </a:p>
        </p:txBody>
      </p:sp>
      <p:pic>
        <p:nvPicPr>
          <p:cNvPr id="11" name="Picture 10">
            <a:extLst>
              <a:ext uri="{FF2B5EF4-FFF2-40B4-BE49-F238E27FC236}">
                <a16:creationId xmlns:a16="http://schemas.microsoft.com/office/drawing/2014/main" id="{5D54A499-C1A8-A3A1-E97B-1D92C14A4CFF}"/>
              </a:ext>
            </a:extLst>
          </p:cNvPr>
          <p:cNvPicPr>
            <a:picLocks noChangeAspect="1"/>
          </p:cNvPicPr>
          <p:nvPr/>
        </p:nvPicPr>
        <p:blipFill>
          <a:blip r:embed="rId3"/>
          <a:stretch>
            <a:fillRect/>
          </a:stretch>
        </p:blipFill>
        <p:spPr>
          <a:xfrm>
            <a:off x="838200" y="4976032"/>
            <a:ext cx="1784222" cy="1761229"/>
          </a:xfrm>
          <a:prstGeom prst="rect">
            <a:avLst/>
          </a:prstGeom>
        </p:spPr>
      </p:pic>
      <p:sp>
        <p:nvSpPr>
          <p:cNvPr id="12" name="TextBox 11">
            <a:extLst>
              <a:ext uri="{FF2B5EF4-FFF2-40B4-BE49-F238E27FC236}">
                <a16:creationId xmlns:a16="http://schemas.microsoft.com/office/drawing/2014/main" id="{59ED1357-6805-BB87-F8BA-D5C3921F3218}"/>
              </a:ext>
            </a:extLst>
          </p:cNvPr>
          <p:cNvSpPr txBox="1"/>
          <p:nvPr/>
        </p:nvSpPr>
        <p:spPr>
          <a:xfrm>
            <a:off x="2788025" y="5629835"/>
            <a:ext cx="1784222" cy="523220"/>
          </a:xfrm>
          <a:prstGeom prst="rect">
            <a:avLst/>
          </a:prstGeom>
          <a:noFill/>
        </p:spPr>
        <p:txBody>
          <a:bodyPr wrap="square" rtlCol="0">
            <a:spAutoFit/>
          </a:bodyPr>
          <a:lstStyle/>
          <a:p>
            <a:r>
              <a:rPr lang="en-GB" sz="1400" dirty="0">
                <a:solidFill>
                  <a:schemeClr val="bg2">
                    <a:lumMod val="50000"/>
                  </a:schemeClr>
                </a:solidFill>
                <a:latin typeface="Nexa-Light" panose="01000000000000000000" pitchFamily="2" charset="0"/>
              </a:rPr>
              <a:t>ArUco Marker ID(0), 4x4</a:t>
            </a:r>
          </a:p>
        </p:txBody>
      </p:sp>
    </p:spTree>
    <p:extLst>
      <p:ext uri="{BB962C8B-B14F-4D97-AF65-F5344CB8AC3E}">
        <p14:creationId xmlns:p14="http://schemas.microsoft.com/office/powerpoint/2010/main" val="7343127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C5BB9BA-A054-AF8B-4193-CA2F8DCC2C33}"/>
              </a:ext>
            </a:extLst>
          </p:cNvPr>
          <p:cNvSpPr>
            <a:spLocks noGrp="1"/>
          </p:cNvSpPr>
          <p:nvPr>
            <p:ph sz="half" idx="1"/>
          </p:nvPr>
        </p:nvSpPr>
        <p:spPr>
          <a:xfrm>
            <a:off x="138953" y="1780802"/>
            <a:ext cx="5181600" cy="4351338"/>
          </a:xfrm>
        </p:spPr>
        <p:txBody>
          <a:bodyPr/>
          <a:lstStyle/>
          <a:p>
            <a:pPr marL="0" indent="0">
              <a:lnSpc>
                <a:spcPct val="150000"/>
              </a:lnSpc>
              <a:buNone/>
            </a:pPr>
            <a:r>
              <a:rPr lang="en-GB" sz="2000" dirty="0">
                <a:latin typeface="Nexa-Bold" panose="01000000000000000000" pitchFamily="2" charset="0"/>
              </a:rPr>
              <a:t>Generating ArUco Markers</a:t>
            </a:r>
          </a:p>
          <a:p>
            <a:pPr>
              <a:lnSpc>
                <a:spcPct val="150000"/>
              </a:lnSpc>
            </a:pPr>
            <a:r>
              <a:rPr lang="en-GB" sz="1400" dirty="0"/>
              <a:t>The following Code Generate </a:t>
            </a:r>
            <a:r>
              <a:rPr lang="en-GB" sz="1400" dirty="0" err="1"/>
              <a:t>ArUCo</a:t>
            </a:r>
            <a:r>
              <a:rPr lang="en-GB" sz="1400" dirty="0"/>
              <a:t> Markers inside the folder </a:t>
            </a:r>
            <a:r>
              <a:rPr lang="en-GB" sz="1400" dirty="0" err="1"/>
              <a:t>Aruco_Markers</a:t>
            </a:r>
            <a:r>
              <a:rPr lang="en-GB" sz="1400" dirty="0"/>
              <a:t>.</a:t>
            </a:r>
          </a:p>
          <a:p>
            <a:pPr lvl="1">
              <a:lnSpc>
                <a:spcPct val="150000"/>
              </a:lnSpc>
            </a:pPr>
            <a:r>
              <a:rPr lang="en-GB" sz="1400" dirty="0"/>
              <a:t>Replace the address with your own.</a:t>
            </a:r>
          </a:p>
          <a:p>
            <a:pPr>
              <a:lnSpc>
                <a:spcPct val="150000"/>
              </a:lnSpc>
            </a:pPr>
            <a:r>
              <a:rPr lang="en-GB" sz="1400" dirty="0"/>
              <a:t>The dictionary of ArUco Markes used is 4x4 with 250 unique ID’s.</a:t>
            </a:r>
          </a:p>
          <a:p>
            <a:pPr>
              <a:lnSpc>
                <a:spcPct val="150000"/>
              </a:lnSpc>
            </a:pPr>
            <a:r>
              <a:rPr lang="en-GB" sz="1400" dirty="0"/>
              <a:t>The number of markers to generate is 10 and the size in pixels is 250.</a:t>
            </a:r>
          </a:p>
          <a:p>
            <a:pPr>
              <a:lnSpc>
                <a:spcPct val="150000"/>
              </a:lnSpc>
            </a:pPr>
            <a:r>
              <a:rPr lang="en-GB" sz="1400" dirty="0"/>
              <a:t>Other dictionaries are </a:t>
            </a:r>
            <a:r>
              <a:rPr lang="en-GB" sz="1400" dirty="0">
                <a:hlinkClick r:id="rId2"/>
              </a:rPr>
              <a:t>available</a:t>
            </a:r>
            <a:endParaRPr lang="en-GB" sz="1400" dirty="0"/>
          </a:p>
          <a:p>
            <a:endParaRPr lang="en-GB" dirty="0"/>
          </a:p>
        </p:txBody>
      </p:sp>
      <p:sp>
        <p:nvSpPr>
          <p:cNvPr id="3" name="Content Placeholder 2">
            <a:extLst>
              <a:ext uri="{FF2B5EF4-FFF2-40B4-BE49-F238E27FC236}">
                <a16:creationId xmlns:a16="http://schemas.microsoft.com/office/drawing/2014/main" id="{7677389D-B4D8-48A7-AD94-B12CDE7F5932}"/>
              </a:ext>
            </a:extLst>
          </p:cNvPr>
          <p:cNvSpPr>
            <a:spLocks noGrp="1"/>
          </p:cNvSpPr>
          <p:nvPr>
            <p:ph sz="half" idx="2"/>
          </p:nvPr>
        </p:nvSpPr>
        <p:spPr>
          <a:xfrm>
            <a:off x="6096000" y="1299882"/>
            <a:ext cx="6096000" cy="5047130"/>
          </a:xfrm>
          <a:solidFill>
            <a:schemeClr val="tx2">
              <a:lumMod val="50000"/>
            </a:schemeClr>
          </a:solidFill>
        </p:spPr>
        <p:txBody>
          <a:bodyPr>
            <a:normAutofit/>
          </a:bodyPr>
          <a:lstStyle/>
          <a:p>
            <a:pPr marL="0" indent="0">
              <a:lnSpc>
                <a:spcPts val="1425"/>
              </a:lnSpc>
              <a:spcBef>
                <a:spcPts val="0"/>
              </a:spcBef>
              <a:buNone/>
            </a:pPr>
            <a:r>
              <a:rPr lang="en-GB" sz="1100" b="0" dirty="0">
                <a:solidFill>
                  <a:srgbClr val="C586C0"/>
                </a:solidFill>
                <a:effectLst/>
                <a:latin typeface="Consolas" panose="020B0609020204030204" pitchFamily="49" charset="0"/>
              </a:rPr>
              <a:t>import</a:t>
            </a:r>
            <a:r>
              <a:rPr lang="en-GB" sz="1100" b="0" dirty="0">
                <a:solidFill>
                  <a:srgbClr val="CCCCCC"/>
                </a:solidFill>
                <a:effectLst/>
                <a:latin typeface="Consolas" panose="020B0609020204030204" pitchFamily="49" charset="0"/>
              </a:rPr>
              <a:t> </a:t>
            </a:r>
            <a:r>
              <a:rPr lang="en-GB" sz="1100" b="0" dirty="0">
                <a:solidFill>
                  <a:srgbClr val="4EC9B0"/>
                </a:solidFill>
                <a:effectLst/>
                <a:latin typeface="Consolas" panose="020B0609020204030204" pitchFamily="49" charset="0"/>
              </a:rPr>
              <a:t>cv2</a:t>
            </a:r>
            <a:endParaRPr lang="en-GB" sz="1100" b="0" dirty="0">
              <a:solidFill>
                <a:srgbClr val="CCCCCC"/>
              </a:solidFill>
              <a:effectLst/>
              <a:latin typeface="Consolas" panose="020B0609020204030204" pitchFamily="49" charset="0"/>
            </a:endParaRPr>
          </a:p>
          <a:p>
            <a:pPr marL="0" indent="0">
              <a:lnSpc>
                <a:spcPts val="1425"/>
              </a:lnSpc>
              <a:spcBef>
                <a:spcPts val="0"/>
              </a:spcBef>
              <a:buNone/>
            </a:pPr>
            <a:r>
              <a:rPr lang="en-GB" sz="1100" b="0" dirty="0">
                <a:solidFill>
                  <a:srgbClr val="C586C0"/>
                </a:solidFill>
                <a:effectLst/>
                <a:latin typeface="Consolas" panose="020B0609020204030204" pitchFamily="49" charset="0"/>
              </a:rPr>
              <a:t>from</a:t>
            </a:r>
            <a:r>
              <a:rPr lang="en-GB" sz="1100" b="0" dirty="0">
                <a:solidFill>
                  <a:srgbClr val="CCCCCC"/>
                </a:solidFill>
                <a:effectLst/>
                <a:latin typeface="Consolas" panose="020B0609020204030204" pitchFamily="49" charset="0"/>
              </a:rPr>
              <a:t> </a:t>
            </a:r>
            <a:r>
              <a:rPr lang="en-GB" sz="1100" b="0" dirty="0">
                <a:solidFill>
                  <a:srgbClr val="4EC9B0"/>
                </a:solidFill>
                <a:effectLst/>
                <a:latin typeface="Consolas" panose="020B0609020204030204" pitchFamily="49" charset="0"/>
              </a:rPr>
              <a:t>cv2</a:t>
            </a:r>
            <a:r>
              <a:rPr lang="en-GB" sz="1100" b="0" dirty="0">
                <a:solidFill>
                  <a:srgbClr val="CCCCCC"/>
                </a:solidFill>
                <a:effectLst/>
                <a:latin typeface="Consolas" panose="020B0609020204030204" pitchFamily="49" charset="0"/>
              </a:rPr>
              <a:t> </a:t>
            </a:r>
            <a:r>
              <a:rPr lang="en-GB" sz="1100" b="0" dirty="0">
                <a:solidFill>
                  <a:srgbClr val="C586C0"/>
                </a:solidFill>
                <a:effectLst/>
                <a:latin typeface="Consolas" panose="020B0609020204030204" pitchFamily="49" charset="0"/>
              </a:rPr>
              <a:t>import</a:t>
            </a:r>
            <a:r>
              <a:rPr lang="en-GB" sz="1100" b="0" dirty="0">
                <a:solidFill>
                  <a:srgbClr val="CCCCCC"/>
                </a:solidFill>
                <a:effectLst/>
                <a:latin typeface="Consolas" panose="020B0609020204030204" pitchFamily="49" charset="0"/>
              </a:rPr>
              <a:t> </a:t>
            </a:r>
            <a:r>
              <a:rPr lang="en-GB" sz="1100" b="0" dirty="0" err="1">
                <a:solidFill>
                  <a:srgbClr val="CCCCCC"/>
                </a:solidFill>
                <a:effectLst/>
                <a:latin typeface="Consolas" panose="020B0609020204030204" pitchFamily="49" charset="0"/>
              </a:rPr>
              <a:t>aruco</a:t>
            </a:r>
            <a:endParaRPr lang="en-GB" sz="1100" b="0" dirty="0">
              <a:solidFill>
                <a:srgbClr val="CCCCCC"/>
              </a:solidFill>
              <a:effectLst/>
              <a:latin typeface="Consolas" panose="020B0609020204030204" pitchFamily="49" charset="0"/>
            </a:endParaRPr>
          </a:p>
          <a:p>
            <a:pPr marL="0" indent="0">
              <a:lnSpc>
                <a:spcPts val="1425"/>
              </a:lnSpc>
              <a:spcBef>
                <a:spcPts val="0"/>
              </a:spcBef>
              <a:buNone/>
            </a:pPr>
            <a:r>
              <a:rPr lang="en-GB" sz="1100" b="0" dirty="0">
                <a:solidFill>
                  <a:srgbClr val="C586C0"/>
                </a:solidFill>
                <a:effectLst/>
                <a:latin typeface="Consolas" panose="020B0609020204030204" pitchFamily="49" charset="0"/>
              </a:rPr>
              <a:t>import</a:t>
            </a:r>
            <a:r>
              <a:rPr lang="en-GB" sz="1100" b="0" dirty="0">
                <a:solidFill>
                  <a:srgbClr val="CCCCCC"/>
                </a:solidFill>
                <a:effectLst/>
                <a:latin typeface="Consolas" panose="020B0609020204030204" pitchFamily="49" charset="0"/>
              </a:rPr>
              <a:t> </a:t>
            </a:r>
            <a:r>
              <a:rPr lang="en-GB" sz="1100" b="0" dirty="0" err="1">
                <a:solidFill>
                  <a:srgbClr val="4EC9B0"/>
                </a:solidFill>
                <a:effectLst/>
                <a:latin typeface="Consolas" panose="020B0609020204030204" pitchFamily="49" charset="0"/>
              </a:rPr>
              <a:t>os</a:t>
            </a:r>
            <a:endParaRPr lang="en-GB" sz="1100" b="0" dirty="0">
              <a:solidFill>
                <a:srgbClr val="CCCCCC"/>
              </a:solidFill>
              <a:effectLst/>
              <a:latin typeface="Consolas" panose="020B0609020204030204" pitchFamily="49" charset="0"/>
            </a:endParaRPr>
          </a:p>
          <a:p>
            <a:pPr marL="0" indent="0">
              <a:lnSpc>
                <a:spcPts val="1425"/>
              </a:lnSpc>
              <a:spcBef>
                <a:spcPts val="0"/>
              </a:spcBef>
              <a:buNone/>
            </a:pPr>
            <a:br>
              <a:rPr lang="en-GB" sz="1100" b="0" dirty="0">
                <a:solidFill>
                  <a:srgbClr val="CCCCCC"/>
                </a:solidFill>
                <a:effectLst/>
                <a:latin typeface="Consolas" panose="020B0609020204030204" pitchFamily="49" charset="0"/>
              </a:rPr>
            </a:br>
            <a:r>
              <a:rPr lang="en-GB" sz="1100" b="0" dirty="0">
                <a:solidFill>
                  <a:srgbClr val="6A9955"/>
                </a:solidFill>
                <a:effectLst/>
                <a:latin typeface="Consolas" panose="020B0609020204030204" pitchFamily="49" charset="0"/>
              </a:rPr>
              <a:t># Save location</a:t>
            </a:r>
            <a:endParaRPr lang="en-GB" sz="1100" b="0" dirty="0">
              <a:solidFill>
                <a:srgbClr val="CCCCCC"/>
              </a:solidFill>
              <a:effectLst/>
              <a:latin typeface="Consolas" panose="020B0609020204030204" pitchFamily="49" charset="0"/>
            </a:endParaRPr>
          </a:p>
          <a:p>
            <a:pPr marL="0" indent="0">
              <a:lnSpc>
                <a:spcPts val="1425"/>
              </a:lnSpc>
              <a:spcBef>
                <a:spcPts val="0"/>
              </a:spcBef>
              <a:buNone/>
            </a:pPr>
            <a:r>
              <a:rPr lang="en-GB" sz="1100" b="0" dirty="0" err="1">
                <a:solidFill>
                  <a:srgbClr val="9CDCFE"/>
                </a:solidFill>
                <a:effectLst/>
                <a:latin typeface="Consolas" panose="020B0609020204030204" pitchFamily="49" charset="0"/>
              </a:rPr>
              <a:t>dir_mark</a:t>
            </a:r>
            <a:r>
              <a:rPr lang="en-GB" sz="1100" b="0" dirty="0">
                <a:solidFill>
                  <a:srgbClr val="CCCCCC"/>
                </a:solidFill>
                <a:effectLst/>
                <a:latin typeface="Consolas" panose="020B0609020204030204" pitchFamily="49" charset="0"/>
              </a:rPr>
              <a:t> </a:t>
            </a:r>
            <a:r>
              <a:rPr lang="en-GB" sz="1100" b="0" dirty="0">
                <a:solidFill>
                  <a:srgbClr val="D4D4D4"/>
                </a:solidFill>
                <a:effectLst/>
                <a:latin typeface="Consolas" panose="020B0609020204030204" pitchFamily="49" charset="0"/>
              </a:rPr>
              <a:t>=</a:t>
            </a:r>
            <a:r>
              <a:rPr lang="en-GB" sz="1100" b="0" dirty="0">
                <a:solidFill>
                  <a:srgbClr val="CCCCCC"/>
                </a:solidFill>
                <a:effectLst/>
                <a:latin typeface="Consolas" panose="020B0609020204030204" pitchFamily="49" charset="0"/>
              </a:rPr>
              <a:t> </a:t>
            </a:r>
            <a:r>
              <a:rPr lang="en-GB" sz="1100" b="0" dirty="0" err="1">
                <a:solidFill>
                  <a:srgbClr val="569CD6"/>
                </a:solidFill>
                <a:effectLst/>
                <a:latin typeface="Consolas" panose="020B0609020204030204" pitchFamily="49" charset="0"/>
              </a:rPr>
              <a:t>r</a:t>
            </a:r>
            <a:r>
              <a:rPr lang="en-GB" sz="1100" b="0" dirty="0" err="1">
                <a:solidFill>
                  <a:srgbClr val="D16969"/>
                </a:solidFill>
                <a:effectLst/>
                <a:latin typeface="Consolas" panose="020B0609020204030204" pitchFamily="49" charset="0"/>
              </a:rPr>
              <a:t>'C</a:t>
            </a:r>
            <a:r>
              <a:rPr lang="en-GB" sz="1100" b="0" dirty="0">
                <a:solidFill>
                  <a:srgbClr val="D16969"/>
                </a:solidFill>
                <a:effectLst/>
                <a:latin typeface="Consolas" panose="020B0609020204030204" pitchFamily="49" charset="0"/>
              </a:rPr>
              <a:t>:</a:t>
            </a:r>
            <a:r>
              <a:rPr lang="en-GB" sz="1100" b="0" dirty="0">
                <a:solidFill>
                  <a:srgbClr val="D7BA7D"/>
                </a:solidFill>
                <a:effectLst/>
                <a:latin typeface="Consolas" panose="020B0609020204030204" pitchFamily="49" charset="0"/>
              </a:rPr>
              <a:t>\U</a:t>
            </a:r>
            <a:r>
              <a:rPr lang="en-GB" sz="1100" b="0" dirty="0">
                <a:solidFill>
                  <a:srgbClr val="D16969"/>
                </a:solidFill>
                <a:effectLst/>
                <a:latin typeface="Consolas" panose="020B0609020204030204" pitchFamily="49" charset="0"/>
              </a:rPr>
              <a:t>sers</a:t>
            </a:r>
            <a:r>
              <a:rPr lang="en-GB" sz="1100" b="0" dirty="0">
                <a:solidFill>
                  <a:srgbClr val="D7BA7D"/>
                </a:solidFill>
                <a:effectLst/>
                <a:latin typeface="Consolas" panose="020B0609020204030204" pitchFamily="49" charset="0"/>
              </a:rPr>
              <a:t>\T</a:t>
            </a:r>
            <a:r>
              <a:rPr lang="en-GB" sz="1100" b="0" dirty="0">
                <a:solidFill>
                  <a:srgbClr val="D16969"/>
                </a:solidFill>
                <a:effectLst/>
                <a:latin typeface="Consolas" panose="020B0609020204030204" pitchFamily="49" charset="0"/>
              </a:rPr>
              <a:t>est\</a:t>
            </a:r>
            <a:r>
              <a:rPr lang="en-GB" sz="1100" b="0" dirty="0" err="1">
                <a:solidFill>
                  <a:srgbClr val="D16969"/>
                </a:solidFill>
                <a:effectLst/>
                <a:latin typeface="Consolas" panose="020B0609020204030204" pitchFamily="49" charset="0"/>
              </a:rPr>
              <a:t>Aruco_Markers</a:t>
            </a:r>
            <a:r>
              <a:rPr lang="en-GB" sz="1100" b="0" dirty="0">
                <a:solidFill>
                  <a:srgbClr val="D16969"/>
                </a:solidFill>
                <a:effectLst/>
                <a:latin typeface="Consolas" panose="020B0609020204030204" pitchFamily="49" charset="0"/>
              </a:rPr>
              <a:t>'</a:t>
            </a:r>
            <a:endParaRPr lang="en-GB" sz="1100" b="0" dirty="0">
              <a:solidFill>
                <a:srgbClr val="CCCCCC"/>
              </a:solidFill>
              <a:effectLst/>
              <a:latin typeface="Consolas" panose="020B0609020204030204" pitchFamily="49" charset="0"/>
            </a:endParaRPr>
          </a:p>
          <a:p>
            <a:pPr marL="0" indent="0">
              <a:lnSpc>
                <a:spcPts val="1425"/>
              </a:lnSpc>
              <a:spcBef>
                <a:spcPts val="0"/>
              </a:spcBef>
              <a:buNone/>
            </a:pPr>
            <a:br>
              <a:rPr lang="en-GB" sz="1100" b="0" dirty="0">
                <a:solidFill>
                  <a:srgbClr val="CCCCCC"/>
                </a:solidFill>
                <a:effectLst/>
                <a:latin typeface="Consolas" panose="020B0609020204030204" pitchFamily="49" charset="0"/>
              </a:rPr>
            </a:br>
            <a:r>
              <a:rPr lang="en-GB" sz="1100" b="0" dirty="0">
                <a:solidFill>
                  <a:srgbClr val="6A9955"/>
                </a:solidFill>
                <a:effectLst/>
                <a:latin typeface="Consolas" panose="020B0609020204030204" pitchFamily="49" charset="0"/>
              </a:rPr>
              <a:t># Parameter</a:t>
            </a:r>
            <a:endParaRPr lang="en-GB" sz="1100" b="0" dirty="0">
              <a:solidFill>
                <a:srgbClr val="CCCCCC"/>
              </a:solidFill>
              <a:effectLst/>
              <a:latin typeface="Consolas" panose="020B0609020204030204" pitchFamily="49" charset="0"/>
            </a:endParaRPr>
          </a:p>
          <a:p>
            <a:pPr marL="0" indent="0">
              <a:lnSpc>
                <a:spcPts val="1425"/>
              </a:lnSpc>
              <a:spcBef>
                <a:spcPts val="0"/>
              </a:spcBef>
              <a:buNone/>
            </a:pPr>
            <a:r>
              <a:rPr lang="en-GB" sz="1100" b="0" dirty="0" err="1">
                <a:solidFill>
                  <a:srgbClr val="9CDCFE"/>
                </a:solidFill>
                <a:effectLst/>
                <a:latin typeface="Consolas" panose="020B0609020204030204" pitchFamily="49" charset="0"/>
              </a:rPr>
              <a:t>num_mark</a:t>
            </a:r>
            <a:r>
              <a:rPr lang="en-GB" sz="1100" b="0" dirty="0">
                <a:solidFill>
                  <a:srgbClr val="CCCCCC"/>
                </a:solidFill>
                <a:effectLst/>
                <a:latin typeface="Consolas" panose="020B0609020204030204" pitchFamily="49" charset="0"/>
              </a:rPr>
              <a:t> </a:t>
            </a:r>
            <a:r>
              <a:rPr lang="en-GB" sz="1100" b="0" dirty="0">
                <a:solidFill>
                  <a:srgbClr val="D4D4D4"/>
                </a:solidFill>
                <a:effectLst/>
                <a:latin typeface="Consolas" panose="020B0609020204030204" pitchFamily="49" charset="0"/>
              </a:rPr>
              <a:t>=</a:t>
            </a:r>
            <a:r>
              <a:rPr lang="en-GB" sz="1100" b="0" dirty="0">
                <a:solidFill>
                  <a:srgbClr val="CCCCCC"/>
                </a:solidFill>
                <a:effectLst/>
                <a:latin typeface="Consolas" panose="020B0609020204030204" pitchFamily="49" charset="0"/>
              </a:rPr>
              <a:t> </a:t>
            </a:r>
            <a:r>
              <a:rPr lang="en-GB" sz="1100" b="0" dirty="0">
                <a:solidFill>
                  <a:srgbClr val="B5CEA8"/>
                </a:solidFill>
                <a:effectLst/>
                <a:latin typeface="Consolas" panose="020B0609020204030204" pitchFamily="49" charset="0"/>
              </a:rPr>
              <a:t>10</a:t>
            </a:r>
            <a:r>
              <a:rPr lang="en-GB" sz="1100" b="0" dirty="0">
                <a:solidFill>
                  <a:srgbClr val="CCCCCC"/>
                </a:solidFill>
                <a:effectLst/>
                <a:latin typeface="Consolas" panose="020B0609020204030204" pitchFamily="49" charset="0"/>
              </a:rPr>
              <a:t> </a:t>
            </a:r>
            <a:r>
              <a:rPr lang="en-GB" sz="1100" b="0" dirty="0">
                <a:solidFill>
                  <a:srgbClr val="6A9955"/>
                </a:solidFill>
                <a:effectLst/>
                <a:latin typeface="Consolas" panose="020B0609020204030204" pitchFamily="49" charset="0"/>
              </a:rPr>
              <a:t>#Number of markers</a:t>
            </a:r>
            <a:endParaRPr lang="en-GB" sz="1100" b="0" dirty="0">
              <a:solidFill>
                <a:srgbClr val="CCCCCC"/>
              </a:solidFill>
              <a:effectLst/>
              <a:latin typeface="Consolas" panose="020B0609020204030204" pitchFamily="49" charset="0"/>
            </a:endParaRPr>
          </a:p>
          <a:p>
            <a:pPr marL="0" indent="0">
              <a:lnSpc>
                <a:spcPts val="1425"/>
              </a:lnSpc>
              <a:spcBef>
                <a:spcPts val="0"/>
              </a:spcBef>
              <a:buNone/>
            </a:pPr>
            <a:r>
              <a:rPr lang="en-GB" sz="1100" b="0" dirty="0" err="1">
                <a:solidFill>
                  <a:srgbClr val="9CDCFE"/>
                </a:solidFill>
                <a:effectLst/>
                <a:latin typeface="Consolas" panose="020B0609020204030204" pitchFamily="49" charset="0"/>
              </a:rPr>
              <a:t>size_mark</a:t>
            </a:r>
            <a:r>
              <a:rPr lang="en-GB" sz="1100" b="0" dirty="0">
                <a:solidFill>
                  <a:srgbClr val="CCCCCC"/>
                </a:solidFill>
                <a:effectLst/>
                <a:latin typeface="Consolas" panose="020B0609020204030204" pitchFamily="49" charset="0"/>
              </a:rPr>
              <a:t> </a:t>
            </a:r>
            <a:r>
              <a:rPr lang="en-GB" sz="1100" b="0" dirty="0">
                <a:solidFill>
                  <a:srgbClr val="D4D4D4"/>
                </a:solidFill>
                <a:effectLst/>
                <a:latin typeface="Consolas" panose="020B0609020204030204" pitchFamily="49" charset="0"/>
              </a:rPr>
              <a:t>=</a:t>
            </a:r>
            <a:r>
              <a:rPr lang="en-GB" sz="1100" b="0" dirty="0">
                <a:solidFill>
                  <a:srgbClr val="CCCCCC"/>
                </a:solidFill>
                <a:effectLst/>
                <a:latin typeface="Consolas" panose="020B0609020204030204" pitchFamily="49" charset="0"/>
              </a:rPr>
              <a:t> </a:t>
            </a:r>
            <a:r>
              <a:rPr lang="en-GB" sz="1100" b="0" dirty="0">
                <a:solidFill>
                  <a:srgbClr val="B5CEA8"/>
                </a:solidFill>
                <a:effectLst/>
                <a:latin typeface="Consolas" panose="020B0609020204030204" pitchFamily="49" charset="0"/>
              </a:rPr>
              <a:t>250</a:t>
            </a:r>
            <a:r>
              <a:rPr lang="en-GB" sz="1100" b="0" dirty="0">
                <a:solidFill>
                  <a:srgbClr val="CCCCCC"/>
                </a:solidFill>
                <a:effectLst/>
                <a:latin typeface="Consolas" panose="020B0609020204030204" pitchFamily="49" charset="0"/>
              </a:rPr>
              <a:t> </a:t>
            </a:r>
            <a:r>
              <a:rPr lang="en-GB" sz="1100" b="0" dirty="0">
                <a:solidFill>
                  <a:srgbClr val="6A9955"/>
                </a:solidFill>
                <a:effectLst/>
                <a:latin typeface="Consolas" panose="020B0609020204030204" pitchFamily="49" charset="0"/>
              </a:rPr>
              <a:t>#Size of markers in pixels</a:t>
            </a:r>
            <a:endParaRPr lang="en-GB" sz="1100" b="0" dirty="0">
              <a:solidFill>
                <a:srgbClr val="CCCCCC"/>
              </a:solidFill>
              <a:effectLst/>
              <a:latin typeface="Consolas" panose="020B0609020204030204" pitchFamily="49" charset="0"/>
            </a:endParaRPr>
          </a:p>
          <a:p>
            <a:pPr marL="0" indent="0">
              <a:lnSpc>
                <a:spcPts val="1425"/>
              </a:lnSpc>
              <a:spcBef>
                <a:spcPts val="0"/>
              </a:spcBef>
              <a:buNone/>
            </a:pPr>
            <a:br>
              <a:rPr lang="en-GB" sz="1100" b="0" dirty="0">
                <a:solidFill>
                  <a:srgbClr val="CCCCCC"/>
                </a:solidFill>
                <a:effectLst/>
                <a:latin typeface="Consolas" panose="020B0609020204030204" pitchFamily="49" charset="0"/>
              </a:rPr>
            </a:br>
            <a:r>
              <a:rPr lang="en-GB" sz="1100" b="0" dirty="0">
                <a:solidFill>
                  <a:srgbClr val="6A9955"/>
                </a:solidFill>
                <a:effectLst/>
                <a:latin typeface="Consolas" panose="020B0609020204030204" pitchFamily="49" charset="0"/>
              </a:rPr>
              <a:t>### --- marker images are generated and saved --- ###</a:t>
            </a:r>
            <a:endParaRPr lang="en-GB" sz="1100" b="0" dirty="0">
              <a:solidFill>
                <a:srgbClr val="CCCCCC"/>
              </a:solidFill>
              <a:effectLst/>
              <a:latin typeface="Consolas" panose="020B0609020204030204" pitchFamily="49" charset="0"/>
            </a:endParaRPr>
          </a:p>
          <a:p>
            <a:pPr marL="0" indent="0">
              <a:lnSpc>
                <a:spcPts val="1425"/>
              </a:lnSpc>
              <a:spcBef>
                <a:spcPts val="0"/>
              </a:spcBef>
              <a:buNone/>
            </a:pPr>
            <a:r>
              <a:rPr lang="en-GB" sz="1100" b="0" dirty="0">
                <a:solidFill>
                  <a:srgbClr val="6A9955"/>
                </a:solidFill>
                <a:effectLst/>
                <a:latin typeface="Consolas" panose="020B0609020204030204" pitchFamily="49" charset="0"/>
              </a:rPr>
              <a:t># Call marker type</a:t>
            </a:r>
            <a:endParaRPr lang="en-GB" sz="1100" b="0" dirty="0">
              <a:solidFill>
                <a:srgbClr val="CCCCCC"/>
              </a:solidFill>
              <a:effectLst/>
              <a:latin typeface="Consolas" panose="020B0609020204030204" pitchFamily="49" charset="0"/>
            </a:endParaRPr>
          </a:p>
          <a:p>
            <a:pPr marL="0" indent="0">
              <a:lnSpc>
                <a:spcPts val="1425"/>
              </a:lnSpc>
              <a:spcBef>
                <a:spcPts val="0"/>
              </a:spcBef>
              <a:buNone/>
            </a:pPr>
            <a:r>
              <a:rPr lang="en-GB" sz="1100" b="0" dirty="0" err="1">
                <a:solidFill>
                  <a:srgbClr val="9CDCFE"/>
                </a:solidFill>
                <a:effectLst/>
                <a:latin typeface="Consolas" panose="020B0609020204030204" pitchFamily="49" charset="0"/>
              </a:rPr>
              <a:t>dict_aruco</a:t>
            </a:r>
            <a:r>
              <a:rPr lang="en-GB" sz="1100" b="0" dirty="0">
                <a:solidFill>
                  <a:srgbClr val="CCCCCC"/>
                </a:solidFill>
                <a:effectLst/>
                <a:latin typeface="Consolas" panose="020B0609020204030204" pitchFamily="49" charset="0"/>
              </a:rPr>
              <a:t> </a:t>
            </a:r>
            <a:r>
              <a:rPr lang="en-GB" sz="1100" b="0" dirty="0">
                <a:solidFill>
                  <a:srgbClr val="D4D4D4"/>
                </a:solidFill>
                <a:effectLst/>
                <a:latin typeface="Consolas" panose="020B0609020204030204" pitchFamily="49" charset="0"/>
              </a:rPr>
              <a:t>=</a:t>
            </a:r>
            <a:r>
              <a:rPr lang="en-GB" sz="1100" b="0" dirty="0">
                <a:solidFill>
                  <a:srgbClr val="CCCCCC"/>
                </a:solidFill>
                <a:effectLst/>
                <a:latin typeface="Consolas" panose="020B0609020204030204" pitchFamily="49" charset="0"/>
              </a:rPr>
              <a:t> </a:t>
            </a:r>
            <a:r>
              <a:rPr lang="en-GB" sz="1100" b="0" dirty="0">
                <a:solidFill>
                  <a:srgbClr val="4EC9B0"/>
                </a:solidFill>
                <a:effectLst/>
                <a:latin typeface="Consolas" panose="020B0609020204030204" pitchFamily="49" charset="0"/>
              </a:rPr>
              <a:t>cv2</a:t>
            </a:r>
            <a:r>
              <a:rPr lang="en-GB" sz="1100" b="0" dirty="0">
                <a:solidFill>
                  <a:srgbClr val="CCCCCC"/>
                </a:solidFill>
                <a:effectLst/>
                <a:latin typeface="Consolas" panose="020B0609020204030204" pitchFamily="49" charset="0"/>
              </a:rPr>
              <a:t>.aruco.getPredefinedDictionary(</a:t>
            </a:r>
            <a:r>
              <a:rPr lang="en-GB" sz="1100" b="0" dirty="0">
                <a:solidFill>
                  <a:srgbClr val="4EC9B0"/>
                </a:solidFill>
                <a:effectLst/>
                <a:latin typeface="Consolas" panose="020B0609020204030204" pitchFamily="49" charset="0"/>
              </a:rPr>
              <a:t>cv2</a:t>
            </a:r>
            <a:r>
              <a:rPr lang="en-GB" sz="1100" b="0" dirty="0">
                <a:solidFill>
                  <a:srgbClr val="CCCCCC"/>
                </a:solidFill>
                <a:effectLst/>
                <a:latin typeface="Consolas" panose="020B0609020204030204" pitchFamily="49" charset="0"/>
              </a:rPr>
              <a:t>.aruco.DICT_4X4_50)</a:t>
            </a:r>
          </a:p>
          <a:p>
            <a:pPr marL="0" indent="0">
              <a:lnSpc>
                <a:spcPts val="1425"/>
              </a:lnSpc>
              <a:spcBef>
                <a:spcPts val="0"/>
              </a:spcBef>
              <a:buNone/>
            </a:pPr>
            <a:r>
              <a:rPr lang="en-GB" sz="1100" b="0" dirty="0">
                <a:solidFill>
                  <a:srgbClr val="DCDCAA"/>
                </a:solidFill>
                <a:effectLst/>
                <a:latin typeface="Consolas" panose="020B0609020204030204" pitchFamily="49" charset="0"/>
              </a:rPr>
              <a:t>print</a:t>
            </a:r>
            <a:r>
              <a:rPr lang="en-GB" sz="1100" b="0" dirty="0">
                <a:solidFill>
                  <a:srgbClr val="CCCCCC"/>
                </a:solidFill>
                <a:effectLst/>
                <a:latin typeface="Consolas" panose="020B0609020204030204" pitchFamily="49" charset="0"/>
              </a:rPr>
              <a:t>(</a:t>
            </a:r>
            <a:r>
              <a:rPr lang="en-GB" sz="1100" b="0" dirty="0" err="1">
                <a:solidFill>
                  <a:srgbClr val="9CDCFE"/>
                </a:solidFill>
                <a:effectLst/>
                <a:latin typeface="Consolas" panose="020B0609020204030204" pitchFamily="49" charset="0"/>
              </a:rPr>
              <a:t>dict_aruco</a:t>
            </a:r>
            <a:r>
              <a:rPr lang="en-GB" sz="1100" b="0" dirty="0">
                <a:solidFill>
                  <a:srgbClr val="CCCCCC"/>
                </a:solidFill>
                <a:effectLst/>
                <a:latin typeface="Consolas" panose="020B0609020204030204" pitchFamily="49" charset="0"/>
              </a:rPr>
              <a:t>)</a:t>
            </a:r>
          </a:p>
          <a:p>
            <a:pPr marL="0" indent="0">
              <a:lnSpc>
                <a:spcPts val="1425"/>
              </a:lnSpc>
              <a:spcBef>
                <a:spcPts val="0"/>
              </a:spcBef>
              <a:buNone/>
            </a:pPr>
            <a:br>
              <a:rPr lang="en-GB" sz="1100" b="0" dirty="0">
                <a:solidFill>
                  <a:srgbClr val="CCCCCC"/>
                </a:solidFill>
                <a:effectLst/>
                <a:latin typeface="Consolas" panose="020B0609020204030204" pitchFamily="49" charset="0"/>
              </a:rPr>
            </a:br>
            <a:r>
              <a:rPr lang="en-GB" sz="1100" b="0" dirty="0">
                <a:solidFill>
                  <a:srgbClr val="C586C0"/>
                </a:solidFill>
                <a:effectLst/>
                <a:latin typeface="Consolas" panose="020B0609020204030204" pitchFamily="49" charset="0"/>
              </a:rPr>
              <a:t>for</a:t>
            </a:r>
            <a:r>
              <a:rPr lang="en-GB" sz="1100" b="0" dirty="0">
                <a:solidFill>
                  <a:srgbClr val="CCCCCC"/>
                </a:solidFill>
                <a:effectLst/>
                <a:latin typeface="Consolas" panose="020B0609020204030204" pitchFamily="49" charset="0"/>
              </a:rPr>
              <a:t> </a:t>
            </a:r>
            <a:r>
              <a:rPr lang="en-GB" sz="1100" b="0" dirty="0">
                <a:solidFill>
                  <a:srgbClr val="9CDCFE"/>
                </a:solidFill>
                <a:effectLst/>
                <a:latin typeface="Consolas" panose="020B0609020204030204" pitchFamily="49" charset="0"/>
              </a:rPr>
              <a:t>count</a:t>
            </a:r>
            <a:r>
              <a:rPr lang="en-GB" sz="1100" b="0" dirty="0">
                <a:solidFill>
                  <a:srgbClr val="CCCCCC"/>
                </a:solidFill>
                <a:effectLst/>
                <a:latin typeface="Consolas" panose="020B0609020204030204" pitchFamily="49" charset="0"/>
              </a:rPr>
              <a:t> </a:t>
            </a:r>
            <a:r>
              <a:rPr lang="en-GB" sz="1100" b="0" dirty="0">
                <a:solidFill>
                  <a:srgbClr val="C586C0"/>
                </a:solidFill>
                <a:effectLst/>
                <a:latin typeface="Consolas" panose="020B0609020204030204" pitchFamily="49" charset="0"/>
              </a:rPr>
              <a:t>in</a:t>
            </a:r>
            <a:r>
              <a:rPr lang="en-GB" sz="1100" b="0" dirty="0">
                <a:solidFill>
                  <a:srgbClr val="CCCCCC"/>
                </a:solidFill>
                <a:effectLst/>
                <a:latin typeface="Consolas" panose="020B0609020204030204" pitchFamily="49" charset="0"/>
              </a:rPr>
              <a:t> </a:t>
            </a:r>
            <a:r>
              <a:rPr lang="en-GB" sz="1100" b="0" dirty="0">
                <a:solidFill>
                  <a:srgbClr val="4EC9B0"/>
                </a:solidFill>
                <a:effectLst/>
                <a:latin typeface="Consolas" panose="020B0609020204030204" pitchFamily="49" charset="0"/>
              </a:rPr>
              <a:t>range</a:t>
            </a:r>
            <a:r>
              <a:rPr lang="en-GB" sz="1100" b="0" dirty="0">
                <a:solidFill>
                  <a:srgbClr val="CCCCCC"/>
                </a:solidFill>
                <a:effectLst/>
                <a:latin typeface="Consolas" panose="020B0609020204030204" pitchFamily="49" charset="0"/>
              </a:rPr>
              <a:t>(</a:t>
            </a:r>
            <a:r>
              <a:rPr lang="en-GB" sz="1100" b="0" dirty="0" err="1">
                <a:solidFill>
                  <a:srgbClr val="9CDCFE"/>
                </a:solidFill>
                <a:effectLst/>
                <a:latin typeface="Consolas" panose="020B0609020204030204" pitchFamily="49" charset="0"/>
              </a:rPr>
              <a:t>num_mark</a:t>
            </a:r>
            <a:r>
              <a:rPr lang="en-GB" sz="1100" b="0" dirty="0">
                <a:solidFill>
                  <a:srgbClr val="CCCCCC"/>
                </a:solidFill>
                <a:effectLst/>
                <a:latin typeface="Consolas" panose="020B0609020204030204" pitchFamily="49" charset="0"/>
              </a:rPr>
              <a:t>) :</a:t>
            </a:r>
            <a:br>
              <a:rPr lang="en-GB" sz="1100" b="0" dirty="0">
                <a:solidFill>
                  <a:srgbClr val="CCCCCC"/>
                </a:solidFill>
                <a:effectLst/>
                <a:latin typeface="Consolas" panose="020B0609020204030204" pitchFamily="49" charset="0"/>
              </a:rPr>
            </a:br>
            <a:r>
              <a:rPr lang="en-GB" sz="1100" b="0" dirty="0">
                <a:solidFill>
                  <a:srgbClr val="CCCCCC"/>
                </a:solidFill>
                <a:effectLst/>
                <a:latin typeface="Consolas" panose="020B0609020204030204" pitchFamily="49" charset="0"/>
              </a:rPr>
              <a:t>    </a:t>
            </a:r>
            <a:r>
              <a:rPr lang="en-GB" sz="1100" b="0" dirty="0" err="1">
                <a:solidFill>
                  <a:srgbClr val="9CDCFE"/>
                </a:solidFill>
                <a:effectLst/>
                <a:latin typeface="Consolas" panose="020B0609020204030204" pitchFamily="49" charset="0"/>
              </a:rPr>
              <a:t>id_mark</a:t>
            </a:r>
            <a:r>
              <a:rPr lang="en-GB" sz="1100" b="0" dirty="0">
                <a:solidFill>
                  <a:srgbClr val="CCCCCC"/>
                </a:solidFill>
                <a:effectLst/>
                <a:latin typeface="Consolas" panose="020B0609020204030204" pitchFamily="49" charset="0"/>
              </a:rPr>
              <a:t> </a:t>
            </a:r>
            <a:r>
              <a:rPr lang="en-GB" sz="1100" b="0" dirty="0">
                <a:solidFill>
                  <a:srgbClr val="D4D4D4"/>
                </a:solidFill>
                <a:effectLst/>
                <a:latin typeface="Consolas" panose="020B0609020204030204" pitchFamily="49" charset="0"/>
              </a:rPr>
              <a:t>=</a:t>
            </a:r>
            <a:r>
              <a:rPr lang="en-GB" sz="1100" b="0" dirty="0">
                <a:solidFill>
                  <a:srgbClr val="CCCCCC"/>
                </a:solidFill>
                <a:effectLst/>
                <a:latin typeface="Consolas" panose="020B0609020204030204" pitchFamily="49" charset="0"/>
              </a:rPr>
              <a:t> </a:t>
            </a:r>
            <a:r>
              <a:rPr lang="en-GB" sz="1100" b="0" dirty="0">
                <a:solidFill>
                  <a:srgbClr val="9CDCFE"/>
                </a:solidFill>
                <a:effectLst/>
                <a:latin typeface="Consolas" panose="020B0609020204030204" pitchFamily="49" charset="0"/>
              </a:rPr>
              <a:t>count</a:t>
            </a:r>
            <a:endParaRPr lang="en-GB" sz="1100" b="0" dirty="0">
              <a:solidFill>
                <a:srgbClr val="CCCCCC"/>
              </a:solidFill>
              <a:effectLst/>
              <a:latin typeface="Consolas" panose="020B0609020204030204" pitchFamily="49" charset="0"/>
            </a:endParaRPr>
          </a:p>
          <a:p>
            <a:pPr marL="0" indent="0">
              <a:lnSpc>
                <a:spcPts val="1425"/>
              </a:lnSpc>
              <a:spcBef>
                <a:spcPts val="0"/>
              </a:spcBef>
              <a:buNone/>
            </a:pPr>
            <a:r>
              <a:rPr lang="en-GB" sz="1100" b="0" dirty="0">
                <a:solidFill>
                  <a:srgbClr val="CCCCCC"/>
                </a:solidFill>
                <a:effectLst/>
                <a:latin typeface="Consolas" panose="020B0609020204030204" pitchFamily="49" charset="0"/>
              </a:rPr>
              <a:t>    </a:t>
            </a:r>
            <a:r>
              <a:rPr lang="en-GB" sz="1100" b="0" dirty="0" err="1">
                <a:solidFill>
                  <a:srgbClr val="9CDCFE"/>
                </a:solidFill>
                <a:effectLst/>
                <a:latin typeface="Consolas" panose="020B0609020204030204" pitchFamily="49" charset="0"/>
              </a:rPr>
              <a:t>img_mark</a:t>
            </a:r>
            <a:r>
              <a:rPr lang="en-GB" sz="1100" b="0" dirty="0">
                <a:solidFill>
                  <a:srgbClr val="CCCCCC"/>
                </a:solidFill>
                <a:effectLst/>
                <a:latin typeface="Consolas" panose="020B0609020204030204" pitchFamily="49" charset="0"/>
              </a:rPr>
              <a:t> </a:t>
            </a:r>
            <a:r>
              <a:rPr lang="en-GB" sz="1100" b="0" dirty="0">
                <a:solidFill>
                  <a:srgbClr val="D4D4D4"/>
                </a:solidFill>
                <a:effectLst/>
                <a:latin typeface="Consolas" panose="020B0609020204030204" pitchFamily="49" charset="0"/>
              </a:rPr>
              <a:t>=</a:t>
            </a:r>
            <a:r>
              <a:rPr lang="en-GB" sz="1100" b="0" dirty="0">
                <a:solidFill>
                  <a:srgbClr val="CCCCCC"/>
                </a:solidFill>
                <a:effectLst/>
                <a:latin typeface="Consolas" panose="020B0609020204030204" pitchFamily="49" charset="0"/>
              </a:rPr>
              <a:t> </a:t>
            </a:r>
            <a:r>
              <a:rPr lang="en-GB" sz="1100" b="0" dirty="0">
                <a:solidFill>
                  <a:srgbClr val="4EC9B0"/>
                </a:solidFill>
                <a:effectLst/>
                <a:latin typeface="Consolas" panose="020B0609020204030204" pitchFamily="49" charset="0"/>
              </a:rPr>
              <a:t>cv2</a:t>
            </a:r>
            <a:r>
              <a:rPr lang="en-GB" sz="1100" b="0" dirty="0">
                <a:solidFill>
                  <a:srgbClr val="CCCCCC"/>
                </a:solidFill>
                <a:effectLst/>
                <a:latin typeface="Consolas" panose="020B0609020204030204" pitchFamily="49" charset="0"/>
              </a:rPr>
              <a:t>.aruco.generateImageMarker(</a:t>
            </a:r>
            <a:r>
              <a:rPr lang="en-GB" sz="1100" b="0" dirty="0" err="1">
                <a:solidFill>
                  <a:srgbClr val="9CDCFE"/>
                </a:solidFill>
                <a:effectLst/>
                <a:latin typeface="Consolas" panose="020B0609020204030204" pitchFamily="49" charset="0"/>
              </a:rPr>
              <a:t>dict_aruco</a:t>
            </a:r>
            <a:r>
              <a:rPr lang="en-GB" sz="1100" b="0" dirty="0">
                <a:solidFill>
                  <a:srgbClr val="CCCCCC"/>
                </a:solidFill>
                <a:effectLst/>
                <a:latin typeface="Consolas" panose="020B0609020204030204" pitchFamily="49" charset="0"/>
              </a:rPr>
              <a:t>, </a:t>
            </a:r>
            <a:r>
              <a:rPr lang="en-GB" sz="1100" b="0" dirty="0" err="1">
                <a:solidFill>
                  <a:srgbClr val="9CDCFE"/>
                </a:solidFill>
                <a:effectLst/>
                <a:latin typeface="Consolas" panose="020B0609020204030204" pitchFamily="49" charset="0"/>
              </a:rPr>
              <a:t>id_mark</a:t>
            </a:r>
            <a:r>
              <a:rPr lang="en-GB" sz="1100" b="0" dirty="0">
                <a:solidFill>
                  <a:srgbClr val="CCCCCC"/>
                </a:solidFill>
                <a:effectLst/>
                <a:latin typeface="Consolas" panose="020B0609020204030204" pitchFamily="49" charset="0"/>
              </a:rPr>
              <a:t>, </a:t>
            </a:r>
            <a:r>
              <a:rPr lang="en-GB" sz="1100" b="0" dirty="0" err="1">
                <a:solidFill>
                  <a:srgbClr val="9CDCFE"/>
                </a:solidFill>
                <a:effectLst/>
                <a:latin typeface="Consolas" panose="020B0609020204030204" pitchFamily="49" charset="0"/>
              </a:rPr>
              <a:t>size_mark</a:t>
            </a:r>
            <a:r>
              <a:rPr lang="en-GB" sz="1100" b="0" dirty="0">
                <a:solidFill>
                  <a:srgbClr val="CCCCCC"/>
                </a:solidFill>
                <a:effectLst/>
                <a:latin typeface="Consolas" panose="020B0609020204030204" pitchFamily="49" charset="0"/>
              </a:rPr>
              <a:t>)</a:t>
            </a:r>
          </a:p>
          <a:p>
            <a:pPr marL="0" indent="0">
              <a:lnSpc>
                <a:spcPts val="1425"/>
              </a:lnSpc>
              <a:spcBef>
                <a:spcPts val="0"/>
              </a:spcBef>
              <a:buNone/>
            </a:pPr>
            <a:br>
              <a:rPr lang="en-GB" sz="1100" b="0" dirty="0">
                <a:solidFill>
                  <a:srgbClr val="CCCCCC"/>
                </a:solidFill>
                <a:effectLst/>
                <a:latin typeface="Consolas" panose="020B0609020204030204" pitchFamily="49" charset="0"/>
              </a:rPr>
            </a:br>
            <a:r>
              <a:rPr lang="en-GB" sz="1100" b="0" dirty="0">
                <a:solidFill>
                  <a:srgbClr val="CCCCCC"/>
                </a:solidFill>
                <a:effectLst/>
                <a:latin typeface="Consolas" panose="020B0609020204030204" pitchFamily="49" charset="0"/>
              </a:rPr>
              <a:t>    </a:t>
            </a:r>
            <a:r>
              <a:rPr lang="en-GB" sz="1100" b="0" dirty="0">
                <a:solidFill>
                  <a:srgbClr val="C586C0"/>
                </a:solidFill>
                <a:effectLst/>
                <a:latin typeface="Consolas" panose="020B0609020204030204" pitchFamily="49" charset="0"/>
              </a:rPr>
              <a:t>if</a:t>
            </a:r>
            <a:r>
              <a:rPr lang="en-GB" sz="1100" b="0" dirty="0">
                <a:solidFill>
                  <a:srgbClr val="CCCCCC"/>
                </a:solidFill>
                <a:effectLst/>
                <a:latin typeface="Consolas" panose="020B0609020204030204" pitchFamily="49" charset="0"/>
              </a:rPr>
              <a:t> </a:t>
            </a:r>
            <a:r>
              <a:rPr lang="en-GB" sz="1100" b="0" dirty="0">
                <a:solidFill>
                  <a:srgbClr val="9CDCFE"/>
                </a:solidFill>
                <a:effectLst/>
                <a:latin typeface="Consolas" panose="020B0609020204030204" pitchFamily="49" charset="0"/>
              </a:rPr>
              <a:t>count</a:t>
            </a:r>
            <a:r>
              <a:rPr lang="en-GB" sz="1100" b="0" dirty="0">
                <a:solidFill>
                  <a:srgbClr val="CCCCCC"/>
                </a:solidFill>
                <a:effectLst/>
                <a:latin typeface="Consolas" panose="020B0609020204030204" pitchFamily="49" charset="0"/>
              </a:rPr>
              <a:t> </a:t>
            </a:r>
            <a:r>
              <a:rPr lang="en-GB" sz="1100" b="0" dirty="0">
                <a:solidFill>
                  <a:srgbClr val="D4D4D4"/>
                </a:solidFill>
                <a:effectLst/>
                <a:latin typeface="Consolas" panose="020B0609020204030204" pitchFamily="49" charset="0"/>
              </a:rPr>
              <a:t>&lt;</a:t>
            </a:r>
            <a:r>
              <a:rPr lang="en-GB" sz="1100" b="0" dirty="0">
                <a:solidFill>
                  <a:srgbClr val="CCCCCC"/>
                </a:solidFill>
                <a:effectLst/>
                <a:latin typeface="Consolas" panose="020B0609020204030204" pitchFamily="49" charset="0"/>
              </a:rPr>
              <a:t> </a:t>
            </a:r>
            <a:r>
              <a:rPr lang="en-GB" sz="1100" b="0" dirty="0">
                <a:solidFill>
                  <a:srgbClr val="B5CEA8"/>
                </a:solidFill>
                <a:effectLst/>
                <a:latin typeface="Consolas" panose="020B0609020204030204" pitchFamily="49" charset="0"/>
              </a:rPr>
              <a:t>10</a:t>
            </a:r>
            <a:r>
              <a:rPr lang="en-GB" sz="1100" b="0" dirty="0">
                <a:solidFill>
                  <a:srgbClr val="CCCCCC"/>
                </a:solidFill>
                <a:effectLst/>
                <a:latin typeface="Consolas" panose="020B0609020204030204" pitchFamily="49" charset="0"/>
              </a:rPr>
              <a:t> :</a:t>
            </a:r>
          </a:p>
          <a:p>
            <a:pPr marL="0" indent="0">
              <a:lnSpc>
                <a:spcPts val="1425"/>
              </a:lnSpc>
              <a:spcBef>
                <a:spcPts val="0"/>
              </a:spcBef>
              <a:buNone/>
            </a:pPr>
            <a:r>
              <a:rPr lang="en-GB" sz="1100" b="0" dirty="0">
                <a:solidFill>
                  <a:srgbClr val="CCCCCC"/>
                </a:solidFill>
                <a:effectLst/>
                <a:latin typeface="Consolas" panose="020B0609020204030204" pitchFamily="49" charset="0"/>
              </a:rPr>
              <a:t>        </a:t>
            </a:r>
            <a:r>
              <a:rPr lang="en-GB" sz="1100" b="0" dirty="0" err="1">
                <a:solidFill>
                  <a:srgbClr val="9CDCFE"/>
                </a:solidFill>
                <a:effectLst/>
                <a:latin typeface="Consolas" panose="020B0609020204030204" pitchFamily="49" charset="0"/>
              </a:rPr>
              <a:t>img_name_mark</a:t>
            </a:r>
            <a:r>
              <a:rPr lang="en-GB" sz="1100" b="0" dirty="0">
                <a:solidFill>
                  <a:srgbClr val="CCCCCC"/>
                </a:solidFill>
                <a:effectLst/>
                <a:latin typeface="Consolas" panose="020B0609020204030204" pitchFamily="49" charset="0"/>
              </a:rPr>
              <a:t> </a:t>
            </a:r>
            <a:r>
              <a:rPr lang="en-GB" sz="1100" b="0" dirty="0">
                <a:solidFill>
                  <a:srgbClr val="D4D4D4"/>
                </a:solidFill>
                <a:effectLst/>
                <a:latin typeface="Consolas" panose="020B0609020204030204" pitchFamily="49" charset="0"/>
              </a:rPr>
              <a:t>=</a:t>
            </a:r>
            <a:r>
              <a:rPr lang="en-GB" sz="1100" b="0" dirty="0">
                <a:solidFill>
                  <a:srgbClr val="CCCCCC"/>
                </a:solidFill>
                <a:effectLst/>
                <a:latin typeface="Consolas" panose="020B0609020204030204" pitchFamily="49" charset="0"/>
              </a:rPr>
              <a:t> </a:t>
            </a:r>
            <a:r>
              <a:rPr lang="en-GB" sz="1100" b="0" dirty="0">
                <a:solidFill>
                  <a:srgbClr val="CE9178"/>
                </a:solidFill>
                <a:effectLst/>
                <a:latin typeface="Consolas" panose="020B0609020204030204" pitchFamily="49" charset="0"/>
              </a:rPr>
              <a:t>'mark_id_0'</a:t>
            </a:r>
            <a:r>
              <a:rPr lang="en-GB" sz="1100" b="0" dirty="0">
                <a:solidFill>
                  <a:srgbClr val="CCCCCC"/>
                </a:solidFill>
                <a:effectLst/>
                <a:latin typeface="Consolas" panose="020B0609020204030204" pitchFamily="49" charset="0"/>
              </a:rPr>
              <a:t> </a:t>
            </a:r>
            <a:r>
              <a:rPr lang="en-GB" sz="1100" b="0" dirty="0">
                <a:solidFill>
                  <a:srgbClr val="D4D4D4"/>
                </a:solidFill>
                <a:effectLst/>
                <a:latin typeface="Consolas" panose="020B0609020204030204" pitchFamily="49" charset="0"/>
              </a:rPr>
              <a:t>+</a:t>
            </a:r>
            <a:r>
              <a:rPr lang="en-GB" sz="1100" b="0" dirty="0">
                <a:solidFill>
                  <a:srgbClr val="CCCCCC"/>
                </a:solidFill>
                <a:effectLst/>
                <a:latin typeface="Consolas" panose="020B0609020204030204" pitchFamily="49" charset="0"/>
              </a:rPr>
              <a:t> </a:t>
            </a:r>
            <a:r>
              <a:rPr lang="en-GB" sz="1100" b="0" dirty="0">
                <a:solidFill>
                  <a:srgbClr val="4EC9B0"/>
                </a:solidFill>
                <a:effectLst/>
                <a:latin typeface="Consolas" panose="020B0609020204030204" pitchFamily="49" charset="0"/>
              </a:rPr>
              <a:t>str</a:t>
            </a:r>
            <a:r>
              <a:rPr lang="en-GB" sz="1100" b="0" dirty="0">
                <a:solidFill>
                  <a:srgbClr val="CCCCCC"/>
                </a:solidFill>
                <a:effectLst/>
                <a:latin typeface="Consolas" panose="020B0609020204030204" pitchFamily="49" charset="0"/>
              </a:rPr>
              <a:t>(</a:t>
            </a:r>
            <a:r>
              <a:rPr lang="en-GB" sz="1100" b="0" dirty="0">
                <a:solidFill>
                  <a:srgbClr val="9CDCFE"/>
                </a:solidFill>
                <a:effectLst/>
                <a:latin typeface="Consolas" panose="020B0609020204030204" pitchFamily="49" charset="0"/>
              </a:rPr>
              <a:t>count</a:t>
            </a:r>
            <a:r>
              <a:rPr lang="en-GB" sz="1100" b="0" dirty="0">
                <a:solidFill>
                  <a:srgbClr val="CCCCCC"/>
                </a:solidFill>
                <a:effectLst/>
                <a:latin typeface="Consolas" panose="020B0609020204030204" pitchFamily="49" charset="0"/>
              </a:rPr>
              <a:t>) </a:t>
            </a:r>
            <a:r>
              <a:rPr lang="en-GB" sz="1100" b="0" dirty="0">
                <a:solidFill>
                  <a:srgbClr val="D4D4D4"/>
                </a:solidFill>
                <a:effectLst/>
                <a:latin typeface="Consolas" panose="020B0609020204030204" pitchFamily="49" charset="0"/>
              </a:rPr>
              <a:t>+</a:t>
            </a:r>
            <a:r>
              <a:rPr lang="en-GB" sz="1100" b="0" dirty="0">
                <a:solidFill>
                  <a:srgbClr val="CCCCCC"/>
                </a:solidFill>
                <a:effectLst/>
                <a:latin typeface="Consolas" panose="020B0609020204030204" pitchFamily="49" charset="0"/>
              </a:rPr>
              <a:t> </a:t>
            </a:r>
            <a:r>
              <a:rPr lang="en-GB" sz="1100" b="0" dirty="0">
                <a:solidFill>
                  <a:srgbClr val="CE9178"/>
                </a:solidFill>
                <a:effectLst/>
                <a:latin typeface="Consolas" panose="020B0609020204030204" pitchFamily="49" charset="0"/>
              </a:rPr>
              <a:t>'.jpg'</a:t>
            </a:r>
            <a:endParaRPr lang="en-GB" sz="1100" b="0" dirty="0">
              <a:solidFill>
                <a:srgbClr val="CCCCCC"/>
              </a:solidFill>
              <a:effectLst/>
              <a:latin typeface="Consolas" panose="020B0609020204030204" pitchFamily="49" charset="0"/>
            </a:endParaRPr>
          </a:p>
          <a:p>
            <a:pPr marL="0" indent="0">
              <a:lnSpc>
                <a:spcPts val="1425"/>
              </a:lnSpc>
              <a:spcBef>
                <a:spcPts val="0"/>
              </a:spcBef>
              <a:buNone/>
            </a:pPr>
            <a:r>
              <a:rPr lang="en-GB" sz="1100" b="0" dirty="0">
                <a:solidFill>
                  <a:srgbClr val="CCCCCC"/>
                </a:solidFill>
                <a:effectLst/>
                <a:latin typeface="Consolas" panose="020B0609020204030204" pitchFamily="49" charset="0"/>
              </a:rPr>
              <a:t>    </a:t>
            </a:r>
            <a:r>
              <a:rPr lang="en-GB" sz="1100" b="0" dirty="0">
                <a:solidFill>
                  <a:srgbClr val="C586C0"/>
                </a:solidFill>
                <a:effectLst/>
                <a:latin typeface="Consolas" panose="020B0609020204030204" pitchFamily="49" charset="0"/>
              </a:rPr>
              <a:t>else</a:t>
            </a:r>
            <a:r>
              <a:rPr lang="en-GB" sz="1100" b="0" dirty="0">
                <a:solidFill>
                  <a:srgbClr val="CCCCCC"/>
                </a:solidFill>
                <a:effectLst/>
                <a:latin typeface="Consolas" panose="020B0609020204030204" pitchFamily="49" charset="0"/>
              </a:rPr>
              <a:t> :</a:t>
            </a:r>
          </a:p>
          <a:p>
            <a:pPr marL="0" indent="0">
              <a:lnSpc>
                <a:spcPts val="1425"/>
              </a:lnSpc>
              <a:spcBef>
                <a:spcPts val="0"/>
              </a:spcBef>
              <a:buNone/>
            </a:pPr>
            <a:r>
              <a:rPr lang="en-GB" sz="1100" b="0" dirty="0">
                <a:solidFill>
                  <a:srgbClr val="CCCCCC"/>
                </a:solidFill>
                <a:effectLst/>
                <a:latin typeface="Consolas" panose="020B0609020204030204" pitchFamily="49" charset="0"/>
              </a:rPr>
              <a:t>        </a:t>
            </a:r>
            <a:r>
              <a:rPr lang="en-GB" sz="1100" b="0" dirty="0" err="1">
                <a:solidFill>
                  <a:srgbClr val="9CDCFE"/>
                </a:solidFill>
                <a:effectLst/>
                <a:latin typeface="Consolas" panose="020B0609020204030204" pitchFamily="49" charset="0"/>
              </a:rPr>
              <a:t>img_name_mark</a:t>
            </a:r>
            <a:r>
              <a:rPr lang="en-GB" sz="1100" b="0" dirty="0">
                <a:solidFill>
                  <a:srgbClr val="CCCCCC"/>
                </a:solidFill>
                <a:effectLst/>
                <a:latin typeface="Consolas" panose="020B0609020204030204" pitchFamily="49" charset="0"/>
              </a:rPr>
              <a:t> </a:t>
            </a:r>
            <a:r>
              <a:rPr lang="en-GB" sz="1100" b="0" dirty="0">
                <a:solidFill>
                  <a:srgbClr val="D4D4D4"/>
                </a:solidFill>
                <a:effectLst/>
                <a:latin typeface="Consolas" panose="020B0609020204030204" pitchFamily="49" charset="0"/>
              </a:rPr>
              <a:t>=</a:t>
            </a:r>
            <a:r>
              <a:rPr lang="en-GB" sz="1100" b="0" dirty="0">
                <a:solidFill>
                  <a:srgbClr val="CCCCCC"/>
                </a:solidFill>
                <a:effectLst/>
                <a:latin typeface="Consolas" panose="020B0609020204030204" pitchFamily="49" charset="0"/>
              </a:rPr>
              <a:t> </a:t>
            </a:r>
            <a:r>
              <a:rPr lang="en-GB" sz="1100" b="0" dirty="0">
                <a:solidFill>
                  <a:srgbClr val="CE9178"/>
                </a:solidFill>
                <a:effectLst/>
                <a:latin typeface="Consolas" panose="020B0609020204030204" pitchFamily="49" charset="0"/>
              </a:rPr>
              <a:t>'</a:t>
            </a:r>
            <a:r>
              <a:rPr lang="en-GB" sz="1100" b="0" dirty="0" err="1">
                <a:solidFill>
                  <a:srgbClr val="CE9178"/>
                </a:solidFill>
                <a:effectLst/>
                <a:latin typeface="Consolas" panose="020B0609020204030204" pitchFamily="49" charset="0"/>
              </a:rPr>
              <a:t>mark_id</a:t>
            </a:r>
            <a:r>
              <a:rPr lang="en-GB" sz="1100" b="0" dirty="0">
                <a:solidFill>
                  <a:srgbClr val="CE9178"/>
                </a:solidFill>
                <a:effectLst/>
                <a:latin typeface="Consolas" panose="020B0609020204030204" pitchFamily="49" charset="0"/>
              </a:rPr>
              <a:t>_'</a:t>
            </a:r>
            <a:r>
              <a:rPr lang="en-GB" sz="1100" b="0" dirty="0">
                <a:solidFill>
                  <a:srgbClr val="CCCCCC"/>
                </a:solidFill>
                <a:effectLst/>
                <a:latin typeface="Consolas" panose="020B0609020204030204" pitchFamily="49" charset="0"/>
              </a:rPr>
              <a:t> </a:t>
            </a:r>
            <a:r>
              <a:rPr lang="en-GB" sz="1100" b="0" dirty="0">
                <a:solidFill>
                  <a:srgbClr val="D4D4D4"/>
                </a:solidFill>
                <a:effectLst/>
                <a:latin typeface="Consolas" panose="020B0609020204030204" pitchFamily="49" charset="0"/>
              </a:rPr>
              <a:t>+</a:t>
            </a:r>
            <a:r>
              <a:rPr lang="en-GB" sz="1100" b="0" dirty="0">
                <a:solidFill>
                  <a:srgbClr val="CCCCCC"/>
                </a:solidFill>
                <a:effectLst/>
                <a:latin typeface="Consolas" panose="020B0609020204030204" pitchFamily="49" charset="0"/>
              </a:rPr>
              <a:t> </a:t>
            </a:r>
            <a:r>
              <a:rPr lang="en-GB" sz="1100" b="0" dirty="0">
                <a:solidFill>
                  <a:srgbClr val="4EC9B0"/>
                </a:solidFill>
                <a:effectLst/>
                <a:latin typeface="Consolas" panose="020B0609020204030204" pitchFamily="49" charset="0"/>
              </a:rPr>
              <a:t>str</a:t>
            </a:r>
            <a:r>
              <a:rPr lang="en-GB" sz="1100" b="0" dirty="0">
                <a:solidFill>
                  <a:srgbClr val="CCCCCC"/>
                </a:solidFill>
                <a:effectLst/>
                <a:latin typeface="Consolas" panose="020B0609020204030204" pitchFamily="49" charset="0"/>
              </a:rPr>
              <a:t>(</a:t>
            </a:r>
            <a:r>
              <a:rPr lang="en-GB" sz="1100" b="0" dirty="0">
                <a:solidFill>
                  <a:srgbClr val="9CDCFE"/>
                </a:solidFill>
                <a:effectLst/>
                <a:latin typeface="Consolas" panose="020B0609020204030204" pitchFamily="49" charset="0"/>
              </a:rPr>
              <a:t>count</a:t>
            </a:r>
            <a:r>
              <a:rPr lang="en-GB" sz="1100" b="0" dirty="0">
                <a:solidFill>
                  <a:srgbClr val="CCCCCC"/>
                </a:solidFill>
                <a:effectLst/>
                <a:latin typeface="Consolas" panose="020B0609020204030204" pitchFamily="49" charset="0"/>
              </a:rPr>
              <a:t>) </a:t>
            </a:r>
            <a:r>
              <a:rPr lang="en-GB" sz="1100" b="0" dirty="0">
                <a:solidFill>
                  <a:srgbClr val="D4D4D4"/>
                </a:solidFill>
                <a:effectLst/>
                <a:latin typeface="Consolas" panose="020B0609020204030204" pitchFamily="49" charset="0"/>
              </a:rPr>
              <a:t>+</a:t>
            </a:r>
            <a:r>
              <a:rPr lang="en-GB" sz="1100" b="0" dirty="0">
                <a:solidFill>
                  <a:srgbClr val="CCCCCC"/>
                </a:solidFill>
                <a:effectLst/>
                <a:latin typeface="Consolas" panose="020B0609020204030204" pitchFamily="49" charset="0"/>
              </a:rPr>
              <a:t> </a:t>
            </a:r>
            <a:r>
              <a:rPr lang="en-GB" sz="1100" b="0" dirty="0">
                <a:solidFill>
                  <a:srgbClr val="CE9178"/>
                </a:solidFill>
                <a:effectLst/>
                <a:latin typeface="Consolas" panose="020B0609020204030204" pitchFamily="49" charset="0"/>
              </a:rPr>
              <a:t>'.jpg'</a:t>
            </a:r>
            <a:endParaRPr lang="en-GB" sz="1100" b="0" dirty="0">
              <a:solidFill>
                <a:srgbClr val="CCCCCC"/>
              </a:solidFill>
              <a:effectLst/>
              <a:latin typeface="Consolas" panose="020B0609020204030204" pitchFamily="49" charset="0"/>
            </a:endParaRPr>
          </a:p>
          <a:p>
            <a:pPr marL="0" indent="0">
              <a:lnSpc>
                <a:spcPts val="1425"/>
              </a:lnSpc>
              <a:spcBef>
                <a:spcPts val="0"/>
              </a:spcBef>
              <a:buNone/>
            </a:pPr>
            <a:br>
              <a:rPr lang="en-GB" sz="1100" b="0" dirty="0">
                <a:solidFill>
                  <a:srgbClr val="CCCCCC"/>
                </a:solidFill>
                <a:effectLst/>
                <a:latin typeface="Consolas" panose="020B0609020204030204" pitchFamily="49" charset="0"/>
              </a:rPr>
            </a:br>
            <a:r>
              <a:rPr lang="en-GB" sz="1100" b="0" dirty="0">
                <a:solidFill>
                  <a:srgbClr val="CCCCCC"/>
                </a:solidFill>
                <a:effectLst/>
                <a:latin typeface="Consolas" panose="020B0609020204030204" pitchFamily="49" charset="0"/>
              </a:rPr>
              <a:t>    </a:t>
            </a:r>
            <a:r>
              <a:rPr lang="en-GB" sz="1100" b="0" dirty="0" err="1">
                <a:solidFill>
                  <a:srgbClr val="9CDCFE"/>
                </a:solidFill>
                <a:effectLst/>
                <a:latin typeface="Consolas" panose="020B0609020204030204" pitchFamily="49" charset="0"/>
              </a:rPr>
              <a:t>path_mark</a:t>
            </a:r>
            <a:r>
              <a:rPr lang="en-GB" sz="1100" b="0" dirty="0">
                <a:solidFill>
                  <a:srgbClr val="CCCCCC"/>
                </a:solidFill>
                <a:effectLst/>
                <a:latin typeface="Consolas" panose="020B0609020204030204" pitchFamily="49" charset="0"/>
              </a:rPr>
              <a:t> </a:t>
            </a:r>
            <a:r>
              <a:rPr lang="en-GB" sz="1100" b="0" dirty="0">
                <a:solidFill>
                  <a:srgbClr val="D4D4D4"/>
                </a:solidFill>
                <a:effectLst/>
                <a:latin typeface="Consolas" panose="020B0609020204030204" pitchFamily="49" charset="0"/>
              </a:rPr>
              <a:t>=</a:t>
            </a:r>
            <a:r>
              <a:rPr lang="en-GB" sz="1100" b="0" dirty="0">
                <a:solidFill>
                  <a:srgbClr val="CCCCCC"/>
                </a:solidFill>
                <a:effectLst/>
                <a:latin typeface="Consolas" panose="020B0609020204030204" pitchFamily="49" charset="0"/>
              </a:rPr>
              <a:t> </a:t>
            </a:r>
            <a:r>
              <a:rPr lang="en-GB" sz="1100" b="0" dirty="0" err="1">
                <a:solidFill>
                  <a:srgbClr val="4EC9B0"/>
                </a:solidFill>
                <a:effectLst/>
                <a:latin typeface="Consolas" panose="020B0609020204030204" pitchFamily="49" charset="0"/>
              </a:rPr>
              <a:t>os</a:t>
            </a:r>
            <a:r>
              <a:rPr lang="en-GB" sz="1100" b="0" dirty="0" err="1">
                <a:solidFill>
                  <a:srgbClr val="CCCCCC"/>
                </a:solidFill>
                <a:effectLst/>
                <a:latin typeface="Consolas" panose="020B0609020204030204" pitchFamily="49" charset="0"/>
              </a:rPr>
              <a:t>.</a:t>
            </a:r>
            <a:r>
              <a:rPr lang="en-GB" sz="1100" b="0" dirty="0" err="1">
                <a:solidFill>
                  <a:srgbClr val="9CDCFE"/>
                </a:solidFill>
                <a:effectLst/>
                <a:latin typeface="Consolas" panose="020B0609020204030204" pitchFamily="49" charset="0"/>
              </a:rPr>
              <a:t>path</a:t>
            </a:r>
            <a:r>
              <a:rPr lang="en-GB" sz="1100" b="0" dirty="0" err="1">
                <a:solidFill>
                  <a:srgbClr val="CCCCCC"/>
                </a:solidFill>
                <a:effectLst/>
                <a:latin typeface="Consolas" panose="020B0609020204030204" pitchFamily="49" charset="0"/>
              </a:rPr>
              <a:t>.</a:t>
            </a:r>
            <a:r>
              <a:rPr lang="en-GB" sz="1100" b="0" dirty="0" err="1">
                <a:solidFill>
                  <a:srgbClr val="DCDCAA"/>
                </a:solidFill>
                <a:effectLst/>
                <a:latin typeface="Consolas" panose="020B0609020204030204" pitchFamily="49" charset="0"/>
              </a:rPr>
              <a:t>join</a:t>
            </a:r>
            <a:r>
              <a:rPr lang="en-GB" sz="1100" b="0" dirty="0">
                <a:solidFill>
                  <a:srgbClr val="CCCCCC"/>
                </a:solidFill>
                <a:effectLst/>
                <a:latin typeface="Consolas" panose="020B0609020204030204" pitchFamily="49" charset="0"/>
              </a:rPr>
              <a:t>(</a:t>
            </a:r>
            <a:r>
              <a:rPr lang="en-GB" sz="1100" b="0" dirty="0" err="1">
                <a:solidFill>
                  <a:srgbClr val="9CDCFE"/>
                </a:solidFill>
                <a:effectLst/>
                <a:latin typeface="Consolas" panose="020B0609020204030204" pitchFamily="49" charset="0"/>
              </a:rPr>
              <a:t>dir_mark</a:t>
            </a:r>
            <a:r>
              <a:rPr lang="en-GB" sz="1100" b="0" dirty="0">
                <a:solidFill>
                  <a:srgbClr val="CCCCCC"/>
                </a:solidFill>
                <a:effectLst/>
                <a:latin typeface="Consolas" panose="020B0609020204030204" pitchFamily="49" charset="0"/>
              </a:rPr>
              <a:t>, </a:t>
            </a:r>
            <a:r>
              <a:rPr lang="en-GB" sz="1100" b="0" dirty="0" err="1">
                <a:solidFill>
                  <a:srgbClr val="9CDCFE"/>
                </a:solidFill>
                <a:effectLst/>
                <a:latin typeface="Consolas" panose="020B0609020204030204" pitchFamily="49" charset="0"/>
              </a:rPr>
              <a:t>img_name_mark</a:t>
            </a:r>
            <a:r>
              <a:rPr lang="en-GB" sz="1100" b="0" dirty="0">
                <a:solidFill>
                  <a:srgbClr val="CCCCCC"/>
                </a:solidFill>
                <a:effectLst/>
                <a:latin typeface="Consolas" panose="020B0609020204030204" pitchFamily="49" charset="0"/>
              </a:rPr>
              <a:t>)</a:t>
            </a:r>
            <a:br>
              <a:rPr lang="en-GB" sz="1100" b="0" dirty="0">
                <a:solidFill>
                  <a:srgbClr val="CCCCCC"/>
                </a:solidFill>
                <a:effectLst/>
                <a:latin typeface="Consolas" panose="020B0609020204030204" pitchFamily="49" charset="0"/>
              </a:rPr>
            </a:br>
            <a:r>
              <a:rPr lang="en-GB" sz="1100" b="0" dirty="0">
                <a:solidFill>
                  <a:srgbClr val="CCCCCC"/>
                </a:solidFill>
                <a:effectLst/>
                <a:latin typeface="Consolas" panose="020B0609020204030204" pitchFamily="49" charset="0"/>
              </a:rPr>
              <a:t>    </a:t>
            </a:r>
            <a:r>
              <a:rPr lang="en-GB" sz="1100" b="0" dirty="0">
                <a:solidFill>
                  <a:srgbClr val="4EC9B0"/>
                </a:solidFill>
                <a:effectLst/>
                <a:latin typeface="Consolas" panose="020B0609020204030204" pitchFamily="49" charset="0"/>
              </a:rPr>
              <a:t>cv2</a:t>
            </a:r>
            <a:r>
              <a:rPr lang="en-GB" sz="1100" b="0" dirty="0">
                <a:solidFill>
                  <a:srgbClr val="CCCCCC"/>
                </a:solidFill>
                <a:effectLst/>
                <a:latin typeface="Consolas" panose="020B0609020204030204" pitchFamily="49" charset="0"/>
              </a:rPr>
              <a:t>.imwrite(</a:t>
            </a:r>
            <a:r>
              <a:rPr lang="en-GB" sz="1100" b="0" dirty="0" err="1">
                <a:solidFill>
                  <a:srgbClr val="9CDCFE"/>
                </a:solidFill>
                <a:effectLst/>
                <a:latin typeface="Consolas" panose="020B0609020204030204" pitchFamily="49" charset="0"/>
              </a:rPr>
              <a:t>path_mark</a:t>
            </a:r>
            <a:r>
              <a:rPr lang="en-GB" sz="1100" b="0" dirty="0">
                <a:solidFill>
                  <a:srgbClr val="CCCCCC"/>
                </a:solidFill>
                <a:effectLst/>
                <a:latin typeface="Consolas" panose="020B0609020204030204" pitchFamily="49" charset="0"/>
              </a:rPr>
              <a:t>, </a:t>
            </a:r>
            <a:r>
              <a:rPr lang="en-GB" sz="1100" b="0" dirty="0" err="1">
                <a:solidFill>
                  <a:srgbClr val="9CDCFE"/>
                </a:solidFill>
                <a:effectLst/>
                <a:latin typeface="Consolas" panose="020B0609020204030204" pitchFamily="49" charset="0"/>
              </a:rPr>
              <a:t>img_mark</a:t>
            </a:r>
            <a:r>
              <a:rPr lang="en-GB" sz="1100" b="0" dirty="0">
                <a:solidFill>
                  <a:srgbClr val="CCCCCC"/>
                </a:solidFill>
                <a:effectLst/>
                <a:latin typeface="Consolas" panose="020B0609020204030204" pitchFamily="49" charset="0"/>
              </a:rPr>
              <a:t>)</a:t>
            </a:r>
          </a:p>
          <a:p>
            <a:pPr marL="0" indent="0">
              <a:spcBef>
                <a:spcPts val="0"/>
              </a:spcBef>
              <a:buNone/>
            </a:pPr>
            <a:endParaRPr lang="en-GB" dirty="0"/>
          </a:p>
        </p:txBody>
      </p:sp>
      <p:sp>
        <p:nvSpPr>
          <p:cNvPr id="4" name="Title 3">
            <a:extLst>
              <a:ext uri="{FF2B5EF4-FFF2-40B4-BE49-F238E27FC236}">
                <a16:creationId xmlns:a16="http://schemas.microsoft.com/office/drawing/2014/main" id="{1AC76C8C-A94A-BB7B-6DFC-E2D2F2A1A3B2}"/>
              </a:ext>
            </a:extLst>
          </p:cNvPr>
          <p:cNvSpPr>
            <a:spLocks noGrp="1"/>
          </p:cNvSpPr>
          <p:nvPr>
            <p:ph type="title"/>
          </p:nvPr>
        </p:nvSpPr>
        <p:spPr/>
        <p:txBody>
          <a:bodyPr/>
          <a:lstStyle/>
          <a:p>
            <a:r>
              <a:rPr lang="en-GB" sz="4400" dirty="0"/>
              <a:t>ArUco Markers in OpenCV (No ROS)</a:t>
            </a:r>
            <a:endParaRPr lang="en-GB" dirty="0"/>
          </a:p>
        </p:txBody>
      </p:sp>
      <p:pic>
        <p:nvPicPr>
          <p:cNvPr id="6" name="Picture 5">
            <a:extLst>
              <a:ext uri="{FF2B5EF4-FFF2-40B4-BE49-F238E27FC236}">
                <a16:creationId xmlns:a16="http://schemas.microsoft.com/office/drawing/2014/main" id="{A232A883-66DD-3BFB-900A-0702163D231B}"/>
              </a:ext>
            </a:extLst>
          </p:cNvPr>
          <p:cNvPicPr>
            <a:picLocks noChangeAspect="1"/>
          </p:cNvPicPr>
          <p:nvPr/>
        </p:nvPicPr>
        <p:blipFill>
          <a:blip r:embed="rId3"/>
          <a:stretch>
            <a:fillRect/>
          </a:stretch>
        </p:blipFill>
        <p:spPr>
          <a:xfrm>
            <a:off x="3621741" y="4693253"/>
            <a:ext cx="2164747" cy="2164747"/>
          </a:xfrm>
          <a:prstGeom prst="rect">
            <a:avLst/>
          </a:prstGeom>
        </p:spPr>
      </p:pic>
    </p:spTree>
    <p:extLst>
      <p:ext uri="{BB962C8B-B14F-4D97-AF65-F5344CB8AC3E}">
        <p14:creationId xmlns:p14="http://schemas.microsoft.com/office/powerpoint/2010/main" val="27956498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C69E281-1A43-0CCA-5D19-96E656B5E840}"/>
              </a:ext>
            </a:extLst>
          </p:cNvPr>
          <p:cNvSpPr>
            <a:spLocks noGrp="1"/>
          </p:cNvSpPr>
          <p:nvPr>
            <p:ph type="title"/>
          </p:nvPr>
        </p:nvSpPr>
        <p:spPr/>
        <p:txBody>
          <a:bodyPr/>
          <a:lstStyle/>
          <a:p>
            <a:r>
              <a:rPr lang="en-GB" sz="4400" dirty="0"/>
              <a:t>ArUco Markers in OpenCV (No ROS)</a:t>
            </a:r>
            <a:endParaRPr lang="en-GB" dirty="0"/>
          </a:p>
        </p:txBody>
      </p:sp>
      <p:pic>
        <p:nvPicPr>
          <p:cNvPr id="6" name="Picture 5">
            <a:extLst>
              <a:ext uri="{FF2B5EF4-FFF2-40B4-BE49-F238E27FC236}">
                <a16:creationId xmlns:a16="http://schemas.microsoft.com/office/drawing/2014/main" id="{CF1CD3AB-33DD-D569-C41F-36FBE2DC956B}"/>
              </a:ext>
            </a:extLst>
          </p:cNvPr>
          <p:cNvPicPr>
            <a:picLocks noChangeAspect="1"/>
          </p:cNvPicPr>
          <p:nvPr/>
        </p:nvPicPr>
        <p:blipFill>
          <a:blip r:embed="rId2"/>
          <a:stretch>
            <a:fillRect/>
          </a:stretch>
        </p:blipFill>
        <p:spPr>
          <a:xfrm rot="16200000">
            <a:off x="3157546" y="194258"/>
            <a:ext cx="4779232" cy="7283321"/>
          </a:xfrm>
          <a:prstGeom prst="rect">
            <a:avLst/>
          </a:prstGeom>
        </p:spPr>
      </p:pic>
    </p:spTree>
    <p:extLst>
      <p:ext uri="{BB962C8B-B14F-4D97-AF65-F5344CB8AC3E}">
        <p14:creationId xmlns:p14="http://schemas.microsoft.com/office/powerpoint/2010/main" val="16003906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9C3F7F-398D-6680-9B45-2942A5332299}"/>
              </a:ext>
            </a:extLst>
          </p:cNvPr>
          <p:cNvSpPr>
            <a:spLocks noGrp="1"/>
          </p:cNvSpPr>
          <p:nvPr>
            <p:ph type="ctrTitle"/>
          </p:nvPr>
        </p:nvSpPr>
        <p:spPr/>
        <p:txBody>
          <a:bodyPr/>
          <a:lstStyle/>
          <a:p>
            <a:r>
              <a:rPr lang="en-GB" dirty="0"/>
              <a:t>Activity 1</a:t>
            </a:r>
          </a:p>
        </p:txBody>
      </p:sp>
      <p:sp>
        <p:nvSpPr>
          <p:cNvPr id="3" name="Subtitle 2">
            <a:extLst>
              <a:ext uri="{FF2B5EF4-FFF2-40B4-BE49-F238E27FC236}">
                <a16:creationId xmlns:a16="http://schemas.microsoft.com/office/drawing/2014/main" id="{066AC94E-92AB-5414-DCD2-CF8162479EC2}"/>
              </a:ext>
            </a:extLst>
          </p:cNvPr>
          <p:cNvSpPr>
            <a:spLocks noGrp="1"/>
          </p:cNvSpPr>
          <p:nvPr>
            <p:ph type="subTitle" idx="1"/>
          </p:nvPr>
        </p:nvSpPr>
        <p:spPr/>
        <p:txBody>
          <a:bodyPr/>
          <a:lstStyle/>
          <a:p>
            <a:r>
              <a:rPr lang="en-GB" dirty="0"/>
              <a:t>Simple ARUCO detection</a:t>
            </a:r>
          </a:p>
        </p:txBody>
      </p:sp>
    </p:spTree>
    <p:extLst>
      <p:ext uri="{BB962C8B-B14F-4D97-AF65-F5344CB8AC3E}">
        <p14:creationId xmlns:p14="http://schemas.microsoft.com/office/powerpoint/2010/main" val="28200862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EEAF575-8BA3-D60D-9F0E-FF56878CDC92}"/>
              </a:ext>
            </a:extLst>
          </p:cNvPr>
          <p:cNvSpPr>
            <a:spLocks noGrp="1"/>
          </p:cNvSpPr>
          <p:nvPr>
            <p:ph sz="half" idx="1"/>
          </p:nvPr>
        </p:nvSpPr>
        <p:spPr/>
        <p:txBody>
          <a:bodyPr>
            <a:normAutofit/>
          </a:bodyPr>
          <a:lstStyle/>
          <a:p>
            <a:pPr>
              <a:lnSpc>
                <a:spcPct val="160000"/>
              </a:lnSpc>
            </a:pPr>
            <a:r>
              <a:rPr lang="en-GB" sz="1600" dirty="0"/>
              <a:t>ArUco Marker detection consists of detecting markers by filtering them from other candidates, analysing their characteristics and comparing them to a predefined dictionary to ID the marker.</a:t>
            </a:r>
          </a:p>
          <a:p>
            <a:pPr>
              <a:lnSpc>
                <a:spcPct val="160000"/>
              </a:lnSpc>
            </a:pPr>
            <a:r>
              <a:rPr lang="en-GB" sz="1600" dirty="0"/>
              <a:t>This involves several steps:</a:t>
            </a:r>
          </a:p>
          <a:p>
            <a:pPr lvl="1">
              <a:lnSpc>
                <a:spcPct val="160000"/>
              </a:lnSpc>
            </a:pPr>
            <a:r>
              <a:rPr lang="en-GB" sz="1200" dirty="0"/>
              <a:t>Loading the image</a:t>
            </a:r>
          </a:p>
          <a:p>
            <a:pPr lvl="1">
              <a:lnSpc>
                <a:spcPct val="160000"/>
              </a:lnSpc>
            </a:pPr>
            <a:r>
              <a:rPr lang="en-GB" sz="1200" dirty="0"/>
              <a:t>Converting to grayscale</a:t>
            </a:r>
          </a:p>
          <a:p>
            <a:pPr lvl="1">
              <a:lnSpc>
                <a:spcPct val="160000"/>
              </a:lnSpc>
            </a:pPr>
            <a:r>
              <a:rPr lang="en-GB" sz="1200" dirty="0"/>
              <a:t>Marker detection</a:t>
            </a:r>
          </a:p>
        </p:txBody>
      </p:sp>
      <p:pic>
        <p:nvPicPr>
          <p:cNvPr id="6" name="Content Placeholder 5">
            <a:extLst>
              <a:ext uri="{FF2B5EF4-FFF2-40B4-BE49-F238E27FC236}">
                <a16:creationId xmlns:a16="http://schemas.microsoft.com/office/drawing/2014/main" id="{E9F0E4E7-34F2-C6E7-A0EF-AB170BAE27DA}"/>
              </a:ext>
            </a:extLst>
          </p:cNvPr>
          <p:cNvPicPr>
            <a:picLocks noGrp="1" noChangeAspect="1"/>
          </p:cNvPicPr>
          <p:nvPr>
            <p:ph sz="half" idx="2"/>
          </p:nvPr>
        </p:nvPicPr>
        <p:blipFill>
          <a:blip r:embed="rId2"/>
          <a:srcRect l="1534" t="1023"/>
          <a:stretch/>
        </p:blipFill>
        <p:spPr>
          <a:xfrm>
            <a:off x="6460434" y="2558480"/>
            <a:ext cx="5102087" cy="2885627"/>
          </a:xfrm>
        </p:spPr>
      </p:pic>
      <p:sp>
        <p:nvSpPr>
          <p:cNvPr id="4" name="Title 3">
            <a:extLst>
              <a:ext uri="{FF2B5EF4-FFF2-40B4-BE49-F238E27FC236}">
                <a16:creationId xmlns:a16="http://schemas.microsoft.com/office/drawing/2014/main" id="{FCD72212-54BE-BA35-4BD8-087F2A08D0F0}"/>
              </a:ext>
            </a:extLst>
          </p:cNvPr>
          <p:cNvSpPr>
            <a:spLocks noGrp="1"/>
          </p:cNvSpPr>
          <p:nvPr>
            <p:ph type="title"/>
          </p:nvPr>
        </p:nvSpPr>
        <p:spPr/>
        <p:txBody>
          <a:bodyPr/>
          <a:lstStyle/>
          <a:p>
            <a:r>
              <a:rPr lang="en-GB" dirty="0"/>
              <a:t>Simple ARUCO detection</a:t>
            </a:r>
          </a:p>
        </p:txBody>
      </p:sp>
    </p:spTree>
    <p:extLst>
      <p:ext uri="{BB962C8B-B14F-4D97-AF65-F5344CB8AC3E}">
        <p14:creationId xmlns:p14="http://schemas.microsoft.com/office/powerpoint/2010/main" val="34713549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C6290A-6E94-C551-CBBA-75C741C0BECE}"/>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B2A61D6-3567-0997-5FD6-685BD3538A92}"/>
              </a:ext>
            </a:extLst>
          </p:cNvPr>
          <p:cNvSpPr>
            <a:spLocks noGrp="1"/>
          </p:cNvSpPr>
          <p:nvPr>
            <p:ph sz="half" idx="1"/>
          </p:nvPr>
        </p:nvSpPr>
        <p:spPr/>
        <p:txBody>
          <a:bodyPr>
            <a:normAutofit lnSpcReduction="10000"/>
          </a:bodyPr>
          <a:lstStyle/>
          <a:p>
            <a:pPr>
              <a:lnSpc>
                <a:spcPct val="160000"/>
              </a:lnSpc>
            </a:pPr>
            <a:r>
              <a:rPr lang="en-GB" sz="1600" dirty="0"/>
              <a:t>For this activity, a simple ArUco Detection will be performed, with the previously generated ArUco Markers</a:t>
            </a:r>
          </a:p>
          <a:p>
            <a:pPr>
              <a:lnSpc>
                <a:spcPct val="160000"/>
              </a:lnSpc>
            </a:pPr>
            <a:r>
              <a:rPr lang="en-GB" sz="1600" dirty="0"/>
              <a:t>Using PowerPoint/Paint or any other software you prefer, generate the following image by importing the previously generated </a:t>
            </a:r>
            <a:r>
              <a:rPr lang="en-GB" sz="1600" dirty="0" err="1"/>
              <a:t>ArUcos</a:t>
            </a:r>
            <a:r>
              <a:rPr lang="en-GB" sz="1600" dirty="0"/>
              <a:t> into the image (do not modify their size).</a:t>
            </a:r>
          </a:p>
          <a:p>
            <a:pPr lvl="1">
              <a:lnSpc>
                <a:spcPct val="160000"/>
              </a:lnSpc>
            </a:pPr>
            <a:r>
              <a:rPr lang="en-GB" sz="1200" dirty="0"/>
              <a:t>The image is not required to be perfect.</a:t>
            </a:r>
          </a:p>
          <a:p>
            <a:pPr lvl="1">
              <a:lnSpc>
                <a:spcPct val="160000"/>
              </a:lnSpc>
            </a:pPr>
            <a:r>
              <a:rPr lang="en-GB" sz="1200" dirty="0"/>
              <a:t>Once generated, save it with the name “Arucos.png”</a:t>
            </a:r>
          </a:p>
          <a:p>
            <a:pPr>
              <a:lnSpc>
                <a:spcPct val="160000"/>
              </a:lnSpc>
            </a:pPr>
            <a:r>
              <a:rPr lang="en-GB" sz="1600" dirty="0"/>
              <a:t>Make a new Python script to detect </a:t>
            </a:r>
            <a:r>
              <a:rPr lang="en-GB" sz="1600" dirty="0" err="1"/>
              <a:t>ArUcos</a:t>
            </a:r>
            <a:r>
              <a:rPr lang="en-GB" sz="1600" dirty="0"/>
              <a:t> called “ArucoDetect.py”.</a:t>
            </a:r>
          </a:p>
        </p:txBody>
      </p:sp>
      <p:pic>
        <p:nvPicPr>
          <p:cNvPr id="6" name="Content Placeholder 5">
            <a:extLst>
              <a:ext uri="{FF2B5EF4-FFF2-40B4-BE49-F238E27FC236}">
                <a16:creationId xmlns:a16="http://schemas.microsoft.com/office/drawing/2014/main" id="{637EDACC-E49D-5E98-1727-8186CBF78349}"/>
              </a:ext>
            </a:extLst>
          </p:cNvPr>
          <p:cNvPicPr>
            <a:picLocks noGrp="1" noChangeAspect="1"/>
          </p:cNvPicPr>
          <p:nvPr>
            <p:ph sz="half" idx="2"/>
          </p:nvPr>
        </p:nvPicPr>
        <p:blipFill>
          <a:blip r:embed="rId2"/>
          <a:srcRect l="1534" t="1023"/>
          <a:stretch/>
        </p:blipFill>
        <p:spPr>
          <a:xfrm>
            <a:off x="6460434" y="2558480"/>
            <a:ext cx="5102087" cy="2885627"/>
          </a:xfrm>
        </p:spPr>
      </p:pic>
      <p:sp>
        <p:nvSpPr>
          <p:cNvPr id="4" name="Title 3">
            <a:extLst>
              <a:ext uri="{FF2B5EF4-FFF2-40B4-BE49-F238E27FC236}">
                <a16:creationId xmlns:a16="http://schemas.microsoft.com/office/drawing/2014/main" id="{6D833879-49B7-595F-510D-42F438F740D7}"/>
              </a:ext>
            </a:extLst>
          </p:cNvPr>
          <p:cNvSpPr>
            <a:spLocks noGrp="1"/>
          </p:cNvSpPr>
          <p:nvPr>
            <p:ph type="title"/>
          </p:nvPr>
        </p:nvSpPr>
        <p:spPr/>
        <p:txBody>
          <a:bodyPr/>
          <a:lstStyle/>
          <a:p>
            <a:r>
              <a:rPr lang="en-GB" dirty="0"/>
              <a:t>Simple ARUCO detection</a:t>
            </a:r>
          </a:p>
        </p:txBody>
      </p:sp>
    </p:spTree>
    <p:extLst>
      <p:ext uri="{BB962C8B-B14F-4D97-AF65-F5344CB8AC3E}">
        <p14:creationId xmlns:p14="http://schemas.microsoft.com/office/powerpoint/2010/main" val="158066583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AF1B02-36F6-3D4F-D62B-2DD65682D92F}"/>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E0E3205-6341-9A84-64ED-9EDC0C4DC914}"/>
              </a:ext>
            </a:extLst>
          </p:cNvPr>
          <p:cNvSpPr>
            <a:spLocks noGrp="1"/>
          </p:cNvSpPr>
          <p:nvPr>
            <p:ph sz="half" idx="4294967295"/>
          </p:nvPr>
        </p:nvSpPr>
        <p:spPr>
          <a:xfrm>
            <a:off x="0" y="-1"/>
            <a:ext cx="5961529" cy="6858000"/>
          </a:xfrm>
          <a:solidFill>
            <a:schemeClr val="tx2">
              <a:lumMod val="50000"/>
            </a:schemeClr>
          </a:solidFill>
          <a:ln>
            <a:solidFill>
              <a:schemeClr val="bg1"/>
            </a:solidFill>
          </a:ln>
        </p:spPr>
        <p:txBody>
          <a:bodyPr>
            <a:noAutofit/>
          </a:bodyPr>
          <a:lstStyle/>
          <a:p>
            <a:pPr marL="0" indent="0">
              <a:lnSpc>
                <a:spcPts val="1425"/>
              </a:lnSpc>
              <a:spcBef>
                <a:spcPts val="0"/>
              </a:spcBef>
              <a:buNone/>
            </a:pPr>
            <a:r>
              <a:rPr lang="en-GB" sz="1100" b="0" dirty="0">
                <a:solidFill>
                  <a:srgbClr val="C586C0"/>
                </a:solidFill>
                <a:effectLst/>
                <a:latin typeface="Consolas" panose="020B0609020204030204" pitchFamily="49" charset="0"/>
              </a:rPr>
              <a:t>import</a:t>
            </a:r>
            <a:r>
              <a:rPr lang="en-GB" sz="1100" b="0" dirty="0">
                <a:solidFill>
                  <a:srgbClr val="CCCCCC"/>
                </a:solidFill>
                <a:effectLst/>
                <a:latin typeface="Consolas" panose="020B0609020204030204" pitchFamily="49" charset="0"/>
              </a:rPr>
              <a:t> </a:t>
            </a:r>
            <a:r>
              <a:rPr lang="en-GB" sz="1100" b="0" dirty="0">
                <a:solidFill>
                  <a:srgbClr val="4EC9B0"/>
                </a:solidFill>
                <a:effectLst/>
                <a:latin typeface="Consolas" panose="020B0609020204030204" pitchFamily="49" charset="0"/>
              </a:rPr>
              <a:t>cv2</a:t>
            </a:r>
            <a:r>
              <a:rPr lang="en-GB" sz="1100" b="0" dirty="0">
                <a:solidFill>
                  <a:srgbClr val="CCCCCC"/>
                </a:solidFill>
                <a:effectLst/>
                <a:latin typeface="Consolas" panose="020B0609020204030204" pitchFamily="49" charset="0"/>
              </a:rPr>
              <a:t> </a:t>
            </a:r>
            <a:r>
              <a:rPr lang="en-GB" sz="1100" b="0" dirty="0">
                <a:solidFill>
                  <a:srgbClr val="C586C0"/>
                </a:solidFill>
                <a:effectLst/>
                <a:latin typeface="Consolas" panose="020B0609020204030204" pitchFamily="49" charset="0"/>
              </a:rPr>
              <a:t>as</a:t>
            </a:r>
            <a:r>
              <a:rPr lang="en-GB" sz="1100" b="0" dirty="0">
                <a:solidFill>
                  <a:srgbClr val="CCCCCC"/>
                </a:solidFill>
                <a:effectLst/>
                <a:latin typeface="Consolas" panose="020B0609020204030204" pitchFamily="49" charset="0"/>
              </a:rPr>
              <a:t> </a:t>
            </a:r>
            <a:r>
              <a:rPr lang="en-GB" sz="1100" b="0" dirty="0">
                <a:solidFill>
                  <a:srgbClr val="4EC9B0"/>
                </a:solidFill>
                <a:effectLst/>
                <a:latin typeface="Consolas" panose="020B0609020204030204" pitchFamily="49" charset="0"/>
              </a:rPr>
              <a:t>cv</a:t>
            </a:r>
            <a:endParaRPr lang="en-GB" sz="1100" b="0" dirty="0">
              <a:solidFill>
                <a:srgbClr val="CCCCCC"/>
              </a:solidFill>
              <a:effectLst/>
              <a:latin typeface="Consolas" panose="020B0609020204030204" pitchFamily="49" charset="0"/>
            </a:endParaRPr>
          </a:p>
          <a:p>
            <a:pPr marL="0" indent="0">
              <a:lnSpc>
                <a:spcPts val="1425"/>
              </a:lnSpc>
              <a:spcBef>
                <a:spcPts val="0"/>
              </a:spcBef>
              <a:buNone/>
            </a:pPr>
            <a:r>
              <a:rPr lang="en-GB" sz="1100" b="0" dirty="0">
                <a:solidFill>
                  <a:srgbClr val="C586C0"/>
                </a:solidFill>
                <a:effectLst/>
                <a:latin typeface="Consolas" panose="020B0609020204030204" pitchFamily="49" charset="0"/>
              </a:rPr>
              <a:t>from</a:t>
            </a:r>
            <a:r>
              <a:rPr lang="en-GB" sz="1100" b="0" dirty="0">
                <a:solidFill>
                  <a:srgbClr val="CCCCCC"/>
                </a:solidFill>
                <a:effectLst/>
                <a:latin typeface="Consolas" panose="020B0609020204030204" pitchFamily="49" charset="0"/>
              </a:rPr>
              <a:t> </a:t>
            </a:r>
            <a:r>
              <a:rPr lang="en-GB" sz="1100" b="0" dirty="0">
                <a:solidFill>
                  <a:srgbClr val="4EC9B0"/>
                </a:solidFill>
                <a:effectLst/>
                <a:latin typeface="Consolas" panose="020B0609020204030204" pitchFamily="49" charset="0"/>
              </a:rPr>
              <a:t>cv2</a:t>
            </a:r>
            <a:r>
              <a:rPr lang="en-GB" sz="1100" b="0" dirty="0">
                <a:solidFill>
                  <a:srgbClr val="CCCCCC"/>
                </a:solidFill>
                <a:effectLst/>
                <a:latin typeface="Consolas" panose="020B0609020204030204" pitchFamily="49" charset="0"/>
              </a:rPr>
              <a:t> </a:t>
            </a:r>
            <a:r>
              <a:rPr lang="en-GB" sz="1100" b="0" dirty="0">
                <a:solidFill>
                  <a:srgbClr val="C586C0"/>
                </a:solidFill>
                <a:effectLst/>
                <a:latin typeface="Consolas" panose="020B0609020204030204" pitchFamily="49" charset="0"/>
              </a:rPr>
              <a:t>import</a:t>
            </a:r>
            <a:r>
              <a:rPr lang="en-GB" sz="1100" b="0" dirty="0">
                <a:solidFill>
                  <a:srgbClr val="CCCCCC"/>
                </a:solidFill>
                <a:effectLst/>
                <a:latin typeface="Consolas" panose="020B0609020204030204" pitchFamily="49" charset="0"/>
              </a:rPr>
              <a:t> </a:t>
            </a:r>
            <a:r>
              <a:rPr lang="en-GB" sz="1100" b="0" dirty="0" err="1">
                <a:solidFill>
                  <a:srgbClr val="CCCCCC"/>
                </a:solidFill>
                <a:effectLst/>
                <a:latin typeface="Consolas" panose="020B0609020204030204" pitchFamily="49" charset="0"/>
              </a:rPr>
              <a:t>aruco</a:t>
            </a:r>
            <a:endParaRPr lang="en-GB" sz="1100" b="0" dirty="0">
              <a:solidFill>
                <a:srgbClr val="CCCCCC"/>
              </a:solidFill>
              <a:effectLst/>
              <a:latin typeface="Consolas" panose="020B0609020204030204" pitchFamily="49" charset="0"/>
            </a:endParaRPr>
          </a:p>
          <a:p>
            <a:pPr marL="0" indent="0">
              <a:lnSpc>
                <a:spcPts val="1425"/>
              </a:lnSpc>
              <a:spcBef>
                <a:spcPts val="0"/>
              </a:spcBef>
              <a:buNone/>
            </a:pPr>
            <a:r>
              <a:rPr lang="en-GB" sz="1100" b="0" dirty="0">
                <a:solidFill>
                  <a:srgbClr val="C586C0"/>
                </a:solidFill>
                <a:effectLst/>
                <a:latin typeface="Consolas" panose="020B0609020204030204" pitchFamily="49" charset="0"/>
              </a:rPr>
              <a:t>import</a:t>
            </a:r>
            <a:r>
              <a:rPr lang="en-GB" sz="1100" b="0" dirty="0">
                <a:solidFill>
                  <a:srgbClr val="CCCCCC"/>
                </a:solidFill>
                <a:effectLst/>
                <a:latin typeface="Consolas" panose="020B0609020204030204" pitchFamily="49" charset="0"/>
              </a:rPr>
              <a:t> </a:t>
            </a:r>
            <a:r>
              <a:rPr lang="en-GB" sz="1100" b="0" dirty="0" err="1">
                <a:solidFill>
                  <a:srgbClr val="4EC9B0"/>
                </a:solidFill>
                <a:effectLst/>
                <a:latin typeface="Consolas" panose="020B0609020204030204" pitchFamily="49" charset="0"/>
              </a:rPr>
              <a:t>os</a:t>
            </a:r>
            <a:endParaRPr lang="en-GB" sz="1100" b="0" dirty="0">
              <a:solidFill>
                <a:srgbClr val="CCCCCC"/>
              </a:solidFill>
              <a:effectLst/>
              <a:latin typeface="Consolas" panose="020B0609020204030204" pitchFamily="49" charset="0"/>
            </a:endParaRPr>
          </a:p>
          <a:p>
            <a:pPr marL="0" indent="0">
              <a:lnSpc>
                <a:spcPts val="1425"/>
              </a:lnSpc>
              <a:spcBef>
                <a:spcPts val="0"/>
              </a:spcBef>
              <a:buNone/>
            </a:pPr>
            <a:br>
              <a:rPr lang="en-GB" sz="1100" b="0" dirty="0">
                <a:solidFill>
                  <a:srgbClr val="CCCCCC"/>
                </a:solidFill>
                <a:effectLst/>
                <a:latin typeface="Consolas" panose="020B0609020204030204" pitchFamily="49" charset="0"/>
              </a:rPr>
            </a:br>
            <a:r>
              <a:rPr lang="en-GB" sz="1100" b="0" dirty="0" err="1">
                <a:solidFill>
                  <a:srgbClr val="9CDCFE"/>
                </a:solidFill>
                <a:effectLst/>
                <a:latin typeface="Consolas" panose="020B0609020204030204" pitchFamily="49" charset="0"/>
              </a:rPr>
              <a:t>img</a:t>
            </a:r>
            <a:r>
              <a:rPr lang="en-GB" sz="1100" b="0" dirty="0">
                <a:solidFill>
                  <a:srgbClr val="CCCCCC"/>
                </a:solidFill>
                <a:effectLst/>
                <a:latin typeface="Consolas" panose="020B0609020204030204" pitchFamily="49" charset="0"/>
              </a:rPr>
              <a:t> </a:t>
            </a:r>
            <a:r>
              <a:rPr lang="en-GB" sz="1100" b="0" dirty="0">
                <a:solidFill>
                  <a:srgbClr val="D4D4D4"/>
                </a:solidFill>
                <a:effectLst/>
                <a:latin typeface="Consolas" panose="020B0609020204030204" pitchFamily="49" charset="0"/>
              </a:rPr>
              <a:t>=</a:t>
            </a:r>
            <a:r>
              <a:rPr lang="en-GB" sz="1100" b="0" dirty="0">
                <a:solidFill>
                  <a:srgbClr val="CCCCCC"/>
                </a:solidFill>
                <a:effectLst/>
                <a:latin typeface="Consolas" panose="020B0609020204030204" pitchFamily="49" charset="0"/>
              </a:rPr>
              <a:t> </a:t>
            </a:r>
            <a:r>
              <a:rPr lang="en-GB" sz="1100" b="0" dirty="0" err="1">
                <a:solidFill>
                  <a:srgbClr val="4EC9B0"/>
                </a:solidFill>
                <a:effectLst/>
                <a:latin typeface="Consolas" panose="020B0609020204030204" pitchFamily="49" charset="0"/>
              </a:rPr>
              <a:t>cv</a:t>
            </a:r>
            <a:r>
              <a:rPr lang="en-GB" sz="1100" b="0" dirty="0" err="1">
                <a:solidFill>
                  <a:srgbClr val="CCCCCC"/>
                </a:solidFill>
                <a:effectLst/>
                <a:latin typeface="Consolas" panose="020B0609020204030204" pitchFamily="49" charset="0"/>
              </a:rPr>
              <a:t>.imread</a:t>
            </a:r>
            <a:r>
              <a:rPr lang="en-GB" sz="1100" b="0" dirty="0">
                <a:solidFill>
                  <a:srgbClr val="CCCCCC"/>
                </a:solidFill>
                <a:effectLst/>
                <a:latin typeface="Consolas" panose="020B0609020204030204" pitchFamily="49" charset="0"/>
              </a:rPr>
              <a:t>(</a:t>
            </a:r>
            <a:r>
              <a:rPr lang="en-GB" sz="1100" b="0" dirty="0">
                <a:solidFill>
                  <a:srgbClr val="CE9178"/>
                </a:solidFill>
                <a:effectLst/>
                <a:latin typeface="Consolas" panose="020B0609020204030204" pitchFamily="49" charset="0"/>
              </a:rPr>
              <a:t>'</a:t>
            </a:r>
            <a:r>
              <a:rPr lang="en-GB" sz="1100" b="0" dirty="0" err="1">
                <a:solidFill>
                  <a:srgbClr val="CE9178"/>
                </a:solidFill>
                <a:effectLst/>
                <a:latin typeface="Consolas" panose="020B0609020204030204" pitchFamily="49" charset="0"/>
              </a:rPr>
              <a:t>Aruco_Markers</a:t>
            </a:r>
            <a:r>
              <a:rPr lang="en-GB" sz="1100" b="0" dirty="0">
                <a:solidFill>
                  <a:srgbClr val="CE9178"/>
                </a:solidFill>
                <a:effectLst/>
                <a:latin typeface="Consolas" panose="020B0609020204030204" pitchFamily="49" charset="0"/>
              </a:rPr>
              <a:t>/Arucos.png'</a:t>
            </a:r>
            <a:r>
              <a:rPr lang="en-GB" sz="1100" b="0" dirty="0">
                <a:solidFill>
                  <a:srgbClr val="CCCCCC"/>
                </a:solidFill>
                <a:effectLst/>
                <a:latin typeface="Consolas" panose="020B0609020204030204" pitchFamily="49" charset="0"/>
              </a:rPr>
              <a:t>)</a:t>
            </a:r>
          </a:p>
          <a:p>
            <a:pPr marL="0" indent="0">
              <a:lnSpc>
                <a:spcPts val="1425"/>
              </a:lnSpc>
              <a:spcBef>
                <a:spcPts val="0"/>
              </a:spcBef>
              <a:buNone/>
            </a:pPr>
            <a:br>
              <a:rPr lang="en-GB" sz="1100" b="0" dirty="0">
                <a:solidFill>
                  <a:srgbClr val="CCCCCC"/>
                </a:solidFill>
                <a:effectLst/>
                <a:latin typeface="Consolas" panose="020B0609020204030204" pitchFamily="49" charset="0"/>
              </a:rPr>
            </a:br>
            <a:r>
              <a:rPr lang="en-GB" sz="1100" b="0" dirty="0" err="1">
                <a:solidFill>
                  <a:srgbClr val="4EC9B0"/>
                </a:solidFill>
                <a:effectLst/>
                <a:latin typeface="Consolas" panose="020B0609020204030204" pitchFamily="49" charset="0"/>
              </a:rPr>
              <a:t>cv</a:t>
            </a:r>
            <a:r>
              <a:rPr lang="en-GB" sz="1100" b="0" dirty="0" err="1">
                <a:solidFill>
                  <a:srgbClr val="CCCCCC"/>
                </a:solidFill>
                <a:effectLst/>
                <a:latin typeface="Consolas" panose="020B0609020204030204" pitchFamily="49" charset="0"/>
              </a:rPr>
              <a:t>.imshow</a:t>
            </a:r>
            <a:r>
              <a:rPr lang="en-GB" sz="1100" b="0" dirty="0">
                <a:solidFill>
                  <a:srgbClr val="CCCCCC"/>
                </a:solidFill>
                <a:effectLst/>
                <a:latin typeface="Consolas" panose="020B0609020204030204" pitchFamily="49" charset="0"/>
              </a:rPr>
              <a:t>(</a:t>
            </a:r>
            <a:r>
              <a:rPr lang="en-GB" sz="1100" b="0" dirty="0">
                <a:solidFill>
                  <a:srgbClr val="CE9178"/>
                </a:solidFill>
                <a:effectLst/>
                <a:latin typeface="Consolas" panose="020B0609020204030204" pitchFamily="49" charset="0"/>
              </a:rPr>
              <a:t>'</a:t>
            </a:r>
            <a:r>
              <a:rPr lang="en-GB" sz="1100" b="0" dirty="0" err="1">
                <a:solidFill>
                  <a:srgbClr val="CE9178"/>
                </a:solidFill>
                <a:effectLst/>
                <a:latin typeface="Consolas" panose="020B0609020204030204" pitchFamily="49" charset="0"/>
              </a:rPr>
              <a:t>img</a:t>
            </a:r>
            <a:r>
              <a:rPr lang="en-GB" sz="1100" b="0" dirty="0">
                <a:solidFill>
                  <a:srgbClr val="CE9178"/>
                </a:solidFill>
                <a:effectLst/>
                <a:latin typeface="Consolas" panose="020B0609020204030204" pitchFamily="49" charset="0"/>
              </a:rPr>
              <a:t>'</a:t>
            </a:r>
            <a:r>
              <a:rPr lang="en-GB" sz="1100" b="0" dirty="0">
                <a:solidFill>
                  <a:srgbClr val="CCCCCC"/>
                </a:solidFill>
                <a:effectLst/>
                <a:latin typeface="Consolas" panose="020B0609020204030204" pitchFamily="49" charset="0"/>
              </a:rPr>
              <a:t>, </a:t>
            </a:r>
            <a:r>
              <a:rPr lang="en-GB" sz="1100" b="0" dirty="0" err="1">
                <a:solidFill>
                  <a:srgbClr val="9CDCFE"/>
                </a:solidFill>
                <a:effectLst/>
                <a:latin typeface="Consolas" panose="020B0609020204030204" pitchFamily="49" charset="0"/>
              </a:rPr>
              <a:t>img</a:t>
            </a:r>
            <a:r>
              <a:rPr lang="en-GB" sz="1100" b="0" dirty="0">
                <a:solidFill>
                  <a:srgbClr val="CCCCCC"/>
                </a:solidFill>
                <a:effectLst/>
                <a:latin typeface="Consolas" panose="020B0609020204030204" pitchFamily="49" charset="0"/>
              </a:rPr>
              <a:t>)</a:t>
            </a:r>
          </a:p>
          <a:p>
            <a:pPr marL="0" indent="0">
              <a:lnSpc>
                <a:spcPts val="1425"/>
              </a:lnSpc>
              <a:spcBef>
                <a:spcPts val="0"/>
              </a:spcBef>
              <a:buNone/>
            </a:pPr>
            <a:br>
              <a:rPr lang="en-GB" sz="1100" b="0" dirty="0">
                <a:solidFill>
                  <a:srgbClr val="CCCCCC"/>
                </a:solidFill>
                <a:effectLst/>
                <a:latin typeface="Consolas" panose="020B0609020204030204" pitchFamily="49" charset="0"/>
              </a:rPr>
            </a:br>
            <a:r>
              <a:rPr lang="en-GB" sz="1100" b="0" dirty="0">
                <a:solidFill>
                  <a:srgbClr val="9CDCFE"/>
                </a:solidFill>
                <a:effectLst/>
                <a:latin typeface="Consolas" panose="020B0609020204030204" pitchFamily="49" charset="0"/>
              </a:rPr>
              <a:t>dictionary</a:t>
            </a:r>
            <a:r>
              <a:rPr lang="en-GB" sz="1100" b="0" dirty="0">
                <a:solidFill>
                  <a:srgbClr val="CCCCCC"/>
                </a:solidFill>
                <a:effectLst/>
                <a:latin typeface="Consolas" panose="020B0609020204030204" pitchFamily="49" charset="0"/>
              </a:rPr>
              <a:t> </a:t>
            </a:r>
            <a:r>
              <a:rPr lang="en-GB" sz="1100" b="0" dirty="0">
                <a:solidFill>
                  <a:srgbClr val="D4D4D4"/>
                </a:solidFill>
                <a:effectLst/>
                <a:latin typeface="Consolas" panose="020B0609020204030204" pitchFamily="49" charset="0"/>
              </a:rPr>
              <a:t>=</a:t>
            </a:r>
            <a:r>
              <a:rPr lang="en-GB" sz="1100" b="0" dirty="0">
                <a:solidFill>
                  <a:srgbClr val="CCCCCC"/>
                </a:solidFill>
                <a:effectLst/>
                <a:latin typeface="Consolas" panose="020B0609020204030204" pitchFamily="49" charset="0"/>
              </a:rPr>
              <a:t> </a:t>
            </a:r>
            <a:r>
              <a:rPr lang="en-GB" sz="1100" b="0" dirty="0" err="1">
                <a:solidFill>
                  <a:srgbClr val="4EC9B0"/>
                </a:solidFill>
                <a:effectLst/>
                <a:latin typeface="Consolas" panose="020B0609020204030204" pitchFamily="49" charset="0"/>
              </a:rPr>
              <a:t>cv</a:t>
            </a:r>
            <a:r>
              <a:rPr lang="en-GB" sz="1100" b="0" dirty="0" err="1">
                <a:solidFill>
                  <a:srgbClr val="CCCCCC"/>
                </a:solidFill>
                <a:effectLst/>
                <a:latin typeface="Consolas" panose="020B0609020204030204" pitchFamily="49" charset="0"/>
              </a:rPr>
              <a:t>.aruco.getPredefinedDictionary</a:t>
            </a:r>
            <a:r>
              <a:rPr lang="en-GB" sz="1100" b="0" dirty="0">
                <a:solidFill>
                  <a:srgbClr val="CCCCCC"/>
                </a:solidFill>
                <a:effectLst/>
                <a:latin typeface="Consolas" panose="020B0609020204030204" pitchFamily="49" charset="0"/>
              </a:rPr>
              <a:t>(</a:t>
            </a:r>
            <a:r>
              <a:rPr lang="en-GB" sz="1100" b="0" dirty="0">
                <a:solidFill>
                  <a:srgbClr val="4EC9B0"/>
                </a:solidFill>
                <a:effectLst/>
                <a:latin typeface="Consolas" panose="020B0609020204030204" pitchFamily="49" charset="0"/>
              </a:rPr>
              <a:t>cv</a:t>
            </a:r>
            <a:r>
              <a:rPr lang="en-GB" sz="1100" b="0" dirty="0">
                <a:solidFill>
                  <a:srgbClr val="CCCCCC"/>
                </a:solidFill>
                <a:effectLst/>
                <a:latin typeface="Consolas" panose="020B0609020204030204" pitchFamily="49" charset="0"/>
              </a:rPr>
              <a:t>.aruco.DICT_4X4_250)</a:t>
            </a:r>
          </a:p>
          <a:p>
            <a:pPr marL="0" indent="0">
              <a:lnSpc>
                <a:spcPts val="1425"/>
              </a:lnSpc>
              <a:spcBef>
                <a:spcPts val="0"/>
              </a:spcBef>
              <a:buNone/>
            </a:pPr>
            <a:r>
              <a:rPr lang="en-GB" sz="1100" b="0" dirty="0">
                <a:solidFill>
                  <a:srgbClr val="9CDCFE"/>
                </a:solidFill>
                <a:effectLst/>
                <a:latin typeface="Consolas" panose="020B0609020204030204" pitchFamily="49" charset="0"/>
              </a:rPr>
              <a:t>parameters</a:t>
            </a:r>
            <a:r>
              <a:rPr lang="en-GB" sz="1100" b="0" dirty="0">
                <a:solidFill>
                  <a:srgbClr val="CCCCCC"/>
                </a:solidFill>
                <a:effectLst/>
                <a:latin typeface="Consolas" panose="020B0609020204030204" pitchFamily="49" charset="0"/>
              </a:rPr>
              <a:t> </a:t>
            </a:r>
            <a:r>
              <a:rPr lang="en-GB" sz="1100" b="0" dirty="0">
                <a:solidFill>
                  <a:srgbClr val="D4D4D4"/>
                </a:solidFill>
                <a:effectLst/>
                <a:latin typeface="Consolas" panose="020B0609020204030204" pitchFamily="49" charset="0"/>
              </a:rPr>
              <a:t>=</a:t>
            </a:r>
            <a:r>
              <a:rPr lang="en-GB" sz="1100" b="0" dirty="0">
                <a:solidFill>
                  <a:srgbClr val="CCCCCC"/>
                </a:solidFill>
                <a:effectLst/>
                <a:latin typeface="Consolas" panose="020B0609020204030204" pitchFamily="49" charset="0"/>
              </a:rPr>
              <a:t>  </a:t>
            </a:r>
            <a:r>
              <a:rPr lang="en-GB" sz="1100" b="0" dirty="0" err="1">
                <a:solidFill>
                  <a:srgbClr val="4EC9B0"/>
                </a:solidFill>
                <a:effectLst/>
                <a:latin typeface="Consolas" panose="020B0609020204030204" pitchFamily="49" charset="0"/>
              </a:rPr>
              <a:t>cv</a:t>
            </a:r>
            <a:r>
              <a:rPr lang="en-GB" sz="1100" b="0" dirty="0" err="1">
                <a:solidFill>
                  <a:srgbClr val="CCCCCC"/>
                </a:solidFill>
                <a:effectLst/>
                <a:latin typeface="Consolas" panose="020B0609020204030204" pitchFamily="49" charset="0"/>
              </a:rPr>
              <a:t>.aruco.DetectorParameters</a:t>
            </a:r>
            <a:r>
              <a:rPr lang="en-GB" sz="1100" b="0" dirty="0">
                <a:solidFill>
                  <a:srgbClr val="CCCCCC"/>
                </a:solidFill>
                <a:effectLst/>
                <a:latin typeface="Consolas" panose="020B0609020204030204" pitchFamily="49" charset="0"/>
              </a:rPr>
              <a:t>()</a:t>
            </a:r>
          </a:p>
          <a:p>
            <a:pPr marL="0" indent="0">
              <a:lnSpc>
                <a:spcPts val="1425"/>
              </a:lnSpc>
              <a:spcBef>
                <a:spcPts val="0"/>
              </a:spcBef>
              <a:buNone/>
            </a:pPr>
            <a:r>
              <a:rPr lang="en-GB" sz="1100" b="0" dirty="0">
                <a:solidFill>
                  <a:srgbClr val="9CDCFE"/>
                </a:solidFill>
                <a:effectLst/>
                <a:latin typeface="Consolas" panose="020B0609020204030204" pitchFamily="49" charset="0"/>
              </a:rPr>
              <a:t>detector</a:t>
            </a:r>
            <a:r>
              <a:rPr lang="en-GB" sz="1100" b="0" dirty="0">
                <a:solidFill>
                  <a:srgbClr val="CCCCCC"/>
                </a:solidFill>
                <a:effectLst/>
                <a:latin typeface="Consolas" panose="020B0609020204030204" pitchFamily="49" charset="0"/>
              </a:rPr>
              <a:t> </a:t>
            </a:r>
            <a:r>
              <a:rPr lang="en-GB" sz="1100" b="0" dirty="0">
                <a:solidFill>
                  <a:srgbClr val="D4D4D4"/>
                </a:solidFill>
                <a:effectLst/>
                <a:latin typeface="Consolas" panose="020B0609020204030204" pitchFamily="49" charset="0"/>
              </a:rPr>
              <a:t>=</a:t>
            </a:r>
            <a:r>
              <a:rPr lang="en-GB" sz="1100" b="0" dirty="0">
                <a:solidFill>
                  <a:srgbClr val="CCCCCC"/>
                </a:solidFill>
                <a:effectLst/>
                <a:latin typeface="Consolas" panose="020B0609020204030204" pitchFamily="49" charset="0"/>
              </a:rPr>
              <a:t> </a:t>
            </a:r>
            <a:r>
              <a:rPr lang="en-GB" sz="1100" b="0" dirty="0" err="1">
                <a:solidFill>
                  <a:srgbClr val="4EC9B0"/>
                </a:solidFill>
                <a:effectLst/>
                <a:latin typeface="Consolas" panose="020B0609020204030204" pitchFamily="49" charset="0"/>
              </a:rPr>
              <a:t>cv</a:t>
            </a:r>
            <a:r>
              <a:rPr lang="en-GB" sz="1100" b="0" dirty="0" err="1">
                <a:solidFill>
                  <a:srgbClr val="CCCCCC"/>
                </a:solidFill>
                <a:effectLst/>
                <a:latin typeface="Consolas" panose="020B0609020204030204" pitchFamily="49" charset="0"/>
              </a:rPr>
              <a:t>.aruco.ArucoDetector</a:t>
            </a:r>
            <a:r>
              <a:rPr lang="en-GB" sz="1100" b="0" dirty="0">
                <a:solidFill>
                  <a:srgbClr val="CCCCCC"/>
                </a:solidFill>
                <a:effectLst/>
                <a:latin typeface="Consolas" panose="020B0609020204030204" pitchFamily="49" charset="0"/>
              </a:rPr>
              <a:t>(</a:t>
            </a:r>
            <a:r>
              <a:rPr lang="en-GB" sz="1100" b="0" dirty="0">
                <a:solidFill>
                  <a:srgbClr val="9CDCFE"/>
                </a:solidFill>
                <a:effectLst/>
                <a:latin typeface="Consolas" panose="020B0609020204030204" pitchFamily="49" charset="0"/>
              </a:rPr>
              <a:t>dictionary</a:t>
            </a:r>
            <a:r>
              <a:rPr lang="en-GB" sz="1100" b="0" dirty="0">
                <a:solidFill>
                  <a:srgbClr val="CCCCCC"/>
                </a:solidFill>
                <a:effectLst/>
                <a:latin typeface="Consolas" panose="020B0609020204030204" pitchFamily="49" charset="0"/>
              </a:rPr>
              <a:t>, </a:t>
            </a:r>
            <a:r>
              <a:rPr lang="en-GB" sz="1100" b="0" dirty="0">
                <a:solidFill>
                  <a:srgbClr val="9CDCFE"/>
                </a:solidFill>
                <a:effectLst/>
                <a:latin typeface="Consolas" panose="020B0609020204030204" pitchFamily="49" charset="0"/>
              </a:rPr>
              <a:t>parameters</a:t>
            </a:r>
            <a:r>
              <a:rPr lang="en-GB" sz="1100" b="0" dirty="0">
                <a:solidFill>
                  <a:srgbClr val="CCCCCC"/>
                </a:solidFill>
                <a:effectLst/>
                <a:latin typeface="Consolas" panose="020B0609020204030204" pitchFamily="49" charset="0"/>
              </a:rPr>
              <a:t>)</a:t>
            </a:r>
          </a:p>
          <a:p>
            <a:pPr marL="0" indent="0">
              <a:lnSpc>
                <a:spcPts val="1425"/>
              </a:lnSpc>
              <a:spcBef>
                <a:spcPts val="0"/>
              </a:spcBef>
              <a:buNone/>
            </a:pPr>
            <a:br>
              <a:rPr lang="en-GB" sz="1100" b="0" dirty="0">
                <a:solidFill>
                  <a:srgbClr val="CCCCCC"/>
                </a:solidFill>
                <a:effectLst/>
                <a:latin typeface="Consolas" panose="020B0609020204030204" pitchFamily="49" charset="0"/>
              </a:rPr>
            </a:br>
            <a:r>
              <a:rPr lang="en-GB" sz="1100" b="0" dirty="0" err="1">
                <a:solidFill>
                  <a:srgbClr val="9CDCFE"/>
                </a:solidFill>
                <a:effectLst/>
                <a:latin typeface="Consolas" panose="020B0609020204030204" pitchFamily="49" charset="0"/>
              </a:rPr>
              <a:t>markerCorners</a:t>
            </a:r>
            <a:r>
              <a:rPr lang="en-GB" sz="1100" b="0" dirty="0">
                <a:solidFill>
                  <a:srgbClr val="CCCCCC"/>
                </a:solidFill>
                <a:effectLst/>
                <a:latin typeface="Consolas" panose="020B0609020204030204" pitchFamily="49" charset="0"/>
              </a:rPr>
              <a:t>, </a:t>
            </a:r>
            <a:r>
              <a:rPr lang="en-GB" sz="1100" b="0" dirty="0" err="1">
                <a:solidFill>
                  <a:srgbClr val="9CDCFE"/>
                </a:solidFill>
                <a:effectLst/>
                <a:latin typeface="Consolas" panose="020B0609020204030204" pitchFamily="49" charset="0"/>
              </a:rPr>
              <a:t>markerIds</a:t>
            </a:r>
            <a:r>
              <a:rPr lang="en-GB" sz="1100" b="0" dirty="0">
                <a:solidFill>
                  <a:srgbClr val="CCCCCC"/>
                </a:solidFill>
                <a:effectLst/>
                <a:latin typeface="Consolas" panose="020B0609020204030204" pitchFamily="49" charset="0"/>
              </a:rPr>
              <a:t>, </a:t>
            </a:r>
            <a:r>
              <a:rPr lang="en-GB" sz="1100" b="0" dirty="0" err="1">
                <a:solidFill>
                  <a:srgbClr val="9CDCFE"/>
                </a:solidFill>
                <a:effectLst/>
                <a:latin typeface="Consolas" panose="020B0609020204030204" pitchFamily="49" charset="0"/>
              </a:rPr>
              <a:t>rejectedCandidates</a:t>
            </a:r>
            <a:r>
              <a:rPr lang="en-GB" sz="1100" b="0" dirty="0">
                <a:solidFill>
                  <a:srgbClr val="CCCCCC"/>
                </a:solidFill>
                <a:effectLst/>
                <a:latin typeface="Consolas" panose="020B0609020204030204" pitchFamily="49" charset="0"/>
              </a:rPr>
              <a:t> </a:t>
            </a:r>
            <a:r>
              <a:rPr lang="en-GB" sz="1100" b="0" dirty="0">
                <a:solidFill>
                  <a:srgbClr val="D4D4D4"/>
                </a:solidFill>
                <a:effectLst/>
                <a:latin typeface="Consolas" panose="020B0609020204030204" pitchFamily="49" charset="0"/>
              </a:rPr>
              <a:t>=</a:t>
            </a:r>
            <a:r>
              <a:rPr lang="en-GB" sz="1100" b="0" dirty="0">
                <a:solidFill>
                  <a:srgbClr val="CCCCCC"/>
                </a:solidFill>
                <a:effectLst/>
                <a:latin typeface="Consolas" panose="020B0609020204030204" pitchFamily="49" charset="0"/>
              </a:rPr>
              <a:t> </a:t>
            </a:r>
            <a:r>
              <a:rPr lang="en-GB" sz="1100" b="0" dirty="0" err="1">
                <a:solidFill>
                  <a:srgbClr val="9CDCFE"/>
                </a:solidFill>
                <a:effectLst/>
                <a:latin typeface="Consolas" panose="020B0609020204030204" pitchFamily="49" charset="0"/>
              </a:rPr>
              <a:t>detector</a:t>
            </a:r>
            <a:r>
              <a:rPr lang="en-GB" sz="1100" b="0" dirty="0" err="1">
                <a:solidFill>
                  <a:srgbClr val="CCCCCC"/>
                </a:solidFill>
                <a:effectLst/>
                <a:latin typeface="Consolas" panose="020B0609020204030204" pitchFamily="49" charset="0"/>
              </a:rPr>
              <a:t>.detectMarkers</a:t>
            </a:r>
            <a:r>
              <a:rPr lang="en-GB" sz="1100" b="0" dirty="0">
                <a:solidFill>
                  <a:srgbClr val="CCCCCC"/>
                </a:solidFill>
                <a:effectLst/>
                <a:latin typeface="Consolas" panose="020B0609020204030204" pitchFamily="49" charset="0"/>
              </a:rPr>
              <a:t>(</a:t>
            </a:r>
            <a:r>
              <a:rPr lang="en-GB" sz="1100" b="0" dirty="0" err="1">
                <a:solidFill>
                  <a:srgbClr val="9CDCFE"/>
                </a:solidFill>
                <a:effectLst/>
                <a:latin typeface="Consolas" panose="020B0609020204030204" pitchFamily="49" charset="0"/>
              </a:rPr>
              <a:t>img</a:t>
            </a:r>
            <a:r>
              <a:rPr lang="en-GB" sz="1100" b="0" dirty="0">
                <a:solidFill>
                  <a:srgbClr val="CCCCCC"/>
                </a:solidFill>
                <a:effectLst/>
                <a:latin typeface="Consolas" panose="020B0609020204030204" pitchFamily="49" charset="0"/>
              </a:rPr>
              <a:t>)</a:t>
            </a:r>
          </a:p>
          <a:p>
            <a:pPr marL="0" indent="0">
              <a:lnSpc>
                <a:spcPts val="1425"/>
              </a:lnSpc>
              <a:spcBef>
                <a:spcPts val="0"/>
              </a:spcBef>
              <a:buNone/>
            </a:pPr>
            <a:br>
              <a:rPr lang="en-GB" sz="1100" b="0" dirty="0">
                <a:solidFill>
                  <a:srgbClr val="CCCCCC"/>
                </a:solidFill>
                <a:effectLst/>
                <a:latin typeface="Consolas" panose="020B0609020204030204" pitchFamily="49" charset="0"/>
              </a:rPr>
            </a:br>
            <a:r>
              <a:rPr lang="en-GB" sz="1100" b="0" dirty="0">
                <a:solidFill>
                  <a:srgbClr val="6A9955"/>
                </a:solidFill>
                <a:effectLst/>
                <a:latin typeface="Consolas" panose="020B0609020204030204" pitchFamily="49" charset="0"/>
              </a:rPr>
              <a:t># verify *at least* one ArUco marker was detected</a:t>
            </a:r>
            <a:endParaRPr lang="en-GB" sz="1100" b="0" dirty="0">
              <a:solidFill>
                <a:srgbClr val="CCCCCC"/>
              </a:solidFill>
              <a:effectLst/>
              <a:latin typeface="Consolas" panose="020B0609020204030204" pitchFamily="49" charset="0"/>
            </a:endParaRPr>
          </a:p>
          <a:p>
            <a:pPr marL="0" indent="0">
              <a:lnSpc>
                <a:spcPts val="1425"/>
              </a:lnSpc>
              <a:spcBef>
                <a:spcPts val="0"/>
              </a:spcBef>
              <a:buNone/>
            </a:pPr>
            <a:r>
              <a:rPr lang="en-GB" sz="1100" b="0" dirty="0">
                <a:solidFill>
                  <a:srgbClr val="C586C0"/>
                </a:solidFill>
                <a:effectLst/>
                <a:latin typeface="Consolas" panose="020B0609020204030204" pitchFamily="49" charset="0"/>
              </a:rPr>
              <a:t>if</a:t>
            </a:r>
            <a:r>
              <a:rPr lang="en-GB" sz="1100" b="0" dirty="0">
                <a:solidFill>
                  <a:srgbClr val="CCCCCC"/>
                </a:solidFill>
                <a:effectLst/>
                <a:latin typeface="Consolas" panose="020B0609020204030204" pitchFamily="49" charset="0"/>
              </a:rPr>
              <a:t> </a:t>
            </a:r>
            <a:r>
              <a:rPr lang="en-GB" sz="1100" b="0" dirty="0" err="1">
                <a:solidFill>
                  <a:srgbClr val="DCDCAA"/>
                </a:solidFill>
                <a:effectLst/>
                <a:latin typeface="Consolas" panose="020B0609020204030204" pitchFamily="49" charset="0"/>
              </a:rPr>
              <a:t>len</a:t>
            </a:r>
            <a:r>
              <a:rPr lang="en-GB" sz="1100" b="0" dirty="0">
                <a:solidFill>
                  <a:srgbClr val="CCCCCC"/>
                </a:solidFill>
                <a:effectLst/>
                <a:latin typeface="Consolas" panose="020B0609020204030204" pitchFamily="49" charset="0"/>
              </a:rPr>
              <a:t>(</a:t>
            </a:r>
            <a:r>
              <a:rPr lang="en-GB" sz="1100" b="0" dirty="0" err="1">
                <a:solidFill>
                  <a:srgbClr val="9CDCFE"/>
                </a:solidFill>
                <a:effectLst/>
                <a:latin typeface="Consolas" panose="020B0609020204030204" pitchFamily="49" charset="0"/>
              </a:rPr>
              <a:t>markerCorners</a:t>
            </a:r>
            <a:r>
              <a:rPr lang="en-GB" sz="1100" b="0" dirty="0">
                <a:solidFill>
                  <a:srgbClr val="CCCCCC"/>
                </a:solidFill>
                <a:effectLst/>
                <a:latin typeface="Consolas" panose="020B0609020204030204" pitchFamily="49" charset="0"/>
              </a:rPr>
              <a:t>) </a:t>
            </a:r>
            <a:r>
              <a:rPr lang="en-GB" sz="1100" b="0" dirty="0">
                <a:solidFill>
                  <a:srgbClr val="D4D4D4"/>
                </a:solidFill>
                <a:effectLst/>
                <a:latin typeface="Consolas" panose="020B0609020204030204" pitchFamily="49" charset="0"/>
              </a:rPr>
              <a:t>&gt;</a:t>
            </a:r>
            <a:r>
              <a:rPr lang="en-GB" sz="1100" b="0" dirty="0">
                <a:solidFill>
                  <a:srgbClr val="CCCCCC"/>
                </a:solidFill>
                <a:effectLst/>
                <a:latin typeface="Consolas" panose="020B0609020204030204" pitchFamily="49" charset="0"/>
              </a:rPr>
              <a:t> </a:t>
            </a:r>
            <a:r>
              <a:rPr lang="en-GB" sz="1100" b="0" dirty="0">
                <a:solidFill>
                  <a:srgbClr val="B5CEA8"/>
                </a:solidFill>
                <a:effectLst/>
                <a:latin typeface="Consolas" panose="020B0609020204030204" pitchFamily="49" charset="0"/>
              </a:rPr>
              <a:t>0</a:t>
            </a:r>
            <a:r>
              <a:rPr lang="en-GB" sz="1100" b="0" dirty="0">
                <a:solidFill>
                  <a:srgbClr val="CCCCCC"/>
                </a:solidFill>
                <a:effectLst/>
                <a:latin typeface="Consolas" panose="020B0609020204030204" pitchFamily="49" charset="0"/>
              </a:rPr>
              <a:t>:</a:t>
            </a:r>
          </a:p>
          <a:p>
            <a:pPr marL="0" indent="0">
              <a:lnSpc>
                <a:spcPts val="1425"/>
              </a:lnSpc>
              <a:spcBef>
                <a:spcPts val="0"/>
              </a:spcBef>
              <a:buNone/>
            </a:pPr>
            <a:r>
              <a:rPr lang="en-GB" sz="1100" b="0" dirty="0">
                <a:solidFill>
                  <a:srgbClr val="CCCCCC"/>
                </a:solidFill>
                <a:effectLst/>
                <a:latin typeface="Consolas" panose="020B0609020204030204" pitchFamily="49" charset="0"/>
              </a:rPr>
              <a:t>    </a:t>
            </a:r>
            <a:r>
              <a:rPr lang="en-GB" sz="1100" b="0" dirty="0">
                <a:solidFill>
                  <a:srgbClr val="6A9955"/>
                </a:solidFill>
                <a:effectLst/>
                <a:latin typeface="Consolas" panose="020B0609020204030204" pitchFamily="49" charset="0"/>
              </a:rPr>
              <a:t># flatten the ArUco IDs list</a:t>
            </a:r>
            <a:endParaRPr lang="en-GB" sz="1100" b="0" dirty="0">
              <a:solidFill>
                <a:srgbClr val="CCCCCC"/>
              </a:solidFill>
              <a:effectLst/>
              <a:latin typeface="Consolas" panose="020B0609020204030204" pitchFamily="49" charset="0"/>
            </a:endParaRPr>
          </a:p>
          <a:p>
            <a:pPr marL="0" indent="0">
              <a:lnSpc>
                <a:spcPts val="1425"/>
              </a:lnSpc>
              <a:spcBef>
                <a:spcPts val="0"/>
              </a:spcBef>
              <a:buNone/>
            </a:pPr>
            <a:r>
              <a:rPr lang="en-GB" sz="1100" b="0" dirty="0">
                <a:solidFill>
                  <a:srgbClr val="CCCCCC"/>
                </a:solidFill>
                <a:effectLst/>
                <a:latin typeface="Consolas" panose="020B0609020204030204" pitchFamily="49" charset="0"/>
              </a:rPr>
              <a:t>    </a:t>
            </a:r>
            <a:r>
              <a:rPr lang="en-GB" sz="1100" b="0" dirty="0">
                <a:solidFill>
                  <a:srgbClr val="9CDCFE"/>
                </a:solidFill>
                <a:effectLst/>
                <a:latin typeface="Consolas" panose="020B0609020204030204" pitchFamily="49" charset="0"/>
              </a:rPr>
              <a:t>ids</a:t>
            </a:r>
            <a:r>
              <a:rPr lang="en-GB" sz="1100" b="0" dirty="0">
                <a:solidFill>
                  <a:srgbClr val="CCCCCC"/>
                </a:solidFill>
                <a:effectLst/>
                <a:latin typeface="Consolas" panose="020B0609020204030204" pitchFamily="49" charset="0"/>
              </a:rPr>
              <a:t> </a:t>
            </a:r>
            <a:r>
              <a:rPr lang="en-GB" sz="1100" b="0" dirty="0">
                <a:solidFill>
                  <a:srgbClr val="D4D4D4"/>
                </a:solidFill>
                <a:effectLst/>
                <a:latin typeface="Consolas" panose="020B0609020204030204" pitchFamily="49" charset="0"/>
              </a:rPr>
              <a:t>=</a:t>
            </a:r>
            <a:r>
              <a:rPr lang="en-GB" sz="1100" b="0" dirty="0">
                <a:solidFill>
                  <a:srgbClr val="CCCCCC"/>
                </a:solidFill>
                <a:effectLst/>
                <a:latin typeface="Consolas" panose="020B0609020204030204" pitchFamily="49" charset="0"/>
              </a:rPr>
              <a:t> </a:t>
            </a:r>
            <a:r>
              <a:rPr lang="en-GB" sz="1100" b="0" dirty="0" err="1">
                <a:solidFill>
                  <a:srgbClr val="9CDCFE"/>
                </a:solidFill>
                <a:effectLst/>
                <a:latin typeface="Consolas" panose="020B0609020204030204" pitchFamily="49" charset="0"/>
              </a:rPr>
              <a:t>markerIds</a:t>
            </a:r>
            <a:r>
              <a:rPr lang="en-GB" sz="1100" b="0" dirty="0" err="1">
                <a:solidFill>
                  <a:srgbClr val="CCCCCC"/>
                </a:solidFill>
                <a:effectLst/>
                <a:latin typeface="Consolas" panose="020B0609020204030204" pitchFamily="49" charset="0"/>
              </a:rPr>
              <a:t>.flatten</a:t>
            </a:r>
            <a:r>
              <a:rPr lang="en-GB" sz="1100" b="0" dirty="0">
                <a:solidFill>
                  <a:srgbClr val="CCCCCC"/>
                </a:solidFill>
                <a:effectLst/>
                <a:latin typeface="Consolas" panose="020B0609020204030204" pitchFamily="49" charset="0"/>
              </a:rPr>
              <a:t>()</a:t>
            </a:r>
          </a:p>
          <a:p>
            <a:pPr marL="0" indent="0">
              <a:lnSpc>
                <a:spcPts val="1425"/>
              </a:lnSpc>
              <a:spcBef>
                <a:spcPts val="0"/>
              </a:spcBef>
              <a:buNone/>
            </a:pPr>
            <a:r>
              <a:rPr lang="en-GB" sz="1100" b="0" dirty="0">
                <a:solidFill>
                  <a:srgbClr val="CCCCCC"/>
                </a:solidFill>
                <a:effectLst/>
                <a:latin typeface="Consolas" panose="020B0609020204030204" pitchFamily="49" charset="0"/>
              </a:rPr>
              <a:t>    </a:t>
            </a:r>
            <a:r>
              <a:rPr lang="en-GB" sz="1100" b="0" dirty="0">
                <a:solidFill>
                  <a:srgbClr val="6A9955"/>
                </a:solidFill>
                <a:effectLst/>
                <a:latin typeface="Consolas" panose="020B0609020204030204" pitchFamily="49" charset="0"/>
              </a:rPr>
              <a:t># loop over the detected </a:t>
            </a:r>
            <a:r>
              <a:rPr lang="en-GB" sz="1100" b="0" dirty="0" err="1">
                <a:solidFill>
                  <a:srgbClr val="6A9955"/>
                </a:solidFill>
                <a:effectLst/>
                <a:latin typeface="Consolas" panose="020B0609020204030204" pitchFamily="49" charset="0"/>
              </a:rPr>
              <a:t>ArUCo</a:t>
            </a:r>
            <a:r>
              <a:rPr lang="en-GB" sz="1100" b="0" dirty="0">
                <a:solidFill>
                  <a:srgbClr val="6A9955"/>
                </a:solidFill>
                <a:effectLst/>
                <a:latin typeface="Consolas" panose="020B0609020204030204" pitchFamily="49" charset="0"/>
              </a:rPr>
              <a:t> corners</a:t>
            </a:r>
            <a:endParaRPr lang="en-GB" sz="1100" b="0" dirty="0">
              <a:solidFill>
                <a:srgbClr val="CCCCCC"/>
              </a:solidFill>
              <a:effectLst/>
              <a:latin typeface="Consolas" panose="020B0609020204030204" pitchFamily="49" charset="0"/>
            </a:endParaRPr>
          </a:p>
          <a:p>
            <a:pPr marL="0" indent="0">
              <a:lnSpc>
                <a:spcPts val="1425"/>
              </a:lnSpc>
              <a:spcBef>
                <a:spcPts val="0"/>
              </a:spcBef>
              <a:buNone/>
            </a:pPr>
            <a:r>
              <a:rPr lang="en-GB" sz="1100" b="0" dirty="0">
                <a:solidFill>
                  <a:srgbClr val="CCCCCC"/>
                </a:solidFill>
                <a:effectLst/>
                <a:latin typeface="Consolas" panose="020B0609020204030204" pitchFamily="49" charset="0"/>
              </a:rPr>
              <a:t>    </a:t>
            </a:r>
            <a:r>
              <a:rPr lang="en-GB" sz="1100" b="0" dirty="0">
                <a:solidFill>
                  <a:srgbClr val="C586C0"/>
                </a:solidFill>
                <a:effectLst/>
                <a:latin typeface="Consolas" panose="020B0609020204030204" pitchFamily="49" charset="0"/>
              </a:rPr>
              <a:t>for</a:t>
            </a:r>
            <a:r>
              <a:rPr lang="en-GB" sz="1100" b="0" dirty="0">
                <a:solidFill>
                  <a:srgbClr val="CCCCCC"/>
                </a:solidFill>
                <a:effectLst/>
                <a:latin typeface="Consolas" panose="020B0609020204030204" pitchFamily="49" charset="0"/>
              </a:rPr>
              <a:t> (</a:t>
            </a:r>
            <a:r>
              <a:rPr lang="en-GB" sz="1100" b="0" dirty="0" err="1">
                <a:solidFill>
                  <a:srgbClr val="9CDCFE"/>
                </a:solidFill>
                <a:effectLst/>
                <a:latin typeface="Consolas" panose="020B0609020204030204" pitchFamily="49" charset="0"/>
              </a:rPr>
              <a:t>markerCorner</a:t>
            </a:r>
            <a:r>
              <a:rPr lang="en-GB" sz="1100" b="0" dirty="0">
                <a:solidFill>
                  <a:srgbClr val="CCCCCC"/>
                </a:solidFill>
                <a:effectLst/>
                <a:latin typeface="Consolas" panose="020B0609020204030204" pitchFamily="49" charset="0"/>
              </a:rPr>
              <a:t>, </a:t>
            </a:r>
            <a:r>
              <a:rPr lang="en-GB" sz="1100" b="0" dirty="0" err="1">
                <a:solidFill>
                  <a:srgbClr val="9CDCFE"/>
                </a:solidFill>
                <a:effectLst/>
                <a:latin typeface="Consolas" panose="020B0609020204030204" pitchFamily="49" charset="0"/>
              </a:rPr>
              <a:t>markerID</a:t>
            </a:r>
            <a:r>
              <a:rPr lang="en-GB" sz="1100" b="0" dirty="0">
                <a:solidFill>
                  <a:srgbClr val="CCCCCC"/>
                </a:solidFill>
                <a:effectLst/>
                <a:latin typeface="Consolas" panose="020B0609020204030204" pitchFamily="49" charset="0"/>
              </a:rPr>
              <a:t>) </a:t>
            </a:r>
            <a:r>
              <a:rPr lang="en-GB" sz="1100" b="0" dirty="0">
                <a:solidFill>
                  <a:srgbClr val="C586C0"/>
                </a:solidFill>
                <a:effectLst/>
                <a:latin typeface="Consolas" panose="020B0609020204030204" pitchFamily="49" charset="0"/>
              </a:rPr>
              <a:t>in</a:t>
            </a:r>
            <a:r>
              <a:rPr lang="en-GB" sz="1100" b="0" dirty="0">
                <a:solidFill>
                  <a:srgbClr val="CCCCCC"/>
                </a:solidFill>
                <a:effectLst/>
                <a:latin typeface="Consolas" panose="020B0609020204030204" pitchFamily="49" charset="0"/>
              </a:rPr>
              <a:t> </a:t>
            </a:r>
            <a:r>
              <a:rPr lang="en-GB" sz="1100" b="0" dirty="0">
                <a:solidFill>
                  <a:srgbClr val="4EC9B0"/>
                </a:solidFill>
                <a:effectLst/>
                <a:latin typeface="Consolas" panose="020B0609020204030204" pitchFamily="49" charset="0"/>
              </a:rPr>
              <a:t>zip</a:t>
            </a:r>
            <a:r>
              <a:rPr lang="en-GB" sz="1100" b="0" dirty="0">
                <a:solidFill>
                  <a:srgbClr val="CCCCCC"/>
                </a:solidFill>
                <a:effectLst/>
                <a:latin typeface="Consolas" panose="020B0609020204030204" pitchFamily="49" charset="0"/>
              </a:rPr>
              <a:t>(</a:t>
            </a:r>
            <a:r>
              <a:rPr lang="en-GB" sz="1100" b="0" dirty="0" err="1">
                <a:solidFill>
                  <a:srgbClr val="9CDCFE"/>
                </a:solidFill>
                <a:effectLst/>
                <a:latin typeface="Consolas" panose="020B0609020204030204" pitchFamily="49" charset="0"/>
              </a:rPr>
              <a:t>markerCorners</a:t>
            </a:r>
            <a:r>
              <a:rPr lang="en-GB" sz="1100" b="0" dirty="0">
                <a:solidFill>
                  <a:srgbClr val="CCCCCC"/>
                </a:solidFill>
                <a:effectLst/>
                <a:latin typeface="Consolas" panose="020B0609020204030204" pitchFamily="49" charset="0"/>
              </a:rPr>
              <a:t>, </a:t>
            </a:r>
            <a:r>
              <a:rPr lang="en-GB" sz="1100" b="0" dirty="0">
                <a:solidFill>
                  <a:srgbClr val="9CDCFE"/>
                </a:solidFill>
                <a:effectLst/>
                <a:latin typeface="Consolas" panose="020B0609020204030204" pitchFamily="49" charset="0"/>
              </a:rPr>
              <a:t>ids</a:t>
            </a:r>
            <a:r>
              <a:rPr lang="en-GB" sz="1100" b="0" dirty="0">
                <a:solidFill>
                  <a:srgbClr val="CCCCCC"/>
                </a:solidFill>
                <a:effectLst/>
                <a:latin typeface="Consolas" panose="020B0609020204030204" pitchFamily="49" charset="0"/>
              </a:rPr>
              <a:t>):</a:t>
            </a:r>
          </a:p>
          <a:p>
            <a:pPr marL="0" indent="0">
              <a:lnSpc>
                <a:spcPts val="1425"/>
              </a:lnSpc>
              <a:spcBef>
                <a:spcPts val="0"/>
              </a:spcBef>
              <a:buNone/>
            </a:pPr>
            <a:r>
              <a:rPr lang="en-GB" sz="1100" b="0" dirty="0">
                <a:solidFill>
                  <a:srgbClr val="CCCCCC"/>
                </a:solidFill>
                <a:effectLst/>
                <a:latin typeface="Consolas" panose="020B0609020204030204" pitchFamily="49" charset="0"/>
              </a:rPr>
              <a:t>        </a:t>
            </a:r>
            <a:r>
              <a:rPr lang="en-GB" sz="1100" b="0" dirty="0">
                <a:solidFill>
                  <a:srgbClr val="6A9955"/>
                </a:solidFill>
                <a:effectLst/>
                <a:latin typeface="Consolas" panose="020B0609020204030204" pitchFamily="49" charset="0"/>
              </a:rPr>
              <a:t># extract the marker corners (which are always returned in</a:t>
            </a:r>
            <a:endParaRPr lang="en-GB" sz="1100" b="0" dirty="0">
              <a:solidFill>
                <a:srgbClr val="CCCCCC"/>
              </a:solidFill>
              <a:effectLst/>
              <a:latin typeface="Consolas" panose="020B0609020204030204" pitchFamily="49" charset="0"/>
            </a:endParaRPr>
          </a:p>
          <a:p>
            <a:pPr marL="0" indent="0">
              <a:lnSpc>
                <a:spcPts val="1425"/>
              </a:lnSpc>
              <a:spcBef>
                <a:spcPts val="0"/>
              </a:spcBef>
              <a:buNone/>
            </a:pPr>
            <a:r>
              <a:rPr lang="en-GB" sz="1100" b="0" dirty="0">
                <a:solidFill>
                  <a:srgbClr val="CCCCCC"/>
                </a:solidFill>
                <a:effectLst/>
                <a:latin typeface="Consolas" panose="020B0609020204030204" pitchFamily="49" charset="0"/>
              </a:rPr>
              <a:t>        </a:t>
            </a:r>
            <a:r>
              <a:rPr lang="en-GB" sz="1100" b="0" dirty="0">
                <a:solidFill>
                  <a:srgbClr val="6A9955"/>
                </a:solidFill>
                <a:effectLst/>
                <a:latin typeface="Consolas" panose="020B0609020204030204" pitchFamily="49" charset="0"/>
              </a:rPr>
              <a:t># top-left, top-right, bottom-right, and bottom-left order)</a:t>
            </a:r>
            <a:endParaRPr lang="en-GB" sz="1100" b="0" dirty="0">
              <a:solidFill>
                <a:srgbClr val="CCCCCC"/>
              </a:solidFill>
              <a:effectLst/>
              <a:latin typeface="Consolas" panose="020B0609020204030204" pitchFamily="49" charset="0"/>
            </a:endParaRPr>
          </a:p>
          <a:p>
            <a:pPr marL="0" indent="0">
              <a:lnSpc>
                <a:spcPts val="1425"/>
              </a:lnSpc>
              <a:spcBef>
                <a:spcPts val="0"/>
              </a:spcBef>
              <a:buNone/>
            </a:pPr>
            <a:r>
              <a:rPr lang="en-GB" sz="1100" b="0" dirty="0">
                <a:solidFill>
                  <a:srgbClr val="CCCCCC"/>
                </a:solidFill>
                <a:effectLst/>
                <a:latin typeface="Consolas" panose="020B0609020204030204" pitchFamily="49" charset="0"/>
              </a:rPr>
              <a:t>        </a:t>
            </a:r>
            <a:r>
              <a:rPr lang="en-GB" sz="1100" b="0" dirty="0">
                <a:solidFill>
                  <a:srgbClr val="9CDCFE"/>
                </a:solidFill>
                <a:effectLst/>
                <a:latin typeface="Consolas" panose="020B0609020204030204" pitchFamily="49" charset="0"/>
              </a:rPr>
              <a:t>corners</a:t>
            </a:r>
            <a:r>
              <a:rPr lang="en-GB" sz="1100" b="0" dirty="0">
                <a:solidFill>
                  <a:srgbClr val="CCCCCC"/>
                </a:solidFill>
                <a:effectLst/>
                <a:latin typeface="Consolas" panose="020B0609020204030204" pitchFamily="49" charset="0"/>
              </a:rPr>
              <a:t> </a:t>
            </a:r>
            <a:r>
              <a:rPr lang="en-GB" sz="1100" b="0" dirty="0">
                <a:solidFill>
                  <a:srgbClr val="D4D4D4"/>
                </a:solidFill>
                <a:effectLst/>
                <a:latin typeface="Consolas" panose="020B0609020204030204" pitchFamily="49" charset="0"/>
              </a:rPr>
              <a:t>=</a:t>
            </a:r>
            <a:r>
              <a:rPr lang="en-GB" sz="1100" b="0" dirty="0">
                <a:solidFill>
                  <a:srgbClr val="CCCCCC"/>
                </a:solidFill>
                <a:effectLst/>
                <a:latin typeface="Consolas" panose="020B0609020204030204" pitchFamily="49" charset="0"/>
              </a:rPr>
              <a:t> </a:t>
            </a:r>
            <a:r>
              <a:rPr lang="en-GB" sz="1100" b="0" dirty="0" err="1">
                <a:solidFill>
                  <a:srgbClr val="9CDCFE"/>
                </a:solidFill>
                <a:effectLst/>
                <a:latin typeface="Consolas" panose="020B0609020204030204" pitchFamily="49" charset="0"/>
              </a:rPr>
              <a:t>markerCorner</a:t>
            </a:r>
            <a:r>
              <a:rPr lang="en-GB" sz="1100" b="0" dirty="0" err="1">
                <a:solidFill>
                  <a:srgbClr val="CCCCCC"/>
                </a:solidFill>
                <a:effectLst/>
                <a:latin typeface="Consolas" panose="020B0609020204030204" pitchFamily="49" charset="0"/>
              </a:rPr>
              <a:t>.reshape</a:t>
            </a:r>
            <a:r>
              <a:rPr lang="en-GB" sz="1100" b="0" dirty="0">
                <a:solidFill>
                  <a:srgbClr val="CCCCCC"/>
                </a:solidFill>
                <a:effectLst/>
                <a:latin typeface="Consolas" panose="020B0609020204030204" pitchFamily="49" charset="0"/>
              </a:rPr>
              <a:t>((</a:t>
            </a:r>
            <a:r>
              <a:rPr lang="en-GB" sz="1100" b="0" dirty="0">
                <a:solidFill>
                  <a:srgbClr val="B5CEA8"/>
                </a:solidFill>
                <a:effectLst/>
                <a:latin typeface="Consolas" panose="020B0609020204030204" pitchFamily="49" charset="0"/>
              </a:rPr>
              <a:t>4</a:t>
            </a:r>
            <a:r>
              <a:rPr lang="en-GB" sz="1100" b="0" dirty="0">
                <a:solidFill>
                  <a:srgbClr val="CCCCCC"/>
                </a:solidFill>
                <a:effectLst/>
                <a:latin typeface="Consolas" panose="020B0609020204030204" pitchFamily="49" charset="0"/>
              </a:rPr>
              <a:t>, </a:t>
            </a:r>
            <a:r>
              <a:rPr lang="en-GB" sz="1100" b="0" dirty="0">
                <a:solidFill>
                  <a:srgbClr val="B5CEA8"/>
                </a:solidFill>
                <a:effectLst/>
                <a:latin typeface="Consolas" panose="020B0609020204030204" pitchFamily="49" charset="0"/>
              </a:rPr>
              <a:t>2</a:t>
            </a:r>
            <a:r>
              <a:rPr lang="en-GB" sz="1100" b="0" dirty="0">
                <a:solidFill>
                  <a:srgbClr val="CCCCCC"/>
                </a:solidFill>
                <a:effectLst/>
                <a:latin typeface="Consolas" panose="020B0609020204030204" pitchFamily="49" charset="0"/>
              </a:rPr>
              <a:t>))</a:t>
            </a:r>
          </a:p>
          <a:p>
            <a:pPr marL="0" indent="0">
              <a:lnSpc>
                <a:spcPts val="1425"/>
              </a:lnSpc>
              <a:spcBef>
                <a:spcPts val="0"/>
              </a:spcBef>
              <a:buNone/>
            </a:pPr>
            <a:r>
              <a:rPr lang="en-GB" sz="1100" b="0" dirty="0">
                <a:solidFill>
                  <a:srgbClr val="CCCCCC"/>
                </a:solidFill>
                <a:effectLst/>
                <a:latin typeface="Consolas" panose="020B0609020204030204" pitchFamily="49" charset="0"/>
              </a:rPr>
              <a:t>        </a:t>
            </a:r>
            <a:r>
              <a:rPr lang="en-GB" sz="1100" b="0" dirty="0">
                <a:solidFill>
                  <a:srgbClr val="DCDCAA"/>
                </a:solidFill>
                <a:effectLst/>
                <a:latin typeface="Consolas" panose="020B0609020204030204" pitchFamily="49" charset="0"/>
              </a:rPr>
              <a:t>print</a:t>
            </a:r>
            <a:r>
              <a:rPr lang="en-GB" sz="1100" b="0" dirty="0">
                <a:solidFill>
                  <a:srgbClr val="CCCCCC"/>
                </a:solidFill>
                <a:effectLst/>
                <a:latin typeface="Consolas" panose="020B0609020204030204" pitchFamily="49" charset="0"/>
              </a:rPr>
              <a:t>(</a:t>
            </a:r>
            <a:r>
              <a:rPr lang="en-GB" sz="1100" b="0" dirty="0">
                <a:solidFill>
                  <a:srgbClr val="9CDCFE"/>
                </a:solidFill>
                <a:effectLst/>
                <a:latin typeface="Consolas" panose="020B0609020204030204" pitchFamily="49" charset="0"/>
              </a:rPr>
              <a:t>corners</a:t>
            </a:r>
            <a:r>
              <a:rPr lang="en-GB" sz="1100" b="0" dirty="0">
                <a:solidFill>
                  <a:srgbClr val="CCCCCC"/>
                </a:solidFill>
                <a:effectLst/>
                <a:latin typeface="Consolas" panose="020B0609020204030204" pitchFamily="49" charset="0"/>
              </a:rPr>
              <a:t>)</a:t>
            </a:r>
          </a:p>
          <a:p>
            <a:pPr marL="0" indent="0">
              <a:lnSpc>
                <a:spcPts val="1425"/>
              </a:lnSpc>
              <a:spcBef>
                <a:spcPts val="0"/>
              </a:spcBef>
              <a:buNone/>
            </a:pPr>
            <a:r>
              <a:rPr lang="en-GB" sz="1100" b="0" dirty="0">
                <a:solidFill>
                  <a:srgbClr val="CCCCCC"/>
                </a:solidFill>
                <a:effectLst/>
                <a:latin typeface="Consolas" panose="020B0609020204030204" pitchFamily="49" charset="0"/>
              </a:rPr>
              <a:t>        (</a:t>
            </a:r>
            <a:r>
              <a:rPr lang="en-GB" sz="1100" b="0" dirty="0" err="1">
                <a:solidFill>
                  <a:srgbClr val="9CDCFE"/>
                </a:solidFill>
                <a:effectLst/>
                <a:latin typeface="Consolas" panose="020B0609020204030204" pitchFamily="49" charset="0"/>
              </a:rPr>
              <a:t>topLeft</a:t>
            </a:r>
            <a:r>
              <a:rPr lang="en-GB" sz="1100" b="0" dirty="0">
                <a:solidFill>
                  <a:srgbClr val="CCCCCC"/>
                </a:solidFill>
                <a:effectLst/>
                <a:latin typeface="Consolas" panose="020B0609020204030204" pitchFamily="49" charset="0"/>
              </a:rPr>
              <a:t>, </a:t>
            </a:r>
            <a:r>
              <a:rPr lang="en-GB" sz="1100" b="0" dirty="0" err="1">
                <a:solidFill>
                  <a:srgbClr val="9CDCFE"/>
                </a:solidFill>
                <a:effectLst/>
                <a:latin typeface="Consolas" panose="020B0609020204030204" pitchFamily="49" charset="0"/>
              </a:rPr>
              <a:t>topRight</a:t>
            </a:r>
            <a:r>
              <a:rPr lang="en-GB" sz="1100" b="0" dirty="0">
                <a:solidFill>
                  <a:srgbClr val="CCCCCC"/>
                </a:solidFill>
                <a:effectLst/>
                <a:latin typeface="Consolas" panose="020B0609020204030204" pitchFamily="49" charset="0"/>
              </a:rPr>
              <a:t>, </a:t>
            </a:r>
            <a:r>
              <a:rPr lang="en-GB" sz="1100" b="0" dirty="0" err="1">
                <a:solidFill>
                  <a:srgbClr val="9CDCFE"/>
                </a:solidFill>
                <a:effectLst/>
                <a:latin typeface="Consolas" panose="020B0609020204030204" pitchFamily="49" charset="0"/>
              </a:rPr>
              <a:t>bottomRight</a:t>
            </a:r>
            <a:r>
              <a:rPr lang="en-GB" sz="1100" b="0" dirty="0">
                <a:solidFill>
                  <a:srgbClr val="CCCCCC"/>
                </a:solidFill>
                <a:effectLst/>
                <a:latin typeface="Consolas" panose="020B0609020204030204" pitchFamily="49" charset="0"/>
              </a:rPr>
              <a:t>, </a:t>
            </a:r>
            <a:r>
              <a:rPr lang="en-GB" sz="1100" b="0" dirty="0" err="1">
                <a:solidFill>
                  <a:srgbClr val="9CDCFE"/>
                </a:solidFill>
                <a:effectLst/>
                <a:latin typeface="Consolas" panose="020B0609020204030204" pitchFamily="49" charset="0"/>
              </a:rPr>
              <a:t>bottomLeft</a:t>
            </a:r>
            <a:r>
              <a:rPr lang="en-GB" sz="1100" b="0" dirty="0">
                <a:solidFill>
                  <a:srgbClr val="CCCCCC"/>
                </a:solidFill>
                <a:effectLst/>
                <a:latin typeface="Consolas" panose="020B0609020204030204" pitchFamily="49" charset="0"/>
              </a:rPr>
              <a:t>) </a:t>
            </a:r>
            <a:r>
              <a:rPr lang="en-GB" sz="1100" b="0" dirty="0">
                <a:solidFill>
                  <a:srgbClr val="D4D4D4"/>
                </a:solidFill>
                <a:effectLst/>
                <a:latin typeface="Consolas" panose="020B0609020204030204" pitchFamily="49" charset="0"/>
              </a:rPr>
              <a:t>=</a:t>
            </a:r>
            <a:r>
              <a:rPr lang="en-GB" sz="1100" b="0" dirty="0">
                <a:solidFill>
                  <a:srgbClr val="CCCCCC"/>
                </a:solidFill>
                <a:effectLst/>
                <a:latin typeface="Consolas" panose="020B0609020204030204" pitchFamily="49" charset="0"/>
              </a:rPr>
              <a:t> </a:t>
            </a:r>
            <a:r>
              <a:rPr lang="en-GB" sz="1100" b="0" dirty="0">
                <a:solidFill>
                  <a:srgbClr val="9CDCFE"/>
                </a:solidFill>
                <a:effectLst/>
                <a:latin typeface="Consolas" panose="020B0609020204030204" pitchFamily="49" charset="0"/>
              </a:rPr>
              <a:t>corners</a:t>
            </a:r>
            <a:endParaRPr lang="en-GB" sz="1100" b="0" dirty="0">
              <a:solidFill>
                <a:srgbClr val="CCCCCC"/>
              </a:solidFill>
              <a:effectLst/>
              <a:latin typeface="Consolas" panose="020B0609020204030204" pitchFamily="49" charset="0"/>
            </a:endParaRPr>
          </a:p>
          <a:p>
            <a:pPr marL="0" indent="0">
              <a:lnSpc>
                <a:spcPts val="1425"/>
              </a:lnSpc>
              <a:spcBef>
                <a:spcPts val="0"/>
              </a:spcBef>
              <a:buNone/>
            </a:pPr>
            <a:r>
              <a:rPr lang="en-GB" sz="1100" b="0" dirty="0">
                <a:solidFill>
                  <a:srgbClr val="CCCCCC"/>
                </a:solidFill>
                <a:effectLst/>
                <a:latin typeface="Consolas" panose="020B0609020204030204" pitchFamily="49" charset="0"/>
              </a:rPr>
              <a:t>        </a:t>
            </a:r>
            <a:r>
              <a:rPr lang="en-GB" sz="1100" b="0" dirty="0">
                <a:solidFill>
                  <a:srgbClr val="6A9955"/>
                </a:solidFill>
                <a:effectLst/>
                <a:latin typeface="Consolas" panose="020B0609020204030204" pitchFamily="49" charset="0"/>
              </a:rPr>
              <a:t># convert each of the (x, y)-coordinate pairs to integers</a:t>
            </a:r>
            <a:endParaRPr lang="en-GB" sz="1100" b="0" dirty="0">
              <a:solidFill>
                <a:srgbClr val="CCCCCC"/>
              </a:solidFill>
              <a:effectLst/>
              <a:latin typeface="Consolas" panose="020B0609020204030204" pitchFamily="49" charset="0"/>
            </a:endParaRPr>
          </a:p>
          <a:p>
            <a:pPr marL="0" indent="0">
              <a:lnSpc>
                <a:spcPts val="1425"/>
              </a:lnSpc>
              <a:spcBef>
                <a:spcPts val="0"/>
              </a:spcBef>
              <a:buNone/>
            </a:pPr>
            <a:r>
              <a:rPr lang="en-GB" sz="1100" b="0" dirty="0">
                <a:solidFill>
                  <a:srgbClr val="CCCCCC"/>
                </a:solidFill>
                <a:effectLst/>
                <a:latin typeface="Consolas" panose="020B0609020204030204" pitchFamily="49" charset="0"/>
              </a:rPr>
              <a:t>        </a:t>
            </a:r>
            <a:r>
              <a:rPr lang="en-GB" sz="1100" b="0" dirty="0" err="1">
                <a:solidFill>
                  <a:srgbClr val="9CDCFE"/>
                </a:solidFill>
                <a:effectLst/>
                <a:latin typeface="Consolas" panose="020B0609020204030204" pitchFamily="49" charset="0"/>
              </a:rPr>
              <a:t>topRight</a:t>
            </a:r>
            <a:r>
              <a:rPr lang="en-GB" sz="1100" b="0" dirty="0">
                <a:solidFill>
                  <a:srgbClr val="CCCCCC"/>
                </a:solidFill>
                <a:effectLst/>
                <a:latin typeface="Consolas" panose="020B0609020204030204" pitchFamily="49" charset="0"/>
              </a:rPr>
              <a:t> </a:t>
            </a:r>
            <a:r>
              <a:rPr lang="en-GB" sz="1100" b="0" dirty="0">
                <a:solidFill>
                  <a:srgbClr val="D4D4D4"/>
                </a:solidFill>
                <a:effectLst/>
                <a:latin typeface="Consolas" panose="020B0609020204030204" pitchFamily="49" charset="0"/>
              </a:rPr>
              <a:t>=</a:t>
            </a:r>
            <a:r>
              <a:rPr lang="en-GB" sz="1100" b="0" dirty="0">
                <a:solidFill>
                  <a:srgbClr val="CCCCCC"/>
                </a:solidFill>
                <a:effectLst/>
                <a:latin typeface="Consolas" panose="020B0609020204030204" pitchFamily="49" charset="0"/>
              </a:rPr>
              <a:t> (</a:t>
            </a:r>
            <a:r>
              <a:rPr lang="en-GB" sz="1100" b="0" dirty="0">
                <a:solidFill>
                  <a:srgbClr val="4EC9B0"/>
                </a:solidFill>
                <a:effectLst/>
                <a:latin typeface="Consolas" panose="020B0609020204030204" pitchFamily="49" charset="0"/>
              </a:rPr>
              <a:t>int</a:t>
            </a:r>
            <a:r>
              <a:rPr lang="en-GB" sz="1100" b="0" dirty="0">
                <a:solidFill>
                  <a:srgbClr val="CCCCCC"/>
                </a:solidFill>
                <a:effectLst/>
                <a:latin typeface="Consolas" panose="020B0609020204030204" pitchFamily="49" charset="0"/>
              </a:rPr>
              <a:t>(</a:t>
            </a:r>
            <a:r>
              <a:rPr lang="en-GB" sz="1100" b="0" dirty="0" err="1">
                <a:solidFill>
                  <a:srgbClr val="9CDCFE"/>
                </a:solidFill>
                <a:effectLst/>
                <a:latin typeface="Consolas" panose="020B0609020204030204" pitchFamily="49" charset="0"/>
              </a:rPr>
              <a:t>topRight</a:t>
            </a:r>
            <a:r>
              <a:rPr lang="en-GB" sz="1100" b="0" dirty="0">
                <a:solidFill>
                  <a:srgbClr val="CCCCCC"/>
                </a:solidFill>
                <a:effectLst/>
                <a:latin typeface="Consolas" panose="020B0609020204030204" pitchFamily="49" charset="0"/>
              </a:rPr>
              <a:t>[</a:t>
            </a:r>
            <a:r>
              <a:rPr lang="en-GB" sz="1100" b="0" dirty="0">
                <a:solidFill>
                  <a:srgbClr val="B5CEA8"/>
                </a:solidFill>
                <a:effectLst/>
                <a:latin typeface="Consolas" panose="020B0609020204030204" pitchFamily="49" charset="0"/>
              </a:rPr>
              <a:t>0</a:t>
            </a:r>
            <a:r>
              <a:rPr lang="en-GB" sz="1100" b="0" dirty="0">
                <a:solidFill>
                  <a:srgbClr val="CCCCCC"/>
                </a:solidFill>
                <a:effectLst/>
                <a:latin typeface="Consolas" panose="020B0609020204030204" pitchFamily="49" charset="0"/>
              </a:rPr>
              <a:t>]), </a:t>
            </a:r>
            <a:r>
              <a:rPr lang="en-GB" sz="1100" b="0" dirty="0">
                <a:solidFill>
                  <a:srgbClr val="4EC9B0"/>
                </a:solidFill>
                <a:effectLst/>
                <a:latin typeface="Consolas" panose="020B0609020204030204" pitchFamily="49" charset="0"/>
              </a:rPr>
              <a:t>int</a:t>
            </a:r>
            <a:r>
              <a:rPr lang="en-GB" sz="1100" b="0" dirty="0">
                <a:solidFill>
                  <a:srgbClr val="CCCCCC"/>
                </a:solidFill>
                <a:effectLst/>
                <a:latin typeface="Consolas" panose="020B0609020204030204" pitchFamily="49" charset="0"/>
              </a:rPr>
              <a:t>(</a:t>
            </a:r>
            <a:r>
              <a:rPr lang="en-GB" sz="1100" b="0" dirty="0" err="1">
                <a:solidFill>
                  <a:srgbClr val="9CDCFE"/>
                </a:solidFill>
                <a:effectLst/>
                <a:latin typeface="Consolas" panose="020B0609020204030204" pitchFamily="49" charset="0"/>
              </a:rPr>
              <a:t>topRight</a:t>
            </a:r>
            <a:r>
              <a:rPr lang="en-GB" sz="1100" b="0" dirty="0">
                <a:solidFill>
                  <a:srgbClr val="CCCCCC"/>
                </a:solidFill>
                <a:effectLst/>
                <a:latin typeface="Consolas" panose="020B0609020204030204" pitchFamily="49" charset="0"/>
              </a:rPr>
              <a:t>[</a:t>
            </a:r>
            <a:r>
              <a:rPr lang="en-GB" sz="1100" b="0" dirty="0">
                <a:solidFill>
                  <a:srgbClr val="B5CEA8"/>
                </a:solidFill>
                <a:effectLst/>
                <a:latin typeface="Consolas" panose="020B0609020204030204" pitchFamily="49" charset="0"/>
              </a:rPr>
              <a:t>1</a:t>
            </a:r>
            <a:r>
              <a:rPr lang="en-GB" sz="1100" b="0" dirty="0">
                <a:solidFill>
                  <a:srgbClr val="CCCCCC"/>
                </a:solidFill>
                <a:effectLst/>
                <a:latin typeface="Consolas" panose="020B0609020204030204" pitchFamily="49" charset="0"/>
              </a:rPr>
              <a:t>]))</a:t>
            </a:r>
          </a:p>
          <a:p>
            <a:pPr marL="0" indent="0">
              <a:lnSpc>
                <a:spcPts val="1425"/>
              </a:lnSpc>
              <a:spcBef>
                <a:spcPts val="0"/>
              </a:spcBef>
              <a:buNone/>
            </a:pPr>
            <a:r>
              <a:rPr lang="en-GB" sz="1100" b="0" dirty="0">
                <a:solidFill>
                  <a:srgbClr val="CCCCCC"/>
                </a:solidFill>
                <a:effectLst/>
                <a:latin typeface="Consolas" panose="020B0609020204030204" pitchFamily="49" charset="0"/>
              </a:rPr>
              <a:t>        </a:t>
            </a:r>
            <a:r>
              <a:rPr lang="en-GB" sz="1100" b="0" dirty="0" err="1">
                <a:solidFill>
                  <a:srgbClr val="9CDCFE"/>
                </a:solidFill>
                <a:effectLst/>
                <a:latin typeface="Consolas" panose="020B0609020204030204" pitchFamily="49" charset="0"/>
              </a:rPr>
              <a:t>bottomRight</a:t>
            </a:r>
            <a:r>
              <a:rPr lang="en-GB" sz="1100" b="0" dirty="0">
                <a:solidFill>
                  <a:srgbClr val="CCCCCC"/>
                </a:solidFill>
                <a:effectLst/>
                <a:latin typeface="Consolas" panose="020B0609020204030204" pitchFamily="49" charset="0"/>
              </a:rPr>
              <a:t> </a:t>
            </a:r>
            <a:r>
              <a:rPr lang="en-GB" sz="1100" b="0" dirty="0">
                <a:solidFill>
                  <a:srgbClr val="D4D4D4"/>
                </a:solidFill>
                <a:effectLst/>
                <a:latin typeface="Consolas" panose="020B0609020204030204" pitchFamily="49" charset="0"/>
              </a:rPr>
              <a:t>=</a:t>
            </a:r>
            <a:r>
              <a:rPr lang="en-GB" sz="1100" b="0" dirty="0">
                <a:solidFill>
                  <a:srgbClr val="CCCCCC"/>
                </a:solidFill>
                <a:effectLst/>
                <a:latin typeface="Consolas" panose="020B0609020204030204" pitchFamily="49" charset="0"/>
              </a:rPr>
              <a:t> (</a:t>
            </a:r>
            <a:r>
              <a:rPr lang="en-GB" sz="1100" b="0" dirty="0">
                <a:solidFill>
                  <a:srgbClr val="4EC9B0"/>
                </a:solidFill>
                <a:effectLst/>
                <a:latin typeface="Consolas" panose="020B0609020204030204" pitchFamily="49" charset="0"/>
              </a:rPr>
              <a:t>int</a:t>
            </a:r>
            <a:r>
              <a:rPr lang="en-GB" sz="1100" b="0" dirty="0">
                <a:solidFill>
                  <a:srgbClr val="CCCCCC"/>
                </a:solidFill>
                <a:effectLst/>
                <a:latin typeface="Consolas" panose="020B0609020204030204" pitchFamily="49" charset="0"/>
              </a:rPr>
              <a:t>(</a:t>
            </a:r>
            <a:r>
              <a:rPr lang="en-GB" sz="1100" b="0" dirty="0" err="1">
                <a:solidFill>
                  <a:srgbClr val="9CDCFE"/>
                </a:solidFill>
                <a:effectLst/>
                <a:latin typeface="Consolas" panose="020B0609020204030204" pitchFamily="49" charset="0"/>
              </a:rPr>
              <a:t>bottomRight</a:t>
            </a:r>
            <a:r>
              <a:rPr lang="en-GB" sz="1100" b="0" dirty="0">
                <a:solidFill>
                  <a:srgbClr val="CCCCCC"/>
                </a:solidFill>
                <a:effectLst/>
                <a:latin typeface="Consolas" panose="020B0609020204030204" pitchFamily="49" charset="0"/>
              </a:rPr>
              <a:t>[</a:t>
            </a:r>
            <a:r>
              <a:rPr lang="en-GB" sz="1100" b="0" dirty="0">
                <a:solidFill>
                  <a:srgbClr val="B5CEA8"/>
                </a:solidFill>
                <a:effectLst/>
                <a:latin typeface="Consolas" panose="020B0609020204030204" pitchFamily="49" charset="0"/>
              </a:rPr>
              <a:t>0</a:t>
            </a:r>
            <a:r>
              <a:rPr lang="en-GB" sz="1100" b="0" dirty="0">
                <a:solidFill>
                  <a:srgbClr val="CCCCCC"/>
                </a:solidFill>
                <a:effectLst/>
                <a:latin typeface="Consolas" panose="020B0609020204030204" pitchFamily="49" charset="0"/>
              </a:rPr>
              <a:t>]), </a:t>
            </a:r>
            <a:r>
              <a:rPr lang="en-GB" sz="1100" b="0" dirty="0">
                <a:solidFill>
                  <a:srgbClr val="4EC9B0"/>
                </a:solidFill>
                <a:effectLst/>
                <a:latin typeface="Consolas" panose="020B0609020204030204" pitchFamily="49" charset="0"/>
              </a:rPr>
              <a:t>int</a:t>
            </a:r>
            <a:r>
              <a:rPr lang="en-GB" sz="1100" b="0" dirty="0">
                <a:solidFill>
                  <a:srgbClr val="CCCCCC"/>
                </a:solidFill>
                <a:effectLst/>
                <a:latin typeface="Consolas" panose="020B0609020204030204" pitchFamily="49" charset="0"/>
              </a:rPr>
              <a:t>(</a:t>
            </a:r>
            <a:r>
              <a:rPr lang="en-GB" sz="1100" b="0" dirty="0" err="1">
                <a:solidFill>
                  <a:srgbClr val="9CDCFE"/>
                </a:solidFill>
                <a:effectLst/>
                <a:latin typeface="Consolas" panose="020B0609020204030204" pitchFamily="49" charset="0"/>
              </a:rPr>
              <a:t>bottomRight</a:t>
            </a:r>
            <a:r>
              <a:rPr lang="en-GB" sz="1100" b="0" dirty="0">
                <a:solidFill>
                  <a:srgbClr val="CCCCCC"/>
                </a:solidFill>
                <a:effectLst/>
                <a:latin typeface="Consolas" panose="020B0609020204030204" pitchFamily="49" charset="0"/>
              </a:rPr>
              <a:t>[</a:t>
            </a:r>
            <a:r>
              <a:rPr lang="en-GB" sz="1100" b="0" dirty="0">
                <a:solidFill>
                  <a:srgbClr val="B5CEA8"/>
                </a:solidFill>
                <a:effectLst/>
                <a:latin typeface="Consolas" panose="020B0609020204030204" pitchFamily="49" charset="0"/>
              </a:rPr>
              <a:t>1</a:t>
            </a:r>
            <a:r>
              <a:rPr lang="en-GB" sz="1100" b="0" dirty="0">
                <a:solidFill>
                  <a:srgbClr val="CCCCCC"/>
                </a:solidFill>
                <a:effectLst/>
                <a:latin typeface="Consolas" panose="020B0609020204030204" pitchFamily="49" charset="0"/>
              </a:rPr>
              <a:t>]))</a:t>
            </a:r>
          </a:p>
          <a:p>
            <a:pPr marL="0" indent="0">
              <a:lnSpc>
                <a:spcPts val="1425"/>
              </a:lnSpc>
              <a:spcBef>
                <a:spcPts val="0"/>
              </a:spcBef>
              <a:buNone/>
            </a:pPr>
            <a:r>
              <a:rPr lang="en-GB" sz="1100" b="0" dirty="0">
                <a:solidFill>
                  <a:srgbClr val="CCCCCC"/>
                </a:solidFill>
                <a:effectLst/>
                <a:latin typeface="Consolas" panose="020B0609020204030204" pitchFamily="49" charset="0"/>
              </a:rPr>
              <a:t>        </a:t>
            </a:r>
            <a:r>
              <a:rPr lang="en-GB" sz="1100" b="0" dirty="0" err="1">
                <a:solidFill>
                  <a:srgbClr val="9CDCFE"/>
                </a:solidFill>
                <a:effectLst/>
                <a:latin typeface="Consolas" panose="020B0609020204030204" pitchFamily="49" charset="0"/>
              </a:rPr>
              <a:t>bottomLeft</a:t>
            </a:r>
            <a:r>
              <a:rPr lang="en-GB" sz="1100" b="0" dirty="0">
                <a:solidFill>
                  <a:srgbClr val="CCCCCC"/>
                </a:solidFill>
                <a:effectLst/>
                <a:latin typeface="Consolas" panose="020B0609020204030204" pitchFamily="49" charset="0"/>
              </a:rPr>
              <a:t> </a:t>
            </a:r>
            <a:r>
              <a:rPr lang="en-GB" sz="1100" b="0" dirty="0">
                <a:solidFill>
                  <a:srgbClr val="D4D4D4"/>
                </a:solidFill>
                <a:effectLst/>
                <a:latin typeface="Consolas" panose="020B0609020204030204" pitchFamily="49" charset="0"/>
              </a:rPr>
              <a:t>=</a:t>
            </a:r>
            <a:r>
              <a:rPr lang="en-GB" sz="1100" b="0" dirty="0">
                <a:solidFill>
                  <a:srgbClr val="CCCCCC"/>
                </a:solidFill>
                <a:effectLst/>
                <a:latin typeface="Consolas" panose="020B0609020204030204" pitchFamily="49" charset="0"/>
              </a:rPr>
              <a:t> (</a:t>
            </a:r>
            <a:r>
              <a:rPr lang="en-GB" sz="1100" b="0" dirty="0">
                <a:solidFill>
                  <a:srgbClr val="4EC9B0"/>
                </a:solidFill>
                <a:effectLst/>
                <a:latin typeface="Consolas" panose="020B0609020204030204" pitchFamily="49" charset="0"/>
              </a:rPr>
              <a:t>int</a:t>
            </a:r>
            <a:r>
              <a:rPr lang="en-GB" sz="1100" b="0" dirty="0">
                <a:solidFill>
                  <a:srgbClr val="CCCCCC"/>
                </a:solidFill>
                <a:effectLst/>
                <a:latin typeface="Consolas" panose="020B0609020204030204" pitchFamily="49" charset="0"/>
              </a:rPr>
              <a:t>(</a:t>
            </a:r>
            <a:r>
              <a:rPr lang="en-GB" sz="1100" b="0" dirty="0" err="1">
                <a:solidFill>
                  <a:srgbClr val="9CDCFE"/>
                </a:solidFill>
                <a:effectLst/>
                <a:latin typeface="Consolas" panose="020B0609020204030204" pitchFamily="49" charset="0"/>
              </a:rPr>
              <a:t>bottomLeft</a:t>
            </a:r>
            <a:r>
              <a:rPr lang="en-GB" sz="1100" b="0" dirty="0">
                <a:solidFill>
                  <a:srgbClr val="CCCCCC"/>
                </a:solidFill>
                <a:effectLst/>
                <a:latin typeface="Consolas" panose="020B0609020204030204" pitchFamily="49" charset="0"/>
              </a:rPr>
              <a:t>[</a:t>
            </a:r>
            <a:r>
              <a:rPr lang="en-GB" sz="1100" b="0" dirty="0">
                <a:solidFill>
                  <a:srgbClr val="B5CEA8"/>
                </a:solidFill>
                <a:effectLst/>
                <a:latin typeface="Consolas" panose="020B0609020204030204" pitchFamily="49" charset="0"/>
              </a:rPr>
              <a:t>0</a:t>
            </a:r>
            <a:r>
              <a:rPr lang="en-GB" sz="1100" b="0" dirty="0">
                <a:solidFill>
                  <a:srgbClr val="CCCCCC"/>
                </a:solidFill>
                <a:effectLst/>
                <a:latin typeface="Consolas" panose="020B0609020204030204" pitchFamily="49" charset="0"/>
              </a:rPr>
              <a:t>]), </a:t>
            </a:r>
            <a:r>
              <a:rPr lang="en-GB" sz="1100" b="0" dirty="0">
                <a:solidFill>
                  <a:srgbClr val="4EC9B0"/>
                </a:solidFill>
                <a:effectLst/>
                <a:latin typeface="Consolas" panose="020B0609020204030204" pitchFamily="49" charset="0"/>
              </a:rPr>
              <a:t>int</a:t>
            </a:r>
            <a:r>
              <a:rPr lang="en-GB" sz="1100" b="0" dirty="0">
                <a:solidFill>
                  <a:srgbClr val="CCCCCC"/>
                </a:solidFill>
                <a:effectLst/>
                <a:latin typeface="Consolas" panose="020B0609020204030204" pitchFamily="49" charset="0"/>
              </a:rPr>
              <a:t>(</a:t>
            </a:r>
            <a:r>
              <a:rPr lang="en-GB" sz="1100" b="0" dirty="0" err="1">
                <a:solidFill>
                  <a:srgbClr val="9CDCFE"/>
                </a:solidFill>
                <a:effectLst/>
                <a:latin typeface="Consolas" panose="020B0609020204030204" pitchFamily="49" charset="0"/>
              </a:rPr>
              <a:t>bottomLeft</a:t>
            </a:r>
            <a:r>
              <a:rPr lang="en-GB" sz="1100" b="0" dirty="0">
                <a:solidFill>
                  <a:srgbClr val="CCCCCC"/>
                </a:solidFill>
                <a:effectLst/>
                <a:latin typeface="Consolas" panose="020B0609020204030204" pitchFamily="49" charset="0"/>
              </a:rPr>
              <a:t>[</a:t>
            </a:r>
            <a:r>
              <a:rPr lang="en-GB" sz="1100" b="0" dirty="0">
                <a:solidFill>
                  <a:srgbClr val="B5CEA8"/>
                </a:solidFill>
                <a:effectLst/>
                <a:latin typeface="Consolas" panose="020B0609020204030204" pitchFamily="49" charset="0"/>
              </a:rPr>
              <a:t>1</a:t>
            </a:r>
            <a:r>
              <a:rPr lang="en-GB" sz="1100" b="0" dirty="0">
                <a:solidFill>
                  <a:srgbClr val="CCCCCC"/>
                </a:solidFill>
                <a:effectLst/>
                <a:latin typeface="Consolas" panose="020B0609020204030204" pitchFamily="49" charset="0"/>
              </a:rPr>
              <a:t>]))</a:t>
            </a:r>
          </a:p>
          <a:p>
            <a:pPr marL="0" indent="0">
              <a:lnSpc>
                <a:spcPts val="1425"/>
              </a:lnSpc>
              <a:spcBef>
                <a:spcPts val="0"/>
              </a:spcBef>
              <a:buNone/>
            </a:pPr>
            <a:r>
              <a:rPr lang="en-GB" sz="1100" b="0" dirty="0">
                <a:solidFill>
                  <a:srgbClr val="CCCCCC"/>
                </a:solidFill>
                <a:effectLst/>
                <a:latin typeface="Consolas" panose="020B0609020204030204" pitchFamily="49" charset="0"/>
              </a:rPr>
              <a:t>        </a:t>
            </a:r>
            <a:r>
              <a:rPr lang="en-GB" sz="1100" b="0" dirty="0" err="1">
                <a:solidFill>
                  <a:srgbClr val="9CDCFE"/>
                </a:solidFill>
                <a:effectLst/>
                <a:latin typeface="Consolas" panose="020B0609020204030204" pitchFamily="49" charset="0"/>
              </a:rPr>
              <a:t>topLeft</a:t>
            </a:r>
            <a:r>
              <a:rPr lang="en-GB" sz="1100" b="0" dirty="0">
                <a:solidFill>
                  <a:srgbClr val="CCCCCC"/>
                </a:solidFill>
                <a:effectLst/>
                <a:latin typeface="Consolas" panose="020B0609020204030204" pitchFamily="49" charset="0"/>
              </a:rPr>
              <a:t> </a:t>
            </a:r>
            <a:r>
              <a:rPr lang="en-GB" sz="1100" b="0" dirty="0">
                <a:solidFill>
                  <a:srgbClr val="D4D4D4"/>
                </a:solidFill>
                <a:effectLst/>
                <a:latin typeface="Consolas" panose="020B0609020204030204" pitchFamily="49" charset="0"/>
              </a:rPr>
              <a:t>=</a:t>
            </a:r>
            <a:r>
              <a:rPr lang="en-GB" sz="1100" b="0" dirty="0">
                <a:solidFill>
                  <a:srgbClr val="CCCCCC"/>
                </a:solidFill>
                <a:effectLst/>
                <a:latin typeface="Consolas" panose="020B0609020204030204" pitchFamily="49" charset="0"/>
              </a:rPr>
              <a:t> (</a:t>
            </a:r>
            <a:r>
              <a:rPr lang="en-GB" sz="1100" b="0" dirty="0">
                <a:solidFill>
                  <a:srgbClr val="4EC9B0"/>
                </a:solidFill>
                <a:effectLst/>
                <a:latin typeface="Consolas" panose="020B0609020204030204" pitchFamily="49" charset="0"/>
              </a:rPr>
              <a:t>int</a:t>
            </a:r>
            <a:r>
              <a:rPr lang="en-GB" sz="1100" b="0" dirty="0">
                <a:solidFill>
                  <a:srgbClr val="CCCCCC"/>
                </a:solidFill>
                <a:effectLst/>
                <a:latin typeface="Consolas" panose="020B0609020204030204" pitchFamily="49" charset="0"/>
              </a:rPr>
              <a:t>(</a:t>
            </a:r>
            <a:r>
              <a:rPr lang="en-GB" sz="1100" b="0" dirty="0" err="1">
                <a:solidFill>
                  <a:srgbClr val="9CDCFE"/>
                </a:solidFill>
                <a:effectLst/>
                <a:latin typeface="Consolas" panose="020B0609020204030204" pitchFamily="49" charset="0"/>
              </a:rPr>
              <a:t>topLeft</a:t>
            </a:r>
            <a:r>
              <a:rPr lang="en-GB" sz="1100" b="0" dirty="0">
                <a:solidFill>
                  <a:srgbClr val="CCCCCC"/>
                </a:solidFill>
                <a:effectLst/>
                <a:latin typeface="Consolas" panose="020B0609020204030204" pitchFamily="49" charset="0"/>
              </a:rPr>
              <a:t>[</a:t>
            </a:r>
            <a:r>
              <a:rPr lang="en-GB" sz="1100" b="0" dirty="0">
                <a:solidFill>
                  <a:srgbClr val="B5CEA8"/>
                </a:solidFill>
                <a:effectLst/>
                <a:latin typeface="Consolas" panose="020B0609020204030204" pitchFamily="49" charset="0"/>
              </a:rPr>
              <a:t>0</a:t>
            </a:r>
            <a:r>
              <a:rPr lang="en-GB" sz="1100" b="0" dirty="0">
                <a:solidFill>
                  <a:srgbClr val="CCCCCC"/>
                </a:solidFill>
                <a:effectLst/>
                <a:latin typeface="Consolas" panose="020B0609020204030204" pitchFamily="49" charset="0"/>
              </a:rPr>
              <a:t>]), </a:t>
            </a:r>
            <a:r>
              <a:rPr lang="en-GB" sz="1100" b="0" dirty="0">
                <a:solidFill>
                  <a:srgbClr val="4EC9B0"/>
                </a:solidFill>
                <a:effectLst/>
                <a:latin typeface="Consolas" panose="020B0609020204030204" pitchFamily="49" charset="0"/>
              </a:rPr>
              <a:t>int</a:t>
            </a:r>
            <a:r>
              <a:rPr lang="en-GB" sz="1100" b="0" dirty="0">
                <a:solidFill>
                  <a:srgbClr val="CCCCCC"/>
                </a:solidFill>
                <a:effectLst/>
                <a:latin typeface="Consolas" panose="020B0609020204030204" pitchFamily="49" charset="0"/>
              </a:rPr>
              <a:t>(</a:t>
            </a:r>
            <a:r>
              <a:rPr lang="en-GB" sz="1100" b="0" dirty="0" err="1">
                <a:solidFill>
                  <a:srgbClr val="9CDCFE"/>
                </a:solidFill>
                <a:effectLst/>
                <a:latin typeface="Consolas" panose="020B0609020204030204" pitchFamily="49" charset="0"/>
              </a:rPr>
              <a:t>topLeft</a:t>
            </a:r>
            <a:r>
              <a:rPr lang="en-GB" sz="1100" b="0" dirty="0">
                <a:solidFill>
                  <a:srgbClr val="CCCCCC"/>
                </a:solidFill>
                <a:effectLst/>
                <a:latin typeface="Consolas" panose="020B0609020204030204" pitchFamily="49" charset="0"/>
              </a:rPr>
              <a:t>[</a:t>
            </a:r>
            <a:r>
              <a:rPr lang="en-GB" sz="1100" b="0" dirty="0">
                <a:solidFill>
                  <a:srgbClr val="B5CEA8"/>
                </a:solidFill>
                <a:effectLst/>
                <a:latin typeface="Consolas" panose="020B0609020204030204" pitchFamily="49" charset="0"/>
              </a:rPr>
              <a:t>1</a:t>
            </a:r>
            <a:r>
              <a:rPr lang="en-GB" sz="1100" b="0" dirty="0">
                <a:solidFill>
                  <a:srgbClr val="CCCCCC"/>
                </a:solidFill>
                <a:effectLst/>
                <a:latin typeface="Consolas" panose="020B0609020204030204" pitchFamily="49" charset="0"/>
              </a:rPr>
              <a:t>]))</a:t>
            </a:r>
          </a:p>
          <a:p>
            <a:pPr marL="0" indent="0">
              <a:lnSpc>
                <a:spcPts val="1425"/>
              </a:lnSpc>
              <a:spcBef>
                <a:spcPts val="0"/>
              </a:spcBef>
              <a:buNone/>
            </a:pPr>
            <a:r>
              <a:rPr lang="en-GB" sz="1100" b="0" dirty="0">
                <a:solidFill>
                  <a:srgbClr val="CCCCCC"/>
                </a:solidFill>
                <a:effectLst/>
                <a:latin typeface="Consolas" panose="020B0609020204030204" pitchFamily="49" charset="0"/>
              </a:rPr>
              <a:t>        </a:t>
            </a:r>
          </a:p>
          <a:p>
            <a:pPr marL="0" indent="0">
              <a:lnSpc>
                <a:spcPct val="100000"/>
              </a:lnSpc>
              <a:spcBef>
                <a:spcPts val="0"/>
              </a:spcBef>
              <a:buNone/>
            </a:pPr>
            <a:endParaRPr lang="en-GB" sz="1100" b="0" dirty="0">
              <a:solidFill>
                <a:srgbClr val="CCCCCC"/>
              </a:solidFill>
              <a:effectLst/>
              <a:latin typeface="Consolas" panose="020B0609020204030204" pitchFamily="49" charset="0"/>
            </a:endParaRPr>
          </a:p>
        </p:txBody>
      </p:sp>
      <p:sp>
        <p:nvSpPr>
          <p:cNvPr id="3" name="Content Placeholder 1">
            <a:extLst>
              <a:ext uri="{FF2B5EF4-FFF2-40B4-BE49-F238E27FC236}">
                <a16:creationId xmlns:a16="http://schemas.microsoft.com/office/drawing/2014/main" id="{FF2C5592-5285-689B-021F-571A2800EFD5}"/>
              </a:ext>
            </a:extLst>
          </p:cNvPr>
          <p:cNvSpPr txBox="1">
            <a:spLocks/>
          </p:cNvSpPr>
          <p:nvPr/>
        </p:nvSpPr>
        <p:spPr>
          <a:xfrm>
            <a:off x="5961529" y="-1"/>
            <a:ext cx="6230471" cy="6858000"/>
          </a:xfrm>
          <a:prstGeom prst="rect">
            <a:avLst/>
          </a:prstGeom>
          <a:solidFill>
            <a:schemeClr val="tx2">
              <a:lumMod val="50000"/>
            </a:schemeClr>
          </a:solidFill>
          <a:ln>
            <a:solidFill>
              <a:schemeClr val="bg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ts val="1425"/>
              </a:lnSpc>
              <a:spcBef>
                <a:spcPts val="0"/>
              </a:spcBef>
              <a:buNone/>
            </a:pPr>
            <a:r>
              <a:rPr lang="en-GB" sz="1100" b="0" dirty="0">
                <a:solidFill>
                  <a:srgbClr val="CCCCCC"/>
                </a:solidFill>
                <a:effectLst/>
                <a:latin typeface="Consolas" panose="020B0609020204030204" pitchFamily="49" charset="0"/>
              </a:rPr>
              <a:t>        </a:t>
            </a:r>
            <a:r>
              <a:rPr lang="en-GB" sz="1100" b="0" dirty="0">
                <a:solidFill>
                  <a:srgbClr val="6A9955"/>
                </a:solidFill>
                <a:effectLst/>
                <a:latin typeface="Consolas" panose="020B0609020204030204" pitchFamily="49" charset="0"/>
              </a:rPr>
              <a:t># draw the bounding box of the </a:t>
            </a:r>
            <a:r>
              <a:rPr lang="en-GB" sz="1100" b="0" dirty="0" err="1">
                <a:solidFill>
                  <a:srgbClr val="6A9955"/>
                </a:solidFill>
                <a:effectLst/>
                <a:latin typeface="Consolas" panose="020B0609020204030204" pitchFamily="49" charset="0"/>
              </a:rPr>
              <a:t>ArUCo</a:t>
            </a:r>
            <a:r>
              <a:rPr lang="en-GB" sz="1100" b="0" dirty="0">
                <a:solidFill>
                  <a:srgbClr val="6A9955"/>
                </a:solidFill>
                <a:effectLst/>
                <a:latin typeface="Consolas" panose="020B0609020204030204" pitchFamily="49" charset="0"/>
              </a:rPr>
              <a:t> detection</a:t>
            </a:r>
            <a:endParaRPr lang="en-GB" sz="1100" b="0" dirty="0">
              <a:solidFill>
                <a:srgbClr val="CCCCCC"/>
              </a:solidFill>
              <a:effectLst/>
              <a:latin typeface="Consolas" panose="020B0609020204030204" pitchFamily="49" charset="0"/>
            </a:endParaRPr>
          </a:p>
          <a:p>
            <a:pPr marL="0" indent="0">
              <a:lnSpc>
                <a:spcPts val="1425"/>
              </a:lnSpc>
              <a:spcBef>
                <a:spcPts val="0"/>
              </a:spcBef>
              <a:buNone/>
            </a:pPr>
            <a:r>
              <a:rPr lang="en-GB" sz="1100" b="0" dirty="0">
                <a:solidFill>
                  <a:srgbClr val="CCCCCC"/>
                </a:solidFill>
                <a:effectLst/>
                <a:latin typeface="Consolas" panose="020B0609020204030204" pitchFamily="49" charset="0"/>
              </a:rPr>
              <a:t>        </a:t>
            </a:r>
            <a:r>
              <a:rPr lang="en-GB" sz="1100" b="0" dirty="0" err="1">
                <a:solidFill>
                  <a:srgbClr val="4EC9B0"/>
                </a:solidFill>
                <a:effectLst/>
                <a:latin typeface="Consolas" panose="020B0609020204030204" pitchFamily="49" charset="0"/>
              </a:rPr>
              <a:t>cv</a:t>
            </a:r>
            <a:r>
              <a:rPr lang="en-GB" sz="1100" b="0" dirty="0" err="1">
                <a:solidFill>
                  <a:srgbClr val="CCCCCC"/>
                </a:solidFill>
                <a:effectLst/>
                <a:latin typeface="Consolas" panose="020B0609020204030204" pitchFamily="49" charset="0"/>
              </a:rPr>
              <a:t>.line</a:t>
            </a:r>
            <a:r>
              <a:rPr lang="en-GB" sz="1100" b="0" dirty="0">
                <a:solidFill>
                  <a:srgbClr val="CCCCCC"/>
                </a:solidFill>
                <a:effectLst/>
                <a:latin typeface="Consolas" panose="020B0609020204030204" pitchFamily="49" charset="0"/>
              </a:rPr>
              <a:t>(</a:t>
            </a:r>
            <a:r>
              <a:rPr lang="en-GB" sz="1100" b="0" dirty="0" err="1">
                <a:solidFill>
                  <a:srgbClr val="9CDCFE"/>
                </a:solidFill>
                <a:effectLst/>
                <a:latin typeface="Consolas" panose="020B0609020204030204" pitchFamily="49" charset="0"/>
              </a:rPr>
              <a:t>img</a:t>
            </a:r>
            <a:r>
              <a:rPr lang="en-GB" sz="1100" b="0" dirty="0">
                <a:solidFill>
                  <a:srgbClr val="CCCCCC"/>
                </a:solidFill>
                <a:effectLst/>
                <a:latin typeface="Consolas" panose="020B0609020204030204" pitchFamily="49" charset="0"/>
              </a:rPr>
              <a:t>, </a:t>
            </a:r>
            <a:r>
              <a:rPr lang="en-GB" sz="1100" b="0" dirty="0" err="1">
                <a:solidFill>
                  <a:srgbClr val="9CDCFE"/>
                </a:solidFill>
                <a:effectLst/>
                <a:latin typeface="Consolas" panose="020B0609020204030204" pitchFamily="49" charset="0"/>
              </a:rPr>
              <a:t>topLeft</a:t>
            </a:r>
            <a:r>
              <a:rPr lang="en-GB" sz="1100" b="0" dirty="0">
                <a:solidFill>
                  <a:srgbClr val="CCCCCC"/>
                </a:solidFill>
                <a:effectLst/>
                <a:latin typeface="Consolas" panose="020B0609020204030204" pitchFamily="49" charset="0"/>
              </a:rPr>
              <a:t>, </a:t>
            </a:r>
            <a:r>
              <a:rPr lang="en-GB" sz="1100" b="0" dirty="0" err="1">
                <a:solidFill>
                  <a:srgbClr val="9CDCFE"/>
                </a:solidFill>
                <a:effectLst/>
                <a:latin typeface="Consolas" panose="020B0609020204030204" pitchFamily="49" charset="0"/>
              </a:rPr>
              <a:t>topRight</a:t>
            </a:r>
            <a:r>
              <a:rPr lang="en-GB" sz="1100" b="0" dirty="0">
                <a:solidFill>
                  <a:srgbClr val="CCCCCC"/>
                </a:solidFill>
                <a:effectLst/>
                <a:latin typeface="Consolas" panose="020B0609020204030204" pitchFamily="49" charset="0"/>
              </a:rPr>
              <a:t>, (</a:t>
            </a:r>
            <a:r>
              <a:rPr lang="en-GB" sz="1100" b="0" dirty="0">
                <a:solidFill>
                  <a:srgbClr val="B5CEA8"/>
                </a:solidFill>
                <a:effectLst/>
                <a:latin typeface="Consolas" panose="020B0609020204030204" pitchFamily="49" charset="0"/>
              </a:rPr>
              <a:t>0</a:t>
            </a:r>
            <a:r>
              <a:rPr lang="en-GB" sz="1100" b="0" dirty="0">
                <a:solidFill>
                  <a:srgbClr val="CCCCCC"/>
                </a:solidFill>
                <a:effectLst/>
                <a:latin typeface="Consolas" panose="020B0609020204030204" pitchFamily="49" charset="0"/>
              </a:rPr>
              <a:t>, </a:t>
            </a:r>
            <a:r>
              <a:rPr lang="en-GB" sz="1100" b="0" dirty="0">
                <a:solidFill>
                  <a:srgbClr val="B5CEA8"/>
                </a:solidFill>
                <a:effectLst/>
                <a:latin typeface="Consolas" panose="020B0609020204030204" pitchFamily="49" charset="0"/>
              </a:rPr>
              <a:t>255</a:t>
            </a:r>
            <a:r>
              <a:rPr lang="en-GB" sz="1100" b="0" dirty="0">
                <a:solidFill>
                  <a:srgbClr val="CCCCCC"/>
                </a:solidFill>
                <a:effectLst/>
                <a:latin typeface="Consolas" panose="020B0609020204030204" pitchFamily="49" charset="0"/>
              </a:rPr>
              <a:t>, </a:t>
            </a:r>
            <a:r>
              <a:rPr lang="en-GB" sz="1100" b="0" dirty="0">
                <a:solidFill>
                  <a:srgbClr val="B5CEA8"/>
                </a:solidFill>
                <a:effectLst/>
                <a:latin typeface="Consolas" panose="020B0609020204030204" pitchFamily="49" charset="0"/>
              </a:rPr>
              <a:t>0</a:t>
            </a:r>
            <a:r>
              <a:rPr lang="en-GB" sz="1100" b="0" dirty="0">
                <a:solidFill>
                  <a:srgbClr val="CCCCCC"/>
                </a:solidFill>
                <a:effectLst/>
                <a:latin typeface="Consolas" panose="020B0609020204030204" pitchFamily="49" charset="0"/>
              </a:rPr>
              <a:t>), </a:t>
            </a:r>
            <a:r>
              <a:rPr lang="en-GB" sz="1100" b="0" dirty="0">
                <a:solidFill>
                  <a:srgbClr val="B5CEA8"/>
                </a:solidFill>
                <a:effectLst/>
                <a:latin typeface="Consolas" panose="020B0609020204030204" pitchFamily="49" charset="0"/>
              </a:rPr>
              <a:t>2</a:t>
            </a:r>
            <a:r>
              <a:rPr lang="en-GB" sz="1100" b="0" dirty="0">
                <a:solidFill>
                  <a:srgbClr val="CCCCCC"/>
                </a:solidFill>
                <a:effectLst/>
                <a:latin typeface="Consolas" panose="020B0609020204030204" pitchFamily="49" charset="0"/>
              </a:rPr>
              <a:t>)</a:t>
            </a:r>
          </a:p>
          <a:p>
            <a:pPr marL="0" indent="0">
              <a:lnSpc>
                <a:spcPts val="1425"/>
              </a:lnSpc>
              <a:spcBef>
                <a:spcPts val="0"/>
              </a:spcBef>
              <a:buNone/>
            </a:pPr>
            <a:r>
              <a:rPr lang="en-GB" sz="1100" b="0" dirty="0">
                <a:solidFill>
                  <a:srgbClr val="CCCCCC"/>
                </a:solidFill>
                <a:effectLst/>
                <a:latin typeface="Consolas" panose="020B0609020204030204" pitchFamily="49" charset="0"/>
              </a:rPr>
              <a:t>        </a:t>
            </a:r>
            <a:r>
              <a:rPr lang="en-GB" sz="1100" b="0" dirty="0" err="1">
                <a:solidFill>
                  <a:srgbClr val="4EC9B0"/>
                </a:solidFill>
                <a:effectLst/>
                <a:latin typeface="Consolas" panose="020B0609020204030204" pitchFamily="49" charset="0"/>
              </a:rPr>
              <a:t>cv</a:t>
            </a:r>
            <a:r>
              <a:rPr lang="en-GB" sz="1100" b="0" dirty="0" err="1">
                <a:solidFill>
                  <a:srgbClr val="CCCCCC"/>
                </a:solidFill>
                <a:effectLst/>
                <a:latin typeface="Consolas" panose="020B0609020204030204" pitchFamily="49" charset="0"/>
              </a:rPr>
              <a:t>.line</a:t>
            </a:r>
            <a:r>
              <a:rPr lang="en-GB" sz="1100" b="0" dirty="0">
                <a:solidFill>
                  <a:srgbClr val="CCCCCC"/>
                </a:solidFill>
                <a:effectLst/>
                <a:latin typeface="Consolas" panose="020B0609020204030204" pitchFamily="49" charset="0"/>
              </a:rPr>
              <a:t>(</a:t>
            </a:r>
            <a:r>
              <a:rPr lang="en-GB" sz="1100" b="0" dirty="0" err="1">
                <a:solidFill>
                  <a:srgbClr val="9CDCFE"/>
                </a:solidFill>
                <a:effectLst/>
                <a:latin typeface="Consolas" panose="020B0609020204030204" pitchFamily="49" charset="0"/>
              </a:rPr>
              <a:t>img</a:t>
            </a:r>
            <a:r>
              <a:rPr lang="en-GB" sz="1100" b="0" dirty="0">
                <a:solidFill>
                  <a:srgbClr val="CCCCCC"/>
                </a:solidFill>
                <a:effectLst/>
                <a:latin typeface="Consolas" panose="020B0609020204030204" pitchFamily="49" charset="0"/>
              </a:rPr>
              <a:t>, </a:t>
            </a:r>
            <a:r>
              <a:rPr lang="en-GB" sz="1100" b="0" dirty="0" err="1">
                <a:solidFill>
                  <a:srgbClr val="9CDCFE"/>
                </a:solidFill>
                <a:effectLst/>
                <a:latin typeface="Consolas" panose="020B0609020204030204" pitchFamily="49" charset="0"/>
              </a:rPr>
              <a:t>topRight</a:t>
            </a:r>
            <a:r>
              <a:rPr lang="en-GB" sz="1100" b="0" dirty="0">
                <a:solidFill>
                  <a:srgbClr val="CCCCCC"/>
                </a:solidFill>
                <a:effectLst/>
                <a:latin typeface="Consolas" panose="020B0609020204030204" pitchFamily="49" charset="0"/>
              </a:rPr>
              <a:t>, </a:t>
            </a:r>
            <a:r>
              <a:rPr lang="en-GB" sz="1100" b="0" dirty="0" err="1">
                <a:solidFill>
                  <a:srgbClr val="9CDCFE"/>
                </a:solidFill>
                <a:effectLst/>
                <a:latin typeface="Consolas" panose="020B0609020204030204" pitchFamily="49" charset="0"/>
              </a:rPr>
              <a:t>bottomRight</a:t>
            </a:r>
            <a:r>
              <a:rPr lang="en-GB" sz="1100" b="0" dirty="0">
                <a:solidFill>
                  <a:srgbClr val="CCCCCC"/>
                </a:solidFill>
                <a:effectLst/>
                <a:latin typeface="Consolas" panose="020B0609020204030204" pitchFamily="49" charset="0"/>
              </a:rPr>
              <a:t>, (</a:t>
            </a:r>
            <a:r>
              <a:rPr lang="en-GB" sz="1100" b="0" dirty="0">
                <a:solidFill>
                  <a:srgbClr val="B5CEA8"/>
                </a:solidFill>
                <a:effectLst/>
                <a:latin typeface="Consolas" panose="020B0609020204030204" pitchFamily="49" charset="0"/>
              </a:rPr>
              <a:t>0</a:t>
            </a:r>
            <a:r>
              <a:rPr lang="en-GB" sz="1100" b="0" dirty="0">
                <a:solidFill>
                  <a:srgbClr val="CCCCCC"/>
                </a:solidFill>
                <a:effectLst/>
                <a:latin typeface="Consolas" panose="020B0609020204030204" pitchFamily="49" charset="0"/>
              </a:rPr>
              <a:t>, </a:t>
            </a:r>
            <a:r>
              <a:rPr lang="en-GB" sz="1100" b="0" dirty="0">
                <a:solidFill>
                  <a:srgbClr val="B5CEA8"/>
                </a:solidFill>
                <a:effectLst/>
                <a:latin typeface="Consolas" panose="020B0609020204030204" pitchFamily="49" charset="0"/>
              </a:rPr>
              <a:t>255</a:t>
            </a:r>
            <a:r>
              <a:rPr lang="en-GB" sz="1100" b="0" dirty="0">
                <a:solidFill>
                  <a:srgbClr val="CCCCCC"/>
                </a:solidFill>
                <a:effectLst/>
                <a:latin typeface="Consolas" panose="020B0609020204030204" pitchFamily="49" charset="0"/>
              </a:rPr>
              <a:t>, </a:t>
            </a:r>
            <a:r>
              <a:rPr lang="en-GB" sz="1100" b="0" dirty="0">
                <a:solidFill>
                  <a:srgbClr val="B5CEA8"/>
                </a:solidFill>
                <a:effectLst/>
                <a:latin typeface="Consolas" panose="020B0609020204030204" pitchFamily="49" charset="0"/>
              </a:rPr>
              <a:t>0</a:t>
            </a:r>
            <a:r>
              <a:rPr lang="en-GB" sz="1100" b="0" dirty="0">
                <a:solidFill>
                  <a:srgbClr val="CCCCCC"/>
                </a:solidFill>
                <a:effectLst/>
                <a:latin typeface="Consolas" panose="020B0609020204030204" pitchFamily="49" charset="0"/>
              </a:rPr>
              <a:t>), </a:t>
            </a:r>
            <a:r>
              <a:rPr lang="en-GB" sz="1100" b="0" dirty="0">
                <a:solidFill>
                  <a:srgbClr val="B5CEA8"/>
                </a:solidFill>
                <a:effectLst/>
                <a:latin typeface="Consolas" panose="020B0609020204030204" pitchFamily="49" charset="0"/>
              </a:rPr>
              <a:t>2</a:t>
            </a:r>
            <a:r>
              <a:rPr lang="en-GB" sz="1100" b="0" dirty="0">
                <a:solidFill>
                  <a:srgbClr val="CCCCCC"/>
                </a:solidFill>
                <a:effectLst/>
                <a:latin typeface="Consolas" panose="020B0609020204030204" pitchFamily="49" charset="0"/>
              </a:rPr>
              <a:t>)</a:t>
            </a:r>
          </a:p>
          <a:p>
            <a:pPr marL="0" indent="0">
              <a:lnSpc>
                <a:spcPts val="1425"/>
              </a:lnSpc>
              <a:spcBef>
                <a:spcPts val="0"/>
              </a:spcBef>
              <a:buNone/>
            </a:pPr>
            <a:r>
              <a:rPr lang="en-GB" sz="1100" b="0" dirty="0">
                <a:solidFill>
                  <a:srgbClr val="CCCCCC"/>
                </a:solidFill>
                <a:effectLst/>
                <a:latin typeface="Consolas" panose="020B0609020204030204" pitchFamily="49" charset="0"/>
              </a:rPr>
              <a:t>        </a:t>
            </a:r>
            <a:r>
              <a:rPr lang="en-GB" sz="1100" b="0" dirty="0" err="1">
                <a:solidFill>
                  <a:srgbClr val="4EC9B0"/>
                </a:solidFill>
                <a:effectLst/>
                <a:latin typeface="Consolas" panose="020B0609020204030204" pitchFamily="49" charset="0"/>
              </a:rPr>
              <a:t>cv</a:t>
            </a:r>
            <a:r>
              <a:rPr lang="en-GB" sz="1100" b="0" dirty="0" err="1">
                <a:solidFill>
                  <a:srgbClr val="CCCCCC"/>
                </a:solidFill>
                <a:effectLst/>
                <a:latin typeface="Consolas" panose="020B0609020204030204" pitchFamily="49" charset="0"/>
              </a:rPr>
              <a:t>.line</a:t>
            </a:r>
            <a:r>
              <a:rPr lang="en-GB" sz="1100" b="0" dirty="0">
                <a:solidFill>
                  <a:srgbClr val="CCCCCC"/>
                </a:solidFill>
                <a:effectLst/>
                <a:latin typeface="Consolas" panose="020B0609020204030204" pitchFamily="49" charset="0"/>
              </a:rPr>
              <a:t>(</a:t>
            </a:r>
            <a:r>
              <a:rPr lang="en-GB" sz="1100" b="0" dirty="0" err="1">
                <a:solidFill>
                  <a:srgbClr val="9CDCFE"/>
                </a:solidFill>
                <a:effectLst/>
                <a:latin typeface="Consolas" panose="020B0609020204030204" pitchFamily="49" charset="0"/>
              </a:rPr>
              <a:t>img</a:t>
            </a:r>
            <a:r>
              <a:rPr lang="en-GB" sz="1100" b="0" dirty="0">
                <a:solidFill>
                  <a:srgbClr val="CCCCCC"/>
                </a:solidFill>
                <a:effectLst/>
                <a:latin typeface="Consolas" panose="020B0609020204030204" pitchFamily="49" charset="0"/>
              </a:rPr>
              <a:t>, </a:t>
            </a:r>
            <a:r>
              <a:rPr lang="en-GB" sz="1100" b="0" dirty="0" err="1">
                <a:solidFill>
                  <a:srgbClr val="9CDCFE"/>
                </a:solidFill>
                <a:effectLst/>
                <a:latin typeface="Consolas" panose="020B0609020204030204" pitchFamily="49" charset="0"/>
              </a:rPr>
              <a:t>bottomRight</a:t>
            </a:r>
            <a:r>
              <a:rPr lang="en-GB" sz="1100" b="0" dirty="0">
                <a:solidFill>
                  <a:srgbClr val="CCCCCC"/>
                </a:solidFill>
                <a:effectLst/>
                <a:latin typeface="Consolas" panose="020B0609020204030204" pitchFamily="49" charset="0"/>
              </a:rPr>
              <a:t>, </a:t>
            </a:r>
            <a:r>
              <a:rPr lang="en-GB" sz="1100" b="0" dirty="0" err="1">
                <a:solidFill>
                  <a:srgbClr val="9CDCFE"/>
                </a:solidFill>
                <a:effectLst/>
                <a:latin typeface="Consolas" panose="020B0609020204030204" pitchFamily="49" charset="0"/>
              </a:rPr>
              <a:t>bottomLeft</a:t>
            </a:r>
            <a:r>
              <a:rPr lang="en-GB" sz="1100" b="0" dirty="0">
                <a:solidFill>
                  <a:srgbClr val="CCCCCC"/>
                </a:solidFill>
                <a:effectLst/>
                <a:latin typeface="Consolas" panose="020B0609020204030204" pitchFamily="49" charset="0"/>
              </a:rPr>
              <a:t>, (</a:t>
            </a:r>
            <a:r>
              <a:rPr lang="en-GB" sz="1100" b="0" dirty="0">
                <a:solidFill>
                  <a:srgbClr val="B5CEA8"/>
                </a:solidFill>
                <a:effectLst/>
                <a:latin typeface="Consolas" panose="020B0609020204030204" pitchFamily="49" charset="0"/>
              </a:rPr>
              <a:t>0</a:t>
            </a:r>
            <a:r>
              <a:rPr lang="en-GB" sz="1100" b="0" dirty="0">
                <a:solidFill>
                  <a:srgbClr val="CCCCCC"/>
                </a:solidFill>
                <a:effectLst/>
                <a:latin typeface="Consolas" panose="020B0609020204030204" pitchFamily="49" charset="0"/>
              </a:rPr>
              <a:t>, </a:t>
            </a:r>
            <a:r>
              <a:rPr lang="en-GB" sz="1100" b="0" dirty="0">
                <a:solidFill>
                  <a:srgbClr val="B5CEA8"/>
                </a:solidFill>
                <a:effectLst/>
                <a:latin typeface="Consolas" panose="020B0609020204030204" pitchFamily="49" charset="0"/>
              </a:rPr>
              <a:t>255</a:t>
            </a:r>
            <a:r>
              <a:rPr lang="en-GB" sz="1100" b="0" dirty="0">
                <a:solidFill>
                  <a:srgbClr val="CCCCCC"/>
                </a:solidFill>
                <a:effectLst/>
                <a:latin typeface="Consolas" panose="020B0609020204030204" pitchFamily="49" charset="0"/>
              </a:rPr>
              <a:t>, </a:t>
            </a:r>
            <a:r>
              <a:rPr lang="en-GB" sz="1100" b="0" dirty="0">
                <a:solidFill>
                  <a:srgbClr val="B5CEA8"/>
                </a:solidFill>
                <a:effectLst/>
                <a:latin typeface="Consolas" panose="020B0609020204030204" pitchFamily="49" charset="0"/>
              </a:rPr>
              <a:t>0</a:t>
            </a:r>
            <a:r>
              <a:rPr lang="en-GB" sz="1100" b="0" dirty="0">
                <a:solidFill>
                  <a:srgbClr val="CCCCCC"/>
                </a:solidFill>
                <a:effectLst/>
                <a:latin typeface="Consolas" panose="020B0609020204030204" pitchFamily="49" charset="0"/>
              </a:rPr>
              <a:t>), </a:t>
            </a:r>
            <a:r>
              <a:rPr lang="en-GB" sz="1100" b="0" dirty="0">
                <a:solidFill>
                  <a:srgbClr val="B5CEA8"/>
                </a:solidFill>
                <a:effectLst/>
                <a:latin typeface="Consolas" panose="020B0609020204030204" pitchFamily="49" charset="0"/>
              </a:rPr>
              <a:t>2</a:t>
            </a:r>
            <a:r>
              <a:rPr lang="en-GB" sz="1100" b="0" dirty="0">
                <a:solidFill>
                  <a:srgbClr val="CCCCCC"/>
                </a:solidFill>
                <a:effectLst/>
                <a:latin typeface="Consolas" panose="020B0609020204030204" pitchFamily="49" charset="0"/>
              </a:rPr>
              <a:t>)</a:t>
            </a:r>
          </a:p>
          <a:p>
            <a:pPr marL="0" indent="0">
              <a:lnSpc>
                <a:spcPts val="1425"/>
              </a:lnSpc>
              <a:spcBef>
                <a:spcPts val="0"/>
              </a:spcBef>
              <a:buNone/>
            </a:pPr>
            <a:r>
              <a:rPr lang="en-GB" sz="1100" b="0" dirty="0">
                <a:solidFill>
                  <a:srgbClr val="CCCCCC"/>
                </a:solidFill>
                <a:effectLst/>
                <a:latin typeface="Consolas" panose="020B0609020204030204" pitchFamily="49" charset="0"/>
              </a:rPr>
              <a:t>        </a:t>
            </a:r>
            <a:r>
              <a:rPr lang="en-GB" sz="1100" b="0" dirty="0" err="1">
                <a:solidFill>
                  <a:srgbClr val="4EC9B0"/>
                </a:solidFill>
                <a:effectLst/>
                <a:latin typeface="Consolas" panose="020B0609020204030204" pitchFamily="49" charset="0"/>
              </a:rPr>
              <a:t>cv</a:t>
            </a:r>
            <a:r>
              <a:rPr lang="en-GB" sz="1100" b="0" dirty="0" err="1">
                <a:solidFill>
                  <a:srgbClr val="CCCCCC"/>
                </a:solidFill>
                <a:effectLst/>
                <a:latin typeface="Consolas" panose="020B0609020204030204" pitchFamily="49" charset="0"/>
              </a:rPr>
              <a:t>.line</a:t>
            </a:r>
            <a:r>
              <a:rPr lang="en-GB" sz="1100" b="0" dirty="0">
                <a:solidFill>
                  <a:srgbClr val="CCCCCC"/>
                </a:solidFill>
                <a:effectLst/>
                <a:latin typeface="Consolas" panose="020B0609020204030204" pitchFamily="49" charset="0"/>
              </a:rPr>
              <a:t>(</a:t>
            </a:r>
            <a:r>
              <a:rPr lang="en-GB" sz="1100" b="0" dirty="0" err="1">
                <a:solidFill>
                  <a:srgbClr val="9CDCFE"/>
                </a:solidFill>
                <a:effectLst/>
                <a:latin typeface="Consolas" panose="020B0609020204030204" pitchFamily="49" charset="0"/>
              </a:rPr>
              <a:t>img</a:t>
            </a:r>
            <a:r>
              <a:rPr lang="en-GB" sz="1100" b="0" dirty="0">
                <a:solidFill>
                  <a:srgbClr val="CCCCCC"/>
                </a:solidFill>
                <a:effectLst/>
                <a:latin typeface="Consolas" panose="020B0609020204030204" pitchFamily="49" charset="0"/>
              </a:rPr>
              <a:t>, </a:t>
            </a:r>
            <a:r>
              <a:rPr lang="en-GB" sz="1100" b="0" dirty="0" err="1">
                <a:solidFill>
                  <a:srgbClr val="9CDCFE"/>
                </a:solidFill>
                <a:effectLst/>
                <a:latin typeface="Consolas" panose="020B0609020204030204" pitchFamily="49" charset="0"/>
              </a:rPr>
              <a:t>bottomLeft</a:t>
            </a:r>
            <a:r>
              <a:rPr lang="en-GB" sz="1100" b="0" dirty="0">
                <a:solidFill>
                  <a:srgbClr val="CCCCCC"/>
                </a:solidFill>
                <a:effectLst/>
                <a:latin typeface="Consolas" panose="020B0609020204030204" pitchFamily="49" charset="0"/>
              </a:rPr>
              <a:t>, </a:t>
            </a:r>
            <a:r>
              <a:rPr lang="en-GB" sz="1100" b="0" dirty="0" err="1">
                <a:solidFill>
                  <a:srgbClr val="9CDCFE"/>
                </a:solidFill>
                <a:effectLst/>
                <a:latin typeface="Consolas" panose="020B0609020204030204" pitchFamily="49" charset="0"/>
              </a:rPr>
              <a:t>topLeft</a:t>
            </a:r>
            <a:r>
              <a:rPr lang="en-GB" sz="1100" b="0" dirty="0">
                <a:solidFill>
                  <a:srgbClr val="CCCCCC"/>
                </a:solidFill>
                <a:effectLst/>
                <a:latin typeface="Consolas" panose="020B0609020204030204" pitchFamily="49" charset="0"/>
              </a:rPr>
              <a:t>, (</a:t>
            </a:r>
            <a:r>
              <a:rPr lang="en-GB" sz="1100" b="0" dirty="0">
                <a:solidFill>
                  <a:srgbClr val="B5CEA8"/>
                </a:solidFill>
                <a:effectLst/>
                <a:latin typeface="Consolas" panose="020B0609020204030204" pitchFamily="49" charset="0"/>
              </a:rPr>
              <a:t>0</a:t>
            </a:r>
            <a:r>
              <a:rPr lang="en-GB" sz="1100" b="0" dirty="0">
                <a:solidFill>
                  <a:srgbClr val="CCCCCC"/>
                </a:solidFill>
                <a:effectLst/>
                <a:latin typeface="Consolas" panose="020B0609020204030204" pitchFamily="49" charset="0"/>
              </a:rPr>
              <a:t>, </a:t>
            </a:r>
            <a:r>
              <a:rPr lang="en-GB" sz="1100" b="0" dirty="0">
                <a:solidFill>
                  <a:srgbClr val="B5CEA8"/>
                </a:solidFill>
                <a:effectLst/>
                <a:latin typeface="Consolas" panose="020B0609020204030204" pitchFamily="49" charset="0"/>
              </a:rPr>
              <a:t>255</a:t>
            </a:r>
            <a:r>
              <a:rPr lang="en-GB" sz="1100" b="0" dirty="0">
                <a:solidFill>
                  <a:srgbClr val="CCCCCC"/>
                </a:solidFill>
                <a:effectLst/>
                <a:latin typeface="Consolas" panose="020B0609020204030204" pitchFamily="49" charset="0"/>
              </a:rPr>
              <a:t>, </a:t>
            </a:r>
            <a:r>
              <a:rPr lang="en-GB" sz="1100" b="0" dirty="0">
                <a:solidFill>
                  <a:srgbClr val="B5CEA8"/>
                </a:solidFill>
                <a:effectLst/>
                <a:latin typeface="Consolas" panose="020B0609020204030204" pitchFamily="49" charset="0"/>
              </a:rPr>
              <a:t>0</a:t>
            </a:r>
            <a:r>
              <a:rPr lang="en-GB" sz="1100" b="0" dirty="0">
                <a:solidFill>
                  <a:srgbClr val="CCCCCC"/>
                </a:solidFill>
                <a:effectLst/>
                <a:latin typeface="Consolas" panose="020B0609020204030204" pitchFamily="49" charset="0"/>
              </a:rPr>
              <a:t>), </a:t>
            </a:r>
            <a:r>
              <a:rPr lang="en-GB" sz="1100" b="0" dirty="0">
                <a:solidFill>
                  <a:srgbClr val="B5CEA8"/>
                </a:solidFill>
                <a:effectLst/>
                <a:latin typeface="Consolas" panose="020B0609020204030204" pitchFamily="49" charset="0"/>
              </a:rPr>
              <a:t>2</a:t>
            </a:r>
            <a:r>
              <a:rPr lang="en-GB" sz="1100" b="0" dirty="0">
                <a:solidFill>
                  <a:srgbClr val="CCCCCC"/>
                </a:solidFill>
                <a:effectLst/>
                <a:latin typeface="Consolas" panose="020B0609020204030204" pitchFamily="49" charset="0"/>
              </a:rPr>
              <a:t>)</a:t>
            </a:r>
          </a:p>
          <a:p>
            <a:pPr marL="0" indent="0">
              <a:lnSpc>
                <a:spcPts val="1425"/>
              </a:lnSpc>
              <a:spcBef>
                <a:spcPts val="0"/>
              </a:spcBef>
              <a:buNone/>
            </a:pPr>
            <a:r>
              <a:rPr lang="en-GB" sz="1100" b="0" dirty="0">
                <a:solidFill>
                  <a:srgbClr val="CCCCCC"/>
                </a:solidFill>
                <a:effectLst/>
                <a:latin typeface="Consolas" panose="020B0609020204030204" pitchFamily="49" charset="0"/>
              </a:rPr>
              <a:t>        </a:t>
            </a:r>
            <a:r>
              <a:rPr lang="en-GB" sz="1100" b="0" dirty="0">
                <a:solidFill>
                  <a:srgbClr val="6A9955"/>
                </a:solidFill>
                <a:effectLst/>
                <a:latin typeface="Consolas" panose="020B0609020204030204" pitchFamily="49" charset="0"/>
              </a:rPr>
              <a:t># compute and draw the </a:t>
            </a:r>
            <a:r>
              <a:rPr lang="en-GB" sz="1100" b="0" dirty="0" err="1">
                <a:solidFill>
                  <a:srgbClr val="6A9955"/>
                </a:solidFill>
                <a:effectLst/>
                <a:latin typeface="Consolas" panose="020B0609020204030204" pitchFamily="49" charset="0"/>
              </a:rPr>
              <a:t>center</a:t>
            </a:r>
            <a:r>
              <a:rPr lang="en-GB" sz="1100" b="0" dirty="0">
                <a:solidFill>
                  <a:srgbClr val="6A9955"/>
                </a:solidFill>
                <a:effectLst/>
                <a:latin typeface="Consolas" panose="020B0609020204030204" pitchFamily="49" charset="0"/>
              </a:rPr>
              <a:t> (x, y)-coordinates of the ArUco</a:t>
            </a:r>
            <a:endParaRPr lang="en-GB" sz="1100" b="0" dirty="0">
              <a:solidFill>
                <a:srgbClr val="CCCCCC"/>
              </a:solidFill>
              <a:effectLst/>
              <a:latin typeface="Consolas" panose="020B0609020204030204" pitchFamily="49" charset="0"/>
            </a:endParaRPr>
          </a:p>
          <a:p>
            <a:pPr marL="0" indent="0">
              <a:lnSpc>
                <a:spcPts val="1425"/>
              </a:lnSpc>
              <a:spcBef>
                <a:spcPts val="0"/>
              </a:spcBef>
              <a:buNone/>
            </a:pPr>
            <a:r>
              <a:rPr lang="en-GB" sz="1100" b="0" dirty="0">
                <a:solidFill>
                  <a:srgbClr val="CCCCCC"/>
                </a:solidFill>
                <a:effectLst/>
                <a:latin typeface="Consolas" panose="020B0609020204030204" pitchFamily="49" charset="0"/>
              </a:rPr>
              <a:t>        </a:t>
            </a:r>
            <a:r>
              <a:rPr lang="en-GB" sz="1100" b="0" dirty="0">
                <a:solidFill>
                  <a:srgbClr val="6A9955"/>
                </a:solidFill>
                <a:effectLst/>
                <a:latin typeface="Consolas" panose="020B0609020204030204" pitchFamily="49" charset="0"/>
              </a:rPr>
              <a:t># marker</a:t>
            </a:r>
            <a:endParaRPr lang="en-GB" sz="1100" b="0" dirty="0">
              <a:solidFill>
                <a:srgbClr val="CCCCCC"/>
              </a:solidFill>
              <a:effectLst/>
              <a:latin typeface="Consolas" panose="020B0609020204030204" pitchFamily="49" charset="0"/>
            </a:endParaRPr>
          </a:p>
          <a:p>
            <a:pPr marL="0" indent="0">
              <a:lnSpc>
                <a:spcPts val="1425"/>
              </a:lnSpc>
              <a:spcBef>
                <a:spcPts val="0"/>
              </a:spcBef>
              <a:buNone/>
            </a:pPr>
            <a:r>
              <a:rPr lang="en-GB" sz="1100" b="0" dirty="0">
                <a:solidFill>
                  <a:srgbClr val="CCCCCC"/>
                </a:solidFill>
                <a:effectLst/>
                <a:latin typeface="Consolas" panose="020B0609020204030204" pitchFamily="49" charset="0"/>
              </a:rPr>
              <a:t>        </a:t>
            </a:r>
            <a:r>
              <a:rPr lang="en-GB" sz="1100" b="0" dirty="0" err="1">
                <a:solidFill>
                  <a:srgbClr val="9CDCFE"/>
                </a:solidFill>
                <a:effectLst/>
                <a:latin typeface="Consolas" panose="020B0609020204030204" pitchFamily="49" charset="0"/>
              </a:rPr>
              <a:t>cX</a:t>
            </a:r>
            <a:r>
              <a:rPr lang="en-GB" sz="1100" b="0" dirty="0">
                <a:solidFill>
                  <a:srgbClr val="CCCCCC"/>
                </a:solidFill>
                <a:effectLst/>
                <a:latin typeface="Consolas" panose="020B0609020204030204" pitchFamily="49" charset="0"/>
              </a:rPr>
              <a:t> </a:t>
            </a:r>
            <a:r>
              <a:rPr lang="en-GB" sz="1100" b="0" dirty="0">
                <a:solidFill>
                  <a:srgbClr val="D4D4D4"/>
                </a:solidFill>
                <a:effectLst/>
                <a:latin typeface="Consolas" panose="020B0609020204030204" pitchFamily="49" charset="0"/>
              </a:rPr>
              <a:t>=</a:t>
            </a:r>
            <a:r>
              <a:rPr lang="en-GB" sz="1100" b="0" dirty="0">
                <a:solidFill>
                  <a:srgbClr val="CCCCCC"/>
                </a:solidFill>
                <a:effectLst/>
                <a:latin typeface="Consolas" panose="020B0609020204030204" pitchFamily="49" charset="0"/>
              </a:rPr>
              <a:t> </a:t>
            </a:r>
            <a:r>
              <a:rPr lang="en-GB" sz="1100" b="0" dirty="0">
                <a:solidFill>
                  <a:srgbClr val="4EC9B0"/>
                </a:solidFill>
                <a:effectLst/>
                <a:latin typeface="Consolas" panose="020B0609020204030204" pitchFamily="49" charset="0"/>
              </a:rPr>
              <a:t>int</a:t>
            </a:r>
            <a:r>
              <a:rPr lang="en-GB" sz="1100" b="0" dirty="0">
                <a:solidFill>
                  <a:srgbClr val="CCCCCC"/>
                </a:solidFill>
                <a:effectLst/>
                <a:latin typeface="Consolas" panose="020B0609020204030204" pitchFamily="49" charset="0"/>
              </a:rPr>
              <a:t>((</a:t>
            </a:r>
            <a:r>
              <a:rPr lang="en-GB" sz="1100" b="0" dirty="0" err="1">
                <a:solidFill>
                  <a:srgbClr val="9CDCFE"/>
                </a:solidFill>
                <a:effectLst/>
                <a:latin typeface="Consolas" panose="020B0609020204030204" pitchFamily="49" charset="0"/>
              </a:rPr>
              <a:t>topLeft</a:t>
            </a:r>
            <a:r>
              <a:rPr lang="en-GB" sz="1100" b="0" dirty="0">
                <a:solidFill>
                  <a:srgbClr val="CCCCCC"/>
                </a:solidFill>
                <a:effectLst/>
                <a:latin typeface="Consolas" panose="020B0609020204030204" pitchFamily="49" charset="0"/>
              </a:rPr>
              <a:t>[</a:t>
            </a:r>
            <a:r>
              <a:rPr lang="en-GB" sz="1100" b="0" dirty="0">
                <a:solidFill>
                  <a:srgbClr val="B5CEA8"/>
                </a:solidFill>
                <a:effectLst/>
                <a:latin typeface="Consolas" panose="020B0609020204030204" pitchFamily="49" charset="0"/>
              </a:rPr>
              <a:t>0</a:t>
            </a:r>
            <a:r>
              <a:rPr lang="en-GB" sz="1100" b="0" dirty="0">
                <a:solidFill>
                  <a:srgbClr val="CCCCCC"/>
                </a:solidFill>
                <a:effectLst/>
                <a:latin typeface="Consolas" panose="020B0609020204030204" pitchFamily="49" charset="0"/>
              </a:rPr>
              <a:t>] </a:t>
            </a:r>
            <a:r>
              <a:rPr lang="en-GB" sz="1100" b="0" dirty="0">
                <a:solidFill>
                  <a:srgbClr val="D4D4D4"/>
                </a:solidFill>
                <a:effectLst/>
                <a:latin typeface="Consolas" panose="020B0609020204030204" pitchFamily="49" charset="0"/>
              </a:rPr>
              <a:t>+</a:t>
            </a:r>
            <a:r>
              <a:rPr lang="en-GB" sz="1100" b="0" dirty="0">
                <a:solidFill>
                  <a:srgbClr val="CCCCCC"/>
                </a:solidFill>
                <a:effectLst/>
                <a:latin typeface="Consolas" panose="020B0609020204030204" pitchFamily="49" charset="0"/>
              </a:rPr>
              <a:t> </a:t>
            </a:r>
            <a:r>
              <a:rPr lang="en-GB" sz="1100" b="0" dirty="0" err="1">
                <a:solidFill>
                  <a:srgbClr val="9CDCFE"/>
                </a:solidFill>
                <a:effectLst/>
                <a:latin typeface="Consolas" panose="020B0609020204030204" pitchFamily="49" charset="0"/>
              </a:rPr>
              <a:t>bottomRight</a:t>
            </a:r>
            <a:r>
              <a:rPr lang="en-GB" sz="1100" b="0" dirty="0">
                <a:solidFill>
                  <a:srgbClr val="CCCCCC"/>
                </a:solidFill>
                <a:effectLst/>
                <a:latin typeface="Consolas" panose="020B0609020204030204" pitchFamily="49" charset="0"/>
              </a:rPr>
              <a:t>[</a:t>
            </a:r>
            <a:r>
              <a:rPr lang="en-GB" sz="1100" b="0" dirty="0">
                <a:solidFill>
                  <a:srgbClr val="B5CEA8"/>
                </a:solidFill>
                <a:effectLst/>
                <a:latin typeface="Consolas" panose="020B0609020204030204" pitchFamily="49" charset="0"/>
              </a:rPr>
              <a:t>0</a:t>
            </a:r>
            <a:r>
              <a:rPr lang="en-GB" sz="1100" b="0" dirty="0">
                <a:solidFill>
                  <a:srgbClr val="CCCCCC"/>
                </a:solidFill>
                <a:effectLst/>
                <a:latin typeface="Consolas" panose="020B0609020204030204" pitchFamily="49" charset="0"/>
              </a:rPr>
              <a:t>]) </a:t>
            </a:r>
            <a:r>
              <a:rPr lang="en-GB" sz="1100" b="0" dirty="0">
                <a:solidFill>
                  <a:srgbClr val="D4D4D4"/>
                </a:solidFill>
                <a:effectLst/>
                <a:latin typeface="Consolas" panose="020B0609020204030204" pitchFamily="49" charset="0"/>
              </a:rPr>
              <a:t>/</a:t>
            </a:r>
            <a:r>
              <a:rPr lang="en-GB" sz="1100" b="0" dirty="0">
                <a:solidFill>
                  <a:srgbClr val="CCCCCC"/>
                </a:solidFill>
                <a:effectLst/>
                <a:latin typeface="Consolas" panose="020B0609020204030204" pitchFamily="49" charset="0"/>
              </a:rPr>
              <a:t> </a:t>
            </a:r>
            <a:r>
              <a:rPr lang="en-GB" sz="1100" b="0" dirty="0">
                <a:solidFill>
                  <a:srgbClr val="B5CEA8"/>
                </a:solidFill>
                <a:effectLst/>
                <a:latin typeface="Consolas" panose="020B0609020204030204" pitchFamily="49" charset="0"/>
              </a:rPr>
              <a:t>2.0</a:t>
            </a:r>
            <a:r>
              <a:rPr lang="en-GB" sz="1100" b="0" dirty="0">
                <a:solidFill>
                  <a:srgbClr val="CCCCCC"/>
                </a:solidFill>
                <a:effectLst/>
                <a:latin typeface="Consolas" panose="020B0609020204030204" pitchFamily="49" charset="0"/>
              </a:rPr>
              <a:t>)</a:t>
            </a:r>
          </a:p>
          <a:p>
            <a:pPr marL="0" indent="0">
              <a:lnSpc>
                <a:spcPts val="1425"/>
              </a:lnSpc>
              <a:spcBef>
                <a:spcPts val="0"/>
              </a:spcBef>
              <a:buNone/>
            </a:pPr>
            <a:r>
              <a:rPr lang="en-GB" sz="1100" b="0" dirty="0">
                <a:solidFill>
                  <a:srgbClr val="CCCCCC"/>
                </a:solidFill>
                <a:effectLst/>
                <a:latin typeface="Consolas" panose="020B0609020204030204" pitchFamily="49" charset="0"/>
              </a:rPr>
              <a:t>        </a:t>
            </a:r>
            <a:r>
              <a:rPr lang="en-GB" sz="1100" b="0" dirty="0" err="1">
                <a:solidFill>
                  <a:srgbClr val="9CDCFE"/>
                </a:solidFill>
                <a:effectLst/>
                <a:latin typeface="Consolas" panose="020B0609020204030204" pitchFamily="49" charset="0"/>
              </a:rPr>
              <a:t>cY</a:t>
            </a:r>
            <a:r>
              <a:rPr lang="en-GB" sz="1100" b="0" dirty="0">
                <a:solidFill>
                  <a:srgbClr val="CCCCCC"/>
                </a:solidFill>
                <a:effectLst/>
                <a:latin typeface="Consolas" panose="020B0609020204030204" pitchFamily="49" charset="0"/>
              </a:rPr>
              <a:t> </a:t>
            </a:r>
            <a:r>
              <a:rPr lang="en-GB" sz="1100" b="0" dirty="0">
                <a:solidFill>
                  <a:srgbClr val="D4D4D4"/>
                </a:solidFill>
                <a:effectLst/>
                <a:latin typeface="Consolas" panose="020B0609020204030204" pitchFamily="49" charset="0"/>
              </a:rPr>
              <a:t>=</a:t>
            </a:r>
            <a:r>
              <a:rPr lang="en-GB" sz="1100" b="0" dirty="0">
                <a:solidFill>
                  <a:srgbClr val="CCCCCC"/>
                </a:solidFill>
                <a:effectLst/>
                <a:latin typeface="Consolas" panose="020B0609020204030204" pitchFamily="49" charset="0"/>
              </a:rPr>
              <a:t> </a:t>
            </a:r>
            <a:r>
              <a:rPr lang="en-GB" sz="1100" b="0" dirty="0">
                <a:solidFill>
                  <a:srgbClr val="4EC9B0"/>
                </a:solidFill>
                <a:effectLst/>
                <a:latin typeface="Consolas" panose="020B0609020204030204" pitchFamily="49" charset="0"/>
              </a:rPr>
              <a:t>int</a:t>
            </a:r>
            <a:r>
              <a:rPr lang="en-GB" sz="1100" b="0" dirty="0">
                <a:solidFill>
                  <a:srgbClr val="CCCCCC"/>
                </a:solidFill>
                <a:effectLst/>
                <a:latin typeface="Consolas" panose="020B0609020204030204" pitchFamily="49" charset="0"/>
              </a:rPr>
              <a:t>((</a:t>
            </a:r>
            <a:r>
              <a:rPr lang="en-GB" sz="1100" b="0" dirty="0" err="1">
                <a:solidFill>
                  <a:srgbClr val="9CDCFE"/>
                </a:solidFill>
                <a:effectLst/>
                <a:latin typeface="Consolas" panose="020B0609020204030204" pitchFamily="49" charset="0"/>
              </a:rPr>
              <a:t>topLeft</a:t>
            </a:r>
            <a:r>
              <a:rPr lang="en-GB" sz="1100" b="0" dirty="0">
                <a:solidFill>
                  <a:srgbClr val="CCCCCC"/>
                </a:solidFill>
                <a:effectLst/>
                <a:latin typeface="Consolas" panose="020B0609020204030204" pitchFamily="49" charset="0"/>
              </a:rPr>
              <a:t>[</a:t>
            </a:r>
            <a:r>
              <a:rPr lang="en-GB" sz="1100" b="0" dirty="0">
                <a:solidFill>
                  <a:srgbClr val="B5CEA8"/>
                </a:solidFill>
                <a:effectLst/>
                <a:latin typeface="Consolas" panose="020B0609020204030204" pitchFamily="49" charset="0"/>
              </a:rPr>
              <a:t>1</a:t>
            </a:r>
            <a:r>
              <a:rPr lang="en-GB" sz="1100" b="0" dirty="0">
                <a:solidFill>
                  <a:srgbClr val="CCCCCC"/>
                </a:solidFill>
                <a:effectLst/>
                <a:latin typeface="Consolas" panose="020B0609020204030204" pitchFamily="49" charset="0"/>
              </a:rPr>
              <a:t>] </a:t>
            </a:r>
            <a:r>
              <a:rPr lang="en-GB" sz="1100" b="0" dirty="0">
                <a:solidFill>
                  <a:srgbClr val="D4D4D4"/>
                </a:solidFill>
                <a:effectLst/>
                <a:latin typeface="Consolas" panose="020B0609020204030204" pitchFamily="49" charset="0"/>
              </a:rPr>
              <a:t>+</a:t>
            </a:r>
            <a:r>
              <a:rPr lang="en-GB" sz="1100" b="0" dirty="0">
                <a:solidFill>
                  <a:srgbClr val="CCCCCC"/>
                </a:solidFill>
                <a:effectLst/>
                <a:latin typeface="Consolas" panose="020B0609020204030204" pitchFamily="49" charset="0"/>
              </a:rPr>
              <a:t> </a:t>
            </a:r>
            <a:r>
              <a:rPr lang="en-GB" sz="1100" b="0" dirty="0" err="1">
                <a:solidFill>
                  <a:srgbClr val="9CDCFE"/>
                </a:solidFill>
                <a:effectLst/>
                <a:latin typeface="Consolas" panose="020B0609020204030204" pitchFamily="49" charset="0"/>
              </a:rPr>
              <a:t>bottomRight</a:t>
            </a:r>
            <a:r>
              <a:rPr lang="en-GB" sz="1100" b="0" dirty="0">
                <a:solidFill>
                  <a:srgbClr val="CCCCCC"/>
                </a:solidFill>
                <a:effectLst/>
                <a:latin typeface="Consolas" panose="020B0609020204030204" pitchFamily="49" charset="0"/>
              </a:rPr>
              <a:t>[</a:t>
            </a:r>
            <a:r>
              <a:rPr lang="en-GB" sz="1100" b="0" dirty="0">
                <a:solidFill>
                  <a:srgbClr val="B5CEA8"/>
                </a:solidFill>
                <a:effectLst/>
                <a:latin typeface="Consolas" panose="020B0609020204030204" pitchFamily="49" charset="0"/>
              </a:rPr>
              <a:t>1</a:t>
            </a:r>
            <a:r>
              <a:rPr lang="en-GB" sz="1100" b="0" dirty="0">
                <a:solidFill>
                  <a:srgbClr val="CCCCCC"/>
                </a:solidFill>
                <a:effectLst/>
                <a:latin typeface="Consolas" panose="020B0609020204030204" pitchFamily="49" charset="0"/>
              </a:rPr>
              <a:t>]) </a:t>
            </a:r>
            <a:r>
              <a:rPr lang="en-GB" sz="1100" b="0" dirty="0">
                <a:solidFill>
                  <a:srgbClr val="D4D4D4"/>
                </a:solidFill>
                <a:effectLst/>
                <a:latin typeface="Consolas" panose="020B0609020204030204" pitchFamily="49" charset="0"/>
              </a:rPr>
              <a:t>/</a:t>
            </a:r>
            <a:r>
              <a:rPr lang="en-GB" sz="1100" b="0" dirty="0">
                <a:solidFill>
                  <a:srgbClr val="CCCCCC"/>
                </a:solidFill>
                <a:effectLst/>
                <a:latin typeface="Consolas" panose="020B0609020204030204" pitchFamily="49" charset="0"/>
              </a:rPr>
              <a:t> </a:t>
            </a:r>
            <a:r>
              <a:rPr lang="en-GB" sz="1100" b="0" dirty="0">
                <a:solidFill>
                  <a:srgbClr val="B5CEA8"/>
                </a:solidFill>
                <a:effectLst/>
                <a:latin typeface="Consolas" panose="020B0609020204030204" pitchFamily="49" charset="0"/>
              </a:rPr>
              <a:t>2.0</a:t>
            </a:r>
            <a:r>
              <a:rPr lang="en-GB" sz="1100" b="0" dirty="0">
                <a:solidFill>
                  <a:srgbClr val="CCCCCC"/>
                </a:solidFill>
                <a:effectLst/>
                <a:latin typeface="Consolas" panose="020B0609020204030204" pitchFamily="49" charset="0"/>
              </a:rPr>
              <a:t>)</a:t>
            </a:r>
          </a:p>
          <a:p>
            <a:pPr marL="0" indent="0">
              <a:lnSpc>
                <a:spcPts val="1425"/>
              </a:lnSpc>
              <a:spcBef>
                <a:spcPts val="0"/>
              </a:spcBef>
              <a:buNone/>
            </a:pPr>
            <a:r>
              <a:rPr lang="en-GB" sz="1100" b="0" dirty="0">
                <a:solidFill>
                  <a:srgbClr val="CCCCCC"/>
                </a:solidFill>
                <a:effectLst/>
                <a:latin typeface="Consolas" panose="020B0609020204030204" pitchFamily="49" charset="0"/>
              </a:rPr>
              <a:t>        </a:t>
            </a:r>
            <a:r>
              <a:rPr lang="en-GB" sz="1100" b="0" dirty="0" err="1">
                <a:solidFill>
                  <a:srgbClr val="4EC9B0"/>
                </a:solidFill>
                <a:effectLst/>
                <a:latin typeface="Consolas" panose="020B0609020204030204" pitchFamily="49" charset="0"/>
              </a:rPr>
              <a:t>cv</a:t>
            </a:r>
            <a:r>
              <a:rPr lang="en-GB" sz="1100" b="0" dirty="0" err="1">
                <a:solidFill>
                  <a:srgbClr val="CCCCCC"/>
                </a:solidFill>
                <a:effectLst/>
                <a:latin typeface="Consolas" panose="020B0609020204030204" pitchFamily="49" charset="0"/>
              </a:rPr>
              <a:t>.circle</a:t>
            </a:r>
            <a:r>
              <a:rPr lang="en-GB" sz="1100" b="0" dirty="0">
                <a:solidFill>
                  <a:srgbClr val="CCCCCC"/>
                </a:solidFill>
                <a:effectLst/>
                <a:latin typeface="Consolas" panose="020B0609020204030204" pitchFamily="49" charset="0"/>
              </a:rPr>
              <a:t>(</a:t>
            </a:r>
            <a:r>
              <a:rPr lang="en-GB" sz="1100" b="0" dirty="0" err="1">
                <a:solidFill>
                  <a:srgbClr val="9CDCFE"/>
                </a:solidFill>
                <a:effectLst/>
                <a:latin typeface="Consolas" panose="020B0609020204030204" pitchFamily="49" charset="0"/>
              </a:rPr>
              <a:t>img</a:t>
            </a:r>
            <a:r>
              <a:rPr lang="en-GB" sz="1100" b="0" dirty="0">
                <a:solidFill>
                  <a:srgbClr val="CCCCCC"/>
                </a:solidFill>
                <a:effectLst/>
                <a:latin typeface="Consolas" panose="020B0609020204030204" pitchFamily="49" charset="0"/>
              </a:rPr>
              <a:t>, (</a:t>
            </a:r>
            <a:r>
              <a:rPr lang="en-GB" sz="1100" b="0" dirty="0" err="1">
                <a:solidFill>
                  <a:srgbClr val="9CDCFE"/>
                </a:solidFill>
                <a:effectLst/>
                <a:latin typeface="Consolas" panose="020B0609020204030204" pitchFamily="49" charset="0"/>
              </a:rPr>
              <a:t>cX</a:t>
            </a:r>
            <a:r>
              <a:rPr lang="en-GB" sz="1100" b="0" dirty="0">
                <a:solidFill>
                  <a:srgbClr val="CCCCCC"/>
                </a:solidFill>
                <a:effectLst/>
                <a:latin typeface="Consolas" panose="020B0609020204030204" pitchFamily="49" charset="0"/>
              </a:rPr>
              <a:t>, </a:t>
            </a:r>
            <a:r>
              <a:rPr lang="en-GB" sz="1100" b="0" dirty="0" err="1">
                <a:solidFill>
                  <a:srgbClr val="9CDCFE"/>
                </a:solidFill>
                <a:effectLst/>
                <a:latin typeface="Consolas" panose="020B0609020204030204" pitchFamily="49" charset="0"/>
              </a:rPr>
              <a:t>cY</a:t>
            </a:r>
            <a:r>
              <a:rPr lang="en-GB" sz="1100" b="0" dirty="0">
                <a:solidFill>
                  <a:srgbClr val="CCCCCC"/>
                </a:solidFill>
                <a:effectLst/>
                <a:latin typeface="Consolas" panose="020B0609020204030204" pitchFamily="49" charset="0"/>
              </a:rPr>
              <a:t>), </a:t>
            </a:r>
            <a:r>
              <a:rPr lang="en-GB" sz="1100" b="0" dirty="0">
                <a:solidFill>
                  <a:srgbClr val="B5CEA8"/>
                </a:solidFill>
                <a:effectLst/>
                <a:latin typeface="Consolas" panose="020B0609020204030204" pitchFamily="49" charset="0"/>
              </a:rPr>
              <a:t>4</a:t>
            </a:r>
            <a:r>
              <a:rPr lang="en-GB" sz="1100" b="0" dirty="0">
                <a:solidFill>
                  <a:srgbClr val="CCCCCC"/>
                </a:solidFill>
                <a:effectLst/>
                <a:latin typeface="Consolas" panose="020B0609020204030204" pitchFamily="49" charset="0"/>
              </a:rPr>
              <a:t>, (</a:t>
            </a:r>
            <a:r>
              <a:rPr lang="en-GB" sz="1100" b="0" dirty="0">
                <a:solidFill>
                  <a:srgbClr val="B5CEA8"/>
                </a:solidFill>
                <a:effectLst/>
                <a:latin typeface="Consolas" panose="020B0609020204030204" pitchFamily="49" charset="0"/>
              </a:rPr>
              <a:t>0</a:t>
            </a:r>
            <a:r>
              <a:rPr lang="en-GB" sz="1100" b="0" dirty="0">
                <a:solidFill>
                  <a:srgbClr val="CCCCCC"/>
                </a:solidFill>
                <a:effectLst/>
                <a:latin typeface="Consolas" panose="020B0609020204030204" pitchFamily="49" charset="0"/>
              </a:rPr>
              <a:t>, </a:t>
            </a:r>
            <a:r>
              <a:rPr lang="en-GB" sz="1100" b="0" dirty="0">
                <a:solidFill>
                  <a:srgbClr val="B5CEA8"/>
                </a:solidFill>
                <a:effectLst/>
                <a:latin typeface="Consolas" panose="020B0609020204030204" pitchFamily="49" charset="0"/>
              </a:rPr>
              <a:t>0</a:t>
            </a:r>
            <a:r>
              <a:rPr lang="en-GB" sz="1100" b="0" dirty="0">
                <a:solidFill>
                  <a:srgbClr val="CCCCCC"/>
                </a:solidFill>
                <a:effectLst/>
                <a:latin typeface="Consolas" panose="020B0609020204030204" pitchFamily="49" charset="0"/>
              </a:rPr>
              <a:t>, </a:t>
            </a:r>
            <a:r>
              <a:rPr lang="en-GB" sz="1100" b="0" dirty="0">
                <a:solidFill>
                  <a:srgbClr val="B5CEA8"/>
                </a:solidFill>
                <a:effectLst/>
                <a:latin typeface="Consolas" panose="020B0609020204030204" pitchFamily="49" charset="0"/>
              </a:rPr>
              <a:t>255</a:t>
            </a:r>
            <a:r>
              <a:rPr lang="en-GB" sz="1100" b="0" dirty="0">
                <a:solidFill>
                  <a:srgbClr val="CCCCCC"/>
                </a:solidFill>
                <a:effectLst/>
                <a:latin typeface="Consolas" panose="020B0609020204030204" pitchFamily="49" charset="0"/>
              </a:rPr>
              <a:t>), </a:t>
            </a:r>
            <a:r>
              <a:rPr lang="en-GB" sz="1100" b="0" dirty="0">
                <a:solidFill>
                  <a:srgbClr val="D4D4D4"/>
                </a:solidFill>
                <a:effectLst/>
                <a:latin typeface="Consolas" panose="020B0609020204030204" pitchFamily="49" charset="0"/>
              </a:rPr>
              <a:t>-</a:t>
            </a:r>
            <a:r>
              <a:rPr lang="en-GB" sz="1100" b="0" dirty="0">
                <a:solidFill>
                  <a:srgbClr val="B5CEA8"/>
                </a:solidFill>
                <a:effectLst/>
                <a:latin typeface="Consolas" panose="020B0609020204030204" pitchFamily="49" charset="0"/>
              </a:rPr>
              <a:t>1</a:t>
            </a:r>
            <a:r>
              <a:rPr lang="en-GB" sz="1100" b="0" dirty="0">
                <a:solidFill>
                  <a:srgbClr val="CCCCCC"/>
                </a:solidFill>
                <a:effectLst/>
                <a:latin typeface="Consolas" panose="020B0609020204030204" pitchFamily="49" charset="0"/>
              </a:rPr>
              <a:t>)</a:t>
            </a:r>
          </a:p>
          <a:p>
            <a:pPr marL="0" indent="0">
              <a:lnSpc>
                <a:spcPts val="1425"/>
              </a:lnSpc>
              <a:spcBef>
                <a:spcPts val="0"/>
              </a:spcBef>
              <a:buNone/>
            </a:pPr>
            <a:r>
              <a:rPr lang="en-GB" sz="1100" b="0" dirty="0">
                <a:solidFill>
                  <a:srgbClr val="CCCCCC"/>
                </a:solidFill>
                <a:effectLst/>
                <a:latin typeface="Consolas" panose="020B0609020204030204" pitchFamily="49" charset="0"/>
              </a:rPr>
              <a:t>        </a:t>
            </a:r>
            <a:r>
              <a:rPr lang="en-GB" sz="1100" b="0" dirty="0">
                <a:solidFill>
                  <a:srgbClr val="6A9955"/>
                </a:solidFill>
                <a:effectLst/>
                <a:latin typeface="Consolas" panose="020B0609020204030204" pitchFamily="49" charset="0"/>
              </a:rPr>
              <a:t># draw the ArUco marker ID on the image</a:t>
            </a:r>
            <a:endParaRPr lang="en-GB" sz="1100" b="0" dirty="0">
              <a:solidFill>
                <a:srgbClr val="CCCCCC"/>
              </a:solidFill>
              <a:effectLst/>
              <a:latin typeface="Consolas" panose="020B0609020204030204" pitchFamily="49" charset="0"/>
            </a:endParaRPr>
          </a:p>
          <a:p>
            <a:pPr marL="0" indent="0">
              <a:lnSpc>
                <a:spcPts val="1425"/>
              </a:lnSpc>
              <a:spcBef>
                <a:spcPts val="0"/>
              </a:spcBef>
              <a:buNone/>
            </a:pPr>
            <a:r>
              <a:rPr lang="en-GB" sz="1100" b="0" dirty="0">
                <a:solidFill>
                  <a:srgbClr val="CCCCCC"/>
                </a:solidFill>
                <a:effectLst/>
                <a:latin typeface="Consolas" panose="020B0609020204030204" pitchFamily="49" charset="0"/>
              </a:rPr>
              <a:t>        </a:t>
            </a:r>
            <a:r>
              <a:rPr lang="en-GB" sz="1100" b="0" dirty="0" err="1">
                <a:solidFill>
                  <a:srgbClr val="4EC9B0"/>
                </a:solidFill>
                <a:effectLst/>
                <a:latin typeface="Consolas" panose="020B0609020204030204" pitchFamily="49" charset="0"/>
              </a:rPr>
              <a:t>cv</a:t>
            </a:r>
            <a:r>
              <a:rPr lang="en-GB" sz="1100" b="0" dirty="0" err="1">
                <a:solidFill>
                  <a:srgbClr val="CCCCCC"/>
                </a:solidFill>
                <a:effectLst/>
                <a:latin typeface="Consolas" panose="020B0609020204030204" pitchFamily="49" charset="0"/>
              </a:rPr>
              <a:t>.putText</a:t>
            </a:r>
            <a:r>
              <a:rPr lang="en-GB" sz="1100" b="0" dirty="0">
                <a:solidFill>
                  <a:srgbClr val="CCCCCC"/>
                </a:solidFill>
                <a:effectLst/>
                <a:latin typeface="Consolas" panose="020B0609020204030204" pitchFamily="49" charset="0"/>
              </a:rPr>
              <a:t>(</a:t>
            </a:r>
            <a:r>
              <a:rPr lang="en-GB" sz="1100" b="0" dirty="0" err="1">
                <a:solidFill>
                  <a:srgbClr val="9CDCFE"/>
                </a:solidFill>
                <a:effectLst/>
                <a:latin typeface="Consolas" panose="020B0609020204030204" pitchFamily="49" charset="0"/>
              </a:rPr>
              <a:t>img</a:t>
            </a:r>
            <a:r>
              <a:rPr lang="en-GB" sz="1100" b="0" dirty="0">
                <a:solidFill>
                  <a:srgbClr val="CCCCCC"/>
                </a:solidFill>
                <a:effectLst/>
                <a:latin typeface="Consolas" panose="020B0609020204030204" pitchFamily="49" charset="0"/>
              </a:rPr>
              <a:t>, </a:t>
            </a:r>
            <a:r>
              <a:rPr lang="en-GB" sz="1100" b="0" dirty="0">
                <a:solidFill>
                  <a:srgbClr val="4EC9B0"/>
                </a:solidFill>
                <a:effectLst/>
                <a:latin typeface="Consolas" panose="020B0609020204030204" pitchFamily="49" charset="0"/>
              </a:rPr>
              <a:t>str</a:t>
            </a:r>
            <a:r>
              <a:rPr lang="en-GB" sz="1100" b="0" dirty="0">
                <a:solidFill>
                  <a:srgbClr val="CCCCCC"/>
                </a:solidFill>
                <a:effectLst/>
                <a:latin typeface="Consolas" panose="020B0609020204030204" pitchFamily="49" charset="0"/>
              </a:rPr>
              <a:t>(</a:t>
            </a:r>
            <a:r>
              <a:rPr lang="en-GB" sz="1100" b="0" dirty="0" err="1">
                <a:solidFill>
                  <a:srgbClr val="9CDCFE"/>
                </a:solidFill>
                <a:effectLst/>
                <a:latin typeface="Consolas" panose="020B0609020204030204" pitchFamily="49" charset="0"/>
              </a:rPr>
              <a:t>markerID</a:t>
            </a:r>
            <a:r>
              <a:rPr lang="en-GB" sz="1100" b="0" dirty="0">
                <a:solidFill>
                  <a:srgbClr val="CCCCCC"/>
                </a:solidFill>
                <a:effectLst/>
                <a:latin typeface="Consolas" panose="020B0609020204030204" pitchFamily="49" charset="0"/>
              </a:rPr>
              <a:t>),</a:t>
            </a:r>
          </a:p>
          <a:p>
            <a:pPr marL="0" indent="0">
              <a:lnSpc>
                <a:spcPts val="1425"/>
              </a:lnSpc>
              <a:spcBef>
                <a:spcPts val="0"/>
              </a:spcBef>
              <a:buNone/>
            </a:pPr>
            <a:r>
              <a:rPr lang="en-GB" sz="1100" b="0" dirty="0">
                <a:solidFill>
                  <a:srgbClr val="CCCCCC"/>
                </a:solidFill>
                <a:effectLst/>
                <a:latin typeface="Consolas" panose="020B0609020204030204" pitchFamily="49" charset="0"/>
              </a:rPr>
              <a:t>            (</a:t>
            </a:r>
            <a:r>
              <a:rPr lang="en-GB" sz="1100" b="0" dirty="0" err="1">
                <a:solidFill>
                  <a:srgbClr val="9CDCFE"/>
                </a:solidFill>
                <a:effectLst/>
                <a:latin typeface="Consolas" panose="020B0609020204030204" pitchFamily="49" charset="0"/>
              </a:rPr>
              <a:t>topLeft</a:t>
            </a:r>
            <a:r>
              <a:rPr lang="en-GB" sz="1100" b="0" dirty="0">
                <a:solidFill>
                  <a:srgbClr val="CCCCCC"/>
                </a:solidFill>
                <a:effectLst/>
                <a:latin typeface="Consolas" panose="020B0609020204030204" pitchFamily="49" charset="0"/>
              </a:rPr>
              <a:t>[</a:t>
            </a:r>
            <a:r>
              <a:rPr lang="en-GB" sz="1100" b="0" dirty="0">
                <a:solidFill>
                  <a:srgbClr val="B5CEA8"/>
                </a:solidFill>
                <a:effectLst/>
                <a:latin typeface="Consolas" panose="020B0609020204030204" pitchFamily="49" charset="0"/>
              </a:rPr>
              <a:t>0</a:t>
            </a:r>
            <a:r>
              <a:rPr lang="en-GB" sz="1100" b="0" dirty="0">
                <a:solidFill>
                  <a:srgbClr val="CCCCCC"/>
                </a:solidFill>
                <a:effectLst/>
                <a:latin typeface="Consolas" panose="020B0609020204030204" pitchFamily="49" charset="0"/>
              </a:rPr>
              <a:t>], </a:t>
            </a:r>
            <a:r>
              <a:rPr lang="en-GB" sz="1100" b="0" dirty="0" err="1">
                <a:solidFill>
                  <a:srgbClr val="9CDCFE"/>
                </a:solidFill>
                <a:effectLst/>
                <a:latin typeface="Consolas" panose="020B0609020204030204" pitchFamily="49" charset="0"/>
              </a:rPr>
              <a:t>topLeft</a:t>
            </a:r>
            <a:r>
              <a:rPr lang="en-GB" sz="1100" b="0" dirty="0">
                <a:solidFill>
                  <a:srgbClr val="CCCCCC"/>
                </a:solidFill>
                <a:effectLst/>
                <a:latin typeface="Consolas" panose="020B0609020204030204" pitchFamily="49" charset="0"/>
              </a:rPr>
              <a:t>[</a:t>
            </a:r>
            <a:r>
              <a:rPr lang="en-GB" sz="1100" b="0" dirty="0">
                <a:solidFill>
                  <a:srgbClr val="B5CEA8"/>
                </a:solidFill>
                <a:effectLst/>
                <a:latin typeface="Consolas" panose="020B0609020204030204" pitchFamily="49" charset="0"/>
              </a:rPr>
              <a:t>1</a:t>
            </a:r>
            <a:r>
              <a:rPr lang="en-GB" sz="1100" b="0" dirty="0">
                <a:solidFill>
                  <a:srgbClr val="CCCCCC"/>
                </a:solidFill>
                <a:effectLst/>
                <a:latin typeface="Consolas" panose="020B0609020204030204" pitchFamily="49" charset="0"/>
              </a:rPr>
              <a:t>] </a:t>
            </a:r>
            <a:r>
              <a:rPr lang="en-GB" sz="1100" b="0" dirty="0">
                <a:solidFill>
                  <a:srgbClr val="D4D4D4"/>
                </a:solidFill>
                <a:effectLst/>
                <a:latin typeface="Consolas" panose="020B0609020204030204" pitchFamily="49" charset="0"/>
              </a:rPr>
              <a:t>-</a:t>
            </a:r>
            <a:r>
              <a:rPr lang="en-GB" sz="1100" b="0" dirty="0">
                <a:solidFill>
                  <a:srgbClr val="CCCCCC"/>
                </a:solidFill>
                <a:effectLst/>
                <a:latin typeface="Consolas" panose="020B0609020204030204" pitchFamily="49" charset="0"/>
              </a:rPr>
              <a:t> </a:t>
            </a:r>
            <a:r>
              <a:rPr lang="en-GB" sz="1100" b="0" dirty="0">
                <a:solidFill>
                  <a:srgbClr val="B5CEA8"/>
                </a:solidFill>
                <a:effectLst/>
                <a:latin typeface="Consolas" panose="020B0609020204030204" pitchFamily="49" charset="0"/>
              </a:rPr>
              <a:t>15</a:t>
            </a:r>
            <a:r>
              <a:rPr lang="en-GB" sz="1100" b="0" dirty="0">
                <a:solidFill>
                  <a:srgbClr val="CCCCCC"/>
                </a:solidFill>
                <a:effectLst/>
                <a:latin typeface="Consolas" panose="020B0609020204030204" pitchFamily="49" charset="0"/>
              </a:rPr>
              <a:t>), </a:t>
            </a:r>
            <a:r>
              <a:rPr lang="en-GB" sz="1100" b="0" dirty="0" err="1">
                <a:solidFill>
                  <a:srgbClr val="4EC9B0"/>
                </a:solidFill>
                <a:effectLst/>
                <a:latin typeface="Consolas" panose="020B0609020204030204" pitchFamily="49" charset="0"/>
              </a:rPr>
              <a:t>cv</a:t>
            </a:r>
            <a:r>
              <a:rPr lang="en-GB" sz="1100" b="0" dirty="0" err="1">
                <a:solidFill>
                  <a:srgbClr val="CCCCCC"/>
                </a:solidFill>
                <a:effectLst/>
                <a:latin typeface="Consolas" panose="020B0609020204030204" pitchFamily="49" charset="0"/>
              </a:rPr>
              <a:t>.FONT_HERSHEY_SIMPLEX</a:t>
            </a:r>
            <a:r>
              <a:rPr lang="en-GB" sz="1100" b="0" dirty="0">
                <a:solidFill>
                  <a:srgbClr val="CCCCCC"/>
                </a:solidFill>
                <a:effectLst/>
                <a:latin typeface="Consolas" panose="020B0609020204030204" pitchFamily="49" charset="0"/>
              </a:rPr>
              <a:t>,</a:t>
            </a:r>
          </a:p>
          <a:p>
            <a:pPr marL="0" indent="0">
              <a:lnSpc>
                <a:spcPts val="1425"/>
              </a:lnSpc>
              <a:spcBef>
                <a:spcPts val="0"/>
              </a:spcBef>
              <a:buNone/>
            </a:pPr>
            <a:r>
              <a:rPr lang="en-GB" sz="1100" b="0" dirty="0">
                <a:solidFill>
                  <a:srgbClr val="CCCCCC"/>
                </a:solidFill>
                <a:effectLst/>
                <a:latin typeface="Consolas" panose="020B0609020204030204" pitchFamily="49" charset="0"/>
              </a:rPr>
              <a:t>            </a:t>
            </a:r>
            <a:r>
              <a:rPr lang="en-GB" sz="1100" b="0" dirty="0">
                <a:solidFill>
                  <a:srgbClr val="B5CEA8"/>
                </a:solidFill>
                <a:effectLst/>
                <a:latin typeface="Consolas" panose="020B0609020204030204" pitchFamily="49" charset="0"/>
              </a:rPr>
              <a:t>0.5</a:t>
            </a:r>
            <a:r>
              <a:rPr lang="en-GB" sz="1100" b="0" dirty="0">
                <a:solidFill>
                  <a:srgbClr val="CCCCCC"/>
                </a:solidFill>
                <a:effectLst/>
                <a:latin typeface="Consolas" panose="020B0609020204030204" pitchFamily="49" charset="0"/>
              </a:rPr>
              <a:t>, (</a:t>
            </a:r>
            <a:r>
              <a:rPr lang="en-GB" sz="1100" b="0" dirty="0">
                <a:solidFill>
                  <a:srgbClr val="B5CEA8"/>
                </a:solidFill>
                <a:effectLst/>
                <a:latin typeface="Consolas" panose="020B0609020204030204" pitchFamily="49" charset="0"/>
              </a:rPr>
              <a:t>0</a:t>
            </a:r>
            <a:r>
              <a:rPr lang="en-GB" sz="1100" b="0" dirty="0">
                <a:solidFill>
                  <a:srgbClr val="CCCCCC"/>
                </a:solidFill>
                <a:effectLst/>
                <a:latin typeface="Consolas" panose="020B0609020204030204" pitchFamily="49" charset="0"/>
              </a:rPr>
              <a:t>, </a:t>
            </a:r>
            <a:r>
              <a:rPr lang="en-GB" sz="1100" b="0" dirty="0">
                <a:solidFill>
                  <a:srgbClr val="B5CEA8"/>
                </a:solidFill>
                <a:effectLst/>
                <a:latin typeface="Consolas" panose="020B0609020204030204" pitchFamily="49" charset="0"/>
              </a:rPr>
              <a:t>255</a:t>
            </a:r>
            <a:r>
              <a:rPr lang="en-GB" sz="1100" b="0" dirty="0">
                <a:solidFill>
                  <a:srgbClr val="CCCCCC"/>
                </a:solidFill>
                <a:effectLst/>
                <a:latin typeface="Consolas" panose="020B0609020204030204" pitchFamily="49" charset="0"/>
              </a:rPr>
              <a:t>, </a:t>
            </a:r>
            <a:r>
              <a:rPr lang="en-GB" sz="1100" b="0" dirty="0">
                <a:solidFill>
                  <a:srgbClr val="B5CEA8"/>
                </a:solidFill>
                <a:effectLst/>
                <a:latin typeface="Consolas" panose="020B0609020204030204" pitchFamily="49" charset="0"/>
              </a:rPr>
              <a:t>0</a:t>
            </a:r>
            <a:r>
              <a:rPr lang="en-GB" sz="1100" b="0" dirty="0">
                <a:solidFill>
                  <a:srgbClr val="CCCCCC"/>
                </a:solidFill>
                <a:effectLst/>
                <a:latin typeface="Consolas" panose="020B0609020204030204" pitchFamily="49" charset="0"/>
              </a:rPr>
              <a:t>), </a:t>
            </a:r>
            <a:r>
              <a:rPr lang="en-GB" sz="1100" b="0" dirty="0">
                <a:solidFill>
                  <a:srgbClr val="B5CEA8"/>
                </a:solidFill>
                <a:effectLst/>
                <a:latin typeface="Consolas" panose="020B0609020204030204" pitchFamily="49" charset="0"/>
              </a:rPr>
              <a:t>2</a:t>
            </a:r>
            <a:r>
              <a:rPr lang="en-GB" sz="1100" b="0" dirty="0">
                <a:solidFill>
                  <a:srgbClr val="CCCCCC"/>
                </a:solidFill>
                <a:effectLst/>
                <a:latin typeface="Consolas" panose="020B0609020204030204" pitchFamily="49" charset="0"/>
              </a:rPr>
              <a:t>)</a:t>
            </a:r>
          </a:p>
          <a:p>
            <a:pPr marL="0" indent="0">
              <a:lnSpc>
                <a:spcPts val="1425"/>
              </a:lnSpc>
              <a:spcBef>
                <a:spcPts val="0"/>
              </a:spcBef>
              <a:buNone/>
            </a:pPr>
            <a:r>
              <a:rPr lang="en-GB" sz="1100" b="0" dirty="0">
                <a:solidFill>
                  <a:srgbClr val="CCCCCC"/>
                </a:solidFill>
                <a:effectLst/>
                <a:latin typeface="Consolas" panose="020B0609020204030204" pitchFamily="49" charset="0"/>
              </a:rPr>
              <a:t>        </a:t>
            </a:r>
            <a:r>
              <a:rPr lang="en-GB" sz="1100" b="0" dirty="0">
                <a:solidFill>
                  <a:srgbClr val="DCDCAA"/>
                </a:solidFill>
                <a:effectLst/>
                <a:latin typeface="Consolas" panose="020B0609020204030204" pitchFamily="49" charset="0"/>
              </a:rPr>
              <a:t>print</a:t>
            </a:r>
            <a:r>
              <a:rPr lang="en-GB" sz="1100" b="0" dirty="0">
                <a:solidFill>
                  <a:srgbClr val="CCCCCC"/>
                </a:solidFill>
                <a:effectLst/>
                <a:latin typeface="Consolas" panose="020B0609020204030204" pitchFamily="49" charset="0"/>
              </a:rPr>
              <a:t>(</a:t>
            </a:r>
            <a:r>
              <a:rPr lang="en-GB" sz="1100" b="0" dirty="0">
                <a:solidFill>
                  <a:srgbClr val="CE9178"/>
                </a:solidFill>
                <a:effectLst/>
                <a:latin typeface="Consolas" panose="020B0609020204030204" pitchFamily="49" charset="0"/>
              </a:rPr>
              <a:t>"[INFO] ArUco marker ID: </a:t>
            </a:r>
            <a:r>
              <a:rPr lang="en-GB" sz="1100" b="0" dirty="0">
                <a:solidFill>
                  <a:srgbClr val="569CD6"/>
                </a:solidFill>
                <a:effectLst/>
                <a:latin typeface="Consolas" panose="020B0609020204030204" pitchFamily="49" charset="0"/>
              </a:rPr>
              <a:t>{}</a:t>
            </a:r>
            <a:r>
              <a:rPr lang="en-GB" sz="1100" b="0" dirty="0">
                <a:solidFill>
                  <a:srgbClr val="CE9178"/>
                </a:solidFill>
                <a:effectLst/>
                <a:latin typeface="Consolas" panose="020B0609020204030204" pitchFamily="49" charset="0"/>
              </a:rPr>
              <a:t>"</a:t>
            </a:r>
            <a:r>
              <a:rPr lang="en-GB" sz="1100" b="0" dirty="0">
                <a:solidFill>
                  <a:srgbClr val="CCCCCC"/>
                </a:solidFill>
                <a:effectLst/>
                <a:latin typeface="Consolas" panose="020B0609020204030204" pitchFamily="49" charset="0"/>
              </a:rPr>
              <a:t>.</a:t>
            </a:r>
            <a:r>
              <a:rPr lang="en-GB" sz="1100" b="0" dirty="0">
                <a:solidFill>
                  <a:srgbClr val="DCDCAA"/>
                </a:solidFill>
                <a:effectLst/>
                <a:latin typeface="Consolas" panose="020B0609020204030204" pitchFamily="49" charset="0"/>
              </a:rPr>
              <a:t>format</a:t>
            </a:r>
            <a:r>
              <a:rPr lang="en-GB" sz="1100" b="0" dirty="0">
                <a:solidFill>
                  <a:srgbClr val="CCCCCC"/>
                </a:solidFill>
                <a:effectLst/>
                <a:latin typeface="Consolas" panose="020B0609020204030204" pitchFamily="49" charset="0"/>
              </a:rPr>
              <a:t>(</a:t>
            </a:r>
            <a:r>
              <a:rPr lang="en-GB" sz="1100" b="0" dirty="0" err="1">
                <a:solidFill>
                  <a:srgbClr val="9CDCFE"/>
                </a:solidFill>
                <a:effectLst/>
                <a:latin typeface="Consolas" panose="020B0609020204030204" pitchFamily="49" charset="0"/>
              </a:rPr>
              <a:t>markerID</a:t>
            </a:r>
            <a:r>
              <a:rPr lang="en-GB" sz="1100" b="0" dirty="0">
                <a:solidFill>
                  <a:srgbClr val="CCCCCC"/>
                </a:solidFill>
                <a:effectLst/>
                <a:latin typeface="Consolas" panose="020B0609020204030204" pitchFamily="49" charset="0"/>
              </a:rPr>
              <a:t>))</a:t>
            </a:r>
          </a:p>
          <a:p>
            <a:pPr marL="0" indent="0">
              <a:lnSpc>
                <a:spcPts val="1425"/>
              </a:lnSpc>
              <a:spcBef>
                <a:spcPts val="0"/>
              </a:spcBef>
              <a:buNone/>
            </a:pPr>
            <a:r>
              <a:rPr lang="en-GB" sz="1100" b="0" dirty="0">
                <a:solidFill>
                  <a:srgbClr val="CCCCCC"/>
                </a:solidFill>
                <a:effectLst/>
                <a:latin typeface="Consolas" panose="020B0609020204030204" pitchFamily="49" charset="0"/>
              </a:rPr>
              <a:t>        </a:t>
            </a:r>
            <a:r>
              <a:rPr lang="en-GB" sz="1100" b="0" dirty="0">
                <a:solidFill>
                  <a:srgbClr val="6A9955"/>
                </a:solidFill>
                <a:effectLst/>
                <a:latin typeface="Consolas" panose="020B0609020204030204" pitchFamily="49" charset="0"/>
              </a:rPr>
              <a:t># show the output image</a:t>
            </a:r>
            <a:endParaRPr lang="en-GB" sz="1100" b="0" dirty="0">
              <a:solidFill>
                <a:srgbClr val="CCCCCC"/>
              </a:solidFill>
              <a:effectLst/>
              <a:latin typeface="Consolas" panose="020B0609020204030204" pitchFamily="49" charset="0"/>
            </a:endParaRPr>
          </a:p>
          <a:p>
            <a:pPr marL="0" indent="0">
              <a:lnSpc>
                <a:spcPts val="1425"/>
              </a:lnSpc>
              <a:spcBef>
                <a:spcPts val="0"/>
              </a:spcBef>
              <a:buNone/>
            </a:pPr>
            <a:r>
              <a:rPr lang="en-GB" sz="1100" b="0" dirty="0">
                <a:solidFill>
                  <a:srgbClr val="CCCCCC"/>
                </a:solidFill>
                <a:effectLst/>
                <a:latin typeface="Consolas" panose="020B0609020204030204" pitchFamily="49" charset="0"/>
              </a:rPr>
              <a:t>        </a:t>
            </a:r>
            <a:r>
              <a:rPr lang="en-GB" sz="1100" b="0" dirty="0" err="1">
                <a:solidFill>
                  <a:srgbClr val="4EC9B0"/>
                </a:solidFill>
                <a:effectLst/>
                <a:latin typeface="Consolas" panose="020B0609020204030204" pitchFamily="49" charset="0"/>
              </a:rPr>
              <a:t>cv</a:t>
            </a:r>
            <a:r>
              <a:rPr lang="en-GB" sz="1100" b="0" dirty="0" err="1">
                <a:solidFill>
                  <a:srgbClr val="CCCCCC"/>
                </a:solidFill>
                <a:effectLst/>
                <a:latin typeface="Consolas" panose="020B0609020204030204" pitchFamily="49" charset="0"/>
              </a:rPr>
              <a:t>.imshow</a:t>
            </a:r>
            <a:r>
              <a:rPr lang="en-GB" sz="1100" b="0" dirty="0">
                <a:solidFill>
                  <a:srgbClr val="CCCCCC"/>
                </a:solidFill>
                <a:effectLst/>
                <a:latin typeface="Consolas" panose="020B0609020204030204" pitchFamily="49" charset="0"/>
              </a:rPr>
              <a:t>(</a:t>
            </a:r>
            <a:r>
              <a:rPr lang="en-GB" sz="1100" b="0" dirty="0">
                <a:solidFill>
                  <a:srgbClr val="CE9178"/>
                </a:solidFill>
                <a:effectLst/>
                <a:latin typeface="Consolas" panose="020B0609020204030204" pitchFamily="49" charset="0"/>
              </a:rPr>
              <a:t>"Image"</a:t>
            </a:r>
            <a:r>
              <a:rPr lang="en-GB" sz="1100" b="0" dirty="0">
                <a:solidFill>
                  <a:srgbClr val="CCCCCC"/>
                </a:solidFill>
                <a:effectLst/>
                <a:latin typeface="Consolas" panose="020B0609020204030204" pitchFamily="49" charset="0"/>
              </a:rPr>
              <a:t>, </a:t>
            </a:r>
            <a:r>
              <a:rPr lang="en-GB" sz="1100" b="0" dirty="0" err="1">
                <a:solidFill>
                  <a:srgbClr val="9CDCFE"/>
                </a:solidFill>
                <a:effectLst/>
                <a:latin typeface="Consolas" panose="020B0609020204030204" pitchFamily="49" charset="0"/>
              </a:rPr>
              <a:t>img</a:t>
            </a:r>
            <a:r>
              <a:rPr lang="en-GB" sz="1100" b="0" dirty="0">
                <a:solidFill>
                  <a:srgbClr val="CCCCCC"/>
                </a:solidFill>
                <a:effectLst/>
                <a:latin typeface="Consolas" panose="020B0609020204030204" pitchFamily="49" charset="0"/>
              </a:rPr>
              <a:t>)</a:t>
            </a:r>
          </a:p>
          <a:p>
            <a:pPr marL="0" indent="0">
              <a:lnSpc>
                <a:spcPts val="1425"/>
              </a:lnSpc>
              <a:spcBef>
                <a:spcPts val="0"/>
              </a:spcBef>
              <a:buNone/>
            </a:pPr>
            <a:r>
              <a:rPr lang="en-GB" sz="1100" b="0" dirty="0">
                <a:solidFill>
                  <a:srgbClr val="CCCCCC"/>
                </a:solidFill>
                <a:effectLst/>
                <a:latin typeface="Consolas" panose="020B0609020204030204" pitchFamily="49" charset="0"/>
              </a:rPr>
              <a:t>        </a:t>
            </a:r>
            <a:r>
              <a:rPr lang="en-GB" sz="1100" b="0" dirty="0" err="1">
                <a:solidFill>
                  <a:srgbClr val="4EC9B0"/>
                </a:solidFill>
                <a:effectLst/>
                <a:latin typeface="Consolas" panose="020B0609020204030204" pitchFamily="49" charset="0"/>
              </a:rPr>
              <a:t>cv</a:t>
            </a:r>
            <a:r>
              <a:rPr lang="en-GB" sz="1100" b="0" dirty="0" err="1">
                <a:solidFill>
                  <a:srgbClr val="CCCCCC"/>
                </a:solidFill>
                <a:effectLst/>
                <a:latin typeface="Consolas" panose="020B0609020204030204" pitchFamily="49" charset="0"/>
              </a:rPr>
              <a:t>.waitKey</a:t>
            </a:r>
            <a:r>
              <a:rPr lang="en-GB" sz="1100" b="0" dirty="0">
                <a:solidFill>
                  <a:srgbClr val="CCCCCC"/>
                </a:solidFill>
                <a:effectLst/>
                <a:latin typeface="Consolas" panose="020B0609020204030204" pitchFamily="49" charset="0"/>
              </a:rPr>
              <a:t>(</a:t>
            </a:r>
            <a:r>
              <a:rPr lang="en-GB" sz="1100" b="0" dirty="0">
                <a:solidFill>
                  <a:srgbClr val="B5CEA8"/>
                </a:solidFill>
                <a:effectLst/>
                <a:latin typeface="Consolas" panose="020B0609020204030204" pitchFamily="49" charset="0"/>
              </a:rPr>
              <a:t>0</a:t>
            </a:r>
            <a:r>
              <a:rPr lang="en-GB" sz="1100" b="0" dirty="0">
                <a:solidFill>
                  <a:srgbClr val="CCCCCC"/>
                </a:solidFill>
                <a:effectLst/>
                <a:latin typeface="Consolas" panose="020B0609020204030204" pitchFamily="49" charset="0"/>
              </a:rPr>
              <a:t>)</a:t>
            </a:r>
          </a:p>
          <a:p>
            <a:pPr marL="0" indent="0">
              <a:lnSpc>
                <a:spcPts val="1425"/>
              </a:lnSpc>
              <a:spcBef>
                <a:spcPts val="0"/>
              </a:spcBef>
              <a:buNone/>
            </a:pPr>
            <a:br>
              <a:rPr lang="en-GB" sz="1100" b="0" dirty="0">
                <a:solidFill>
                  <a:srgbClr val="CCCCCC"/>
                </a:solidFill>
                <a:effectLst/>
                <a:latin typeface="Consolas" panose="020B0609020204030204" pitchFamily="49" charset="0"/>
              </a:rPr>
            </a:br>
            <a:r>
              <a:rPr lang="en-GB" sz="1100" b="0" dirty="0" err="1">
                <a:solidFill>
                  <a:srgbClr val="4EC9B0"/>
                </a:solidFill>
                <a:effectLst/>
                <a:latin typeface="Consolas" panose="020B0609020204030204" pitchFamily="49" charset="0"/>
              </a:rPr>
              <a:t>cv</a:t>
            </a:r>
            <a:r>
              <a:rPr lang="en-GB" sz="1100" b="0" dirty="0" err="1">
                <a:solidFill>
                  <a:srgbClr val="CCCCCC"/>
                </a:solidFill>
                <a:effectLst/>
                <a:latin typeface="Consolas" panose="020B0609020204030204" pitchFamily="49" charset="0"/>
              </a:rPr>
              <a:t>.destroyAllWindows</a:t>
            </a:r>
            <a:r>
              <a:rPr lang="en-GB" sz="1100" b="0" dirty="0">
                <a:solidFill>
                  <a:srgbClr val="CCCCCC"/>
                </a:solidFill>
                <a:effectLst/>
                <a:latin typeface="Consolas" panose="020B0609020204030204" pitchFamily="49" charset="0"/>
              </a:rPr>
              <a:t>()</a:t>
            </a:r>
          </a:p>
          <a:p>
            <a:pPr marL="0" indent="0">
              <a:lnSpc>
                <a:spcPct val="100000"/>
              </a:lnSpc>
              <a:spcBef>
                <a:spcPts val="0"/>
              </a:spcBef>
              <a:buNone/>
            </a:pPr>
            <a:endParaRPr lang="en-GB" sz="1100" b="0" dirty="0">
              <a:solidFill>
                <a:srgbClr val="CCCCCC"/>
              </a:solidFill>
              <a:effectLst/>
              <a:latin typeface="Consolas" panose="020B0609020204030204" pitchFamily="49" charset="0"/>
            </a:endParaRPr>
          </a:p>
        </p:txBody>
      </p:sp>
    </p:spTree>
    <p:extLst>
      <p:ext uri="{BB962C8B-B14F-4D97-AF65-F5344CB8AC3E}">
        <p14:creationId xmlns:p14="http://schemas.microsoft.com/office/powerpoint/2010/main" val="376060902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F3887D-3237-ADF6-A556-53572D148411}"/>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5BB7E9C-44DC-647A-4131-A687F95C76DA}"/>
              </a:ext>
            </a:extLst>
          </p:cNvPr>
          <p:cNvSpPr>
            <a:spLocks noGrp="1"/>
          </p:cNvSpPr>
          <p:nvPr>
            <p:ph sz="half" idx="1"/>
          </p:nvPr>
        </p:nvSpPr>
        <p:spPr/>
        <p:txBody>
          <a:bodyPr>
            <a:normAutofit/>
          </a:bodyPr>
          <a:lstStyle/>
          <a:p>
            <a:pPr>
              <a:lnSpc>
                <a:spcPct val="160000"/>
              </a:lnSpc>
            </a:pPr>
            <a:r>
              <a:rPr lang="en-GB" sz="1600" dirty="0"/>
              <a:t>Run the code by typing</a:t>
            </a:r>
          </a:p>
          <a:p>
            <a:pPr>
              <a:lnSpc>
                <a:spcPct val="160000"/>
              </a:lnSpc>
            </a:pPr>
            <a:endParaRPr lang="en-GB" sz="1600" dirty="0"/>
          </a:p>
          <a:p>
            <a:pPr>
              <a:lnSpc>
                <a:spcPct val="160000"/>
              </a:lnSpc>
            </a:pPr>
            <a:endParaRPr lang="en-GB" sz="1600" dirty="0"/>
          </a:p>
          <a:p>
            <a:pPr>
              <a:lnSpc>
                <a:spcPct val="160000"/>
              </a:lnSpc>
            </a:pPr>
            <a:r>
              <a:rPr lang="en-GB" sz="1600" dirty="0"/>
              <a:t>The following results should be visible.</a:t>
            </a:r>
          </a:p>
        </p:txBody>
      </p:sp>
      <p:pic>
        <p:nvPicPr>
          <p:cNvPr id="6" name="Content Placeholder 5">
            <a:extLst>
              <a:ext uri="{FF2B5EF4-FFF2-40B4-BE49-F238E27FC236}">
                <a16:creationId xmlns:a16="http://schemas.microsoft.com/office/drawing/2014/main" id="{66C38662-F244-128E-32B8-49422C8167F2}"/>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rcRect t="1711" b="1711"/>
          <a:stretch/>
        </p:blipFill>
        <p:spPr>
          <a:xfrm>
            <a:off x="6460434" y="2558480"/>
            <a:ext cx="5102087" cy="2885627"/>
          </a:xfrm>
        </p:spPr>
      </p:pic>
      <p:sp>
        <p:nvSpPr>
          <p:cNvPr id="4" name="Title 3">
            <a:extLst>
              <a:ext uri="{FF2B5EF4-FFF2-40B4-BE49-F238E27FC236}">
                <a16:creationId xmlns:a16="http://schemas.microsoft.com/office/drawing/2014/main" id="{EBD44736-6604-E7DE-D4D5-3272158734EF}"/>
              </a:ext>
            </a:extLst>
          </p:cNvPr>
          <p:cNvSpPr>
            <a:spLocks noGrp="1"/>
          </p:cNvSpPr>
          <p:nvPr>
            <p:ph type="title"/>
          </p:nvPr>
        </p:nvSpPr>
        <p:spPr/>
        <p:txBody>
          <a:bodyPr/>
          <a:lstStyle/>
          <a:p>
            <a:r>
              <a:rPr lang="en-GB" dirty="0"/>
              <a:t>Results</a:t>
            </a:r>
          </a:p>
        </p:txBody>
      </p:sp>
      <p:sp>
        <p:nvSpPr>
          <p:cNvPr id="3" name="Rectangle 2">
            <a:extLst>
              <a:ext uri="{FF2B5EF4-FFF2-40B4-BE49-F238E27FC236}">
                <a16:creationId xmlns:a16="http://schemas.microsoft.com/office/drawing/2014/main" id="{4968809A-9407-C95C-30F0-622277256D22}"/>
              </a:ext>
            </a:extLst>
          </p:cNvPr>
          <p:cNvSpPr/>
          <p:nvPr/>
        </p:nvSpPr>
        <p:spPr>
          <a:xfrm>
            <a:off x="838200" y="2558480"/>
            <a:ext cx="5257800" cy="552591"/>
          </a:xfrm>
          <a:prstGeom prst="rect">
            <a:avLst/>
          </a:prstGeom>
          <a:solidFill>
            <a:schemeClr val="bg1">
              <a:lumMod val="95000"/>
            </a:schemeClr>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r>
              <a:rPr lang="en-GB" sz="1200" dirty="0">
                <a:solidFill>
                  <a:srgbClr val="6C6C6C"/>
                </a:solidFill>
                <a:latin typeface="Consolas" panose="020B0609020204030204" pitchFamily="49" charset="0"/>
              </a:rPr>
              <a:t>python ArucoDetect.py</a:t>
            </a:r>
            <a:br>
              <a:rPr lang="en-GB" sz="1200" dirty="0">
                <a:solidFill>
                  <a:srgbClr val="6C6C6C"/>
                </a:solidFill>
                <a:latin typeface="Consolas" panose="020B0609020204030204" pitchFamily="49" charset="0"/>
              </a:rPr>
            </a:br>
            <a:r>
              <a:rPr lang="en-GB" sz="1200" dirty="0">
                <a:solidFill>
                  <a:srgbClr val="6C6C6C"/>
                </a:solidFill>
                <a:latin typeface="Consolas" panose="020B0609020204030204" pitchFamily="49" charset="0"/>
              </a:rPr>
              <a:t>#In Ubuntu</a:t>
            </a:r>
          </a:p>
          <a:p>
            <a:r>
              <a:rPr lang="en-GB" sz="1200" dirty="0">
                <a:solidFill>
                  <a:srgbClr val="6C6C6C"/>
                </a:solidFill>
                <a:latin typeface="Consolas" panose="020B0609020204030204" pitchFamily="49" charset="0"/>
              </a:rPr>
              <a:t>python3 ArucoDetect.py</a:t>
            </a:r>
          </a:p>
        </p:txBody>
      </p:sp>
    </p:spTree>
    <p:extLst>
      <p:ext uri="{BB962C8B-B14F-4D97-AF65-F5344CB8AC3E}">
        <p14:creationId xmlns:p14="http://schemas.microsoft.com/office/powerpoint/2010/main" val="100989204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3BCA52-737C-A776-9B28-BA3C8512BFAD}"/>
            </a:ext>
          </a:extLst>
        </p:cNvPr>
        <p:cNvGrpSpPr/>
        <p:nvPr/>
      </p:nvGrpSpPr>
      <p:grpSpPr>
        <a:xfrm>
          <a:off x="0" y="0"/>
          <a:ext cx="0" cy="0"/>
          <a:chOff x="0" y="0"/>
          <a:chExt cx="0" cy="0"/>
        </a:xfrm>
      </p:grpSpPr>
      <p:pic>
        <p:nvPicPr>
          <p:cNvPr id="9" name="Content Placeholder 5">
            <a:extLst>
              <a:ext uri="{FF2B5EF4-FFF2-40B4-BE49-F238E27FC236}">
                <a16:creationId xmlns:a16="http://schemas.microsoft.com/office/drawing/2014/main" id="{56226818-E850-DDA3-4F4A-B9A9F3F2DB60}"/>
              </a:ext>
            </a:extLst>
          </p:cNvPr>
          <p:cNvPicPr>
            <a:picLocks noGrp="1" noChangeAspect="1"/>
          </p:cNvPicPr>
          <p:nvPr>
            <p:ph sz="half" idx="2"/>
          </p:nvPr>
        </p:nvPicPr>
        <p:blipFill>
          <a:blip r:embed="rId2"/>
          <a:stretch>
            <a:fillRect/>
          </a:stretch>
        </p:blipFill>
        <p:spPr>
          <a:xfrm>
            <a:off x="6172200" y="1959324"/>
            <a:ext cx="5181600" cy="4083940"/>
          </a:xfrm>
        </p:spPr>
      </p:pic>
      <p:sp>
        <p:nvSpPr>
          <p:cNvPr id="2" name="Content Placeholder 1">
            <a:extLst>
              <a:ext uri="{FF2B5EF4-FFF2-40B4-BE49-F238E27FC236}">
                <a16:creationId xmlns:a16="http://schemas.microsoft.com/office/drawing/2014/main" id="{EFD6E822-79FB-2BF0-A09F-BC04E7175B51}"/>
              </a:ext>
            </a:extLst>
          </p:cNvPr>
          <p:cNvSpPr>
            <a:spLocks noGrp="1"/>
          </p:cNvSpPr>
          <p:nvPr>
            <p:ph sz="half" idx="1"/>
          </p:nvPr>
        </p:nvSpPr>
        <p:spPr/>
        <p:txBody>
          <a:bodyPr>
            <a:normAutofit fontScale="92500" lnSpcReduction="10000"/>
          </a:bodyPr>
          <a:lstStyle/>
          <a:p>
            <a:pPr>
              <a:lnSpc>
                <a:spcPct val="160000"/>
              </a:lnSpc>
            </a:pPr>
            <a:r>
              <a:rPr lang="en-GB" sz="1600" dirty="0"/>
              <a:t>The following code (next slide) is the same as the previous one, just modified to detect </a:t>
            </a:r>
            <a:r>
              <a:rPr lang="en-GB" sz="1600" dirty="0" err="1"/>
              <a:t>ArUcos</a:t>
            </a:r>
            <a:r>
              <a:rPr lang="en-GB" sz="1600" dirty="0"/>
              <a:t> with the camera.</a:t>
            </a:r>
          </a:p>
          <a:p>
            <a:pPr>
              <a:lnSpc>
                <a:spcPct val="160000"/>
              </a:lnSpc>
            </a:pPr>
            <a:r>
              <a:rPr lang="en-GB" sz="1600" dirty="0"/>
              <a:t>Make a new script and change the name to “ArucoDetectvideo.py”</a:t>
            </a:r>
          </a:p>
          <a:p>
            <a:pPr>
              <a:lnSpc>
                <a:spcPct val="160000"/>
              </a:lnSpc>
            </a:pPr>
            <a:r>
              <a:rPr lang="en-GB" sz="1600" dirty="0"/>
              <a:t>Copy the code</a:t>
            </a:r>
          </a:p>
          <a:p>
            <a:pPr>
              <a:lnSpc>
                <a:spcPct val="160000"/>
              </a:lnSpc>
            </a:pPr>
            <a:r>
              <a:rPr lang="en-GB" sz="1600" dirty="0"/>
              <a:t>Run the code by typing</a:t>
            </a:r>
          </a:p>
          <a:p>
            <a:pPr>
              <a:lnSpc>
                <a:spcPct val="160000"/>
              </a:lnSpc>
            </a:pPr>
            <a:endParaRPr lang="en-GB" sz="1600" dirty="0"/>
          </a:p>
          <a:p>
            <a:pPr>
              <a:lnSpc>
                <a:spcPct val="160000"/>
              </a:lnSpc>
            </a:pPr>
            <a:endParaRPr lang="en-GB" sz="1600" dirty="0"/>
          </a:p>
          <a:p>
            <a:pPr>
              <a:lnSpc>
                <a:spcPct val="160000"/>
              </a:lnSpc>
            </a:pPr>
            <a:r>
              <a:rPr lang="en-GB" sz="1600" dirty="0"/>
              <a:t>The following results should be visible.</a:t>
            </a:r>
          </a:p>
        </p:txBody>
      </p:sp>
      <p:sp>
        <p:nvSpPr>
          <p:cNvPr id="4" name="Title 3">
            <a:extLst>
              <a:ext uri="{FF2B5EF4-FFF2-40B4-BE49-F238E27FC236}">
                <a16:creationId xmlns:a16="http://schemas.microsoft.com/office/drawing/2014/main" id="{87CD979B-A726-9CBD-1302-66E3A226ADE8}"/>
              </a:ext>
            </a:extLst>
          </p:cNvPr>
          <p:cNvSpPr>
            <a:spLocks noGrp="1"/>
          </p:cNvSpPr>
          <p:nvPr>
            <p:ph type="title"/>
          </p:nvPr>
        </p:nvSpPr>
        <p:spPr/>
        <p:txBody>
          <a:bodyPr/>
          <a:lstStyle/>
          <a:p>
            <a:r>
              <a:rPr lang="en-GB" dirty="0"/>
              <a:t>Simple ARUCO detection V1.2</a:t>
            </a:r>
          </a:p>
        </p:txBody>
      </p:sp>
      <p:sp>
        <p:nvSpPr>
          <p:cNvPr id="3" name="Rectangle 2">
            <a:extLst>
              <a:ext uri="{FF2B5EF4-FFF2-40B4-BE49-F238E27FC236}">
                <a16:creationId xmlns:a16="http://schemas.microsoft.com/office/drawing/2014/main" id="{B4A54521-8128-ECEA-E0E1-A75CD7159FDB}"/>
              </a:ext>
            </a:extLst>
          </p:cNvPr>
          <p:cNvSpPr/>
          <p:nvPr/>
        </p:nvSpPr>
        <p:spPr>
          <a:xfrm>
            <a:off x="762000" y="4818691"/>
            <a:ext cx="5257800" cy="552591"/>
          </a:xfrm>
          <a:prstGeom prst="rect">
            <a:avLst/>
          </a:prstGeom>
          <a:solidFill>
            <a:schemeClr val="bg1">
              <a:lumMod val="95000"/>
            </a:schemeClr>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r>
              <a:rPr lang="en-GB" sz="1200" dirty="0">
                <a:solidFill>
                  <a:srgbClr val="6C6C6C"/>
                </a:solidFill>
                <a:latin typeface="Consolas" panose="020B0609020204030204" pitchFamily="49" charset="0"/>
              </a:rPr>
              <a:t>python ArucoDetectvideo.py</a:t>
            </a:r>
            <a:br>
              <a:rPr lang="en-GB" sz="1200" dirty="0">
                <a:solidFill>
                  <a:srgbClr val="6C6C6C"/>
                </a:solidFill>
                <a:latin typeface="Consolas" panose="020B0609020204030204" pitchFamily="49" charset="0"/>
              </a:rPr>
            </a:br>
            <a:r>
              <a:rPr lang="en-GB" sz="1200" dirty="0">
                <a:solidFill>
                  <a:srgbClr val="6C6C6C"/>
                </a:solidFill>
                <a:latin typeface="Consolas" panose="020B0609020204030204" pitchFamily="49" charset="0"/>
              </a:rPr>
              <a:t>#In Ubuntu</a:t>
            </a:r>
          </a:p>
          <a:p>
            <a:r>
              <a:rPr lang="en-GB" sz="1200" dirty="0">
                <a:solidFill>
                  <a:srgbClr val="6C6C6C"/>
                </a:solidFill>
                <a:latin typeface="Consolas" panose="020B0609020204030204" pitchFamily="49" charset="0"/>
              </a:rPr>
              <a:t>python3 ArucoDetectvideo.py</a:t>
            </a:r>
          </a:p>
        </p:txBody>
      </p:sp>
    </p:spTree>
    <p:extLst>
      <p:ext uri="{BB962C8B-B14F-4D97-AF65-F5344CB8AC3E}">
        <p14:creationId xmlns:p14="http://schemas.microsoft.com/office/powerpoint/2010/main" val="419945489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0F7A4-C1E7-6F7C-C72C-BDFE66565130}"/>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E9A6E20-039E-CCC0-7DA5-514BDCA89022}"/>
              </a:ext>
            </a:extLst>
          </p:cNvPr>
          <p:cNvSpPr>
            <a:spLocks noGrp="1"/>
          </p:cNvSpPr>
          <p:nvPr>
            <p:ph sz="half" idx="4294967295"/>
          </p:nvPr>
        </p:nvSpPr>
        <p:spPr>
          <a:xfrm>
            <a:off x="0" y="-1"/>
            <a:ext cx="5961529" cy="6858000"/>
          </a:xfrm>
          <a:solidFill>
            <a:schemeClr val="tx2">
              <a:lumMod val="50000"/>
            </a:schemeClr>
          </a:solidFill>
          <a:ln>
            <a:solidFill>
              <a:schemeClr val="bg1"/>
            </a:solidFill>
          </a:ln>
        </p:spPr>
        <p:txBody>
          <a:bodyPr>
            <a:noAutofit/>
          </a:bodyPr>
          <a:lstStyle/>
          <a:p>
            <a:pPr marL="0" indent="0">
              <a:lnSpc>
                <a:spcPct val="100000"/>
              </a:lnSpc>
              <a:spcBef>
                <a:spcPts val="0"/>
              </a:spcBef>
              <a:buNone/>
            </a:pPr>
            <a:r>
              <a:rPr lang="en-GB" sz="1050" b="0" dirty="0">
                <a:solidFill>
                  <a:srgbClr val="C586C0"/>
                </a:solidFill>
                <a:effectLst/>
                <a:latin typeface="Consolas" panose="020B0609020204030204" pitchFamily="49" charset="0"/>
              </a:rPr>
              <a:t>import</a:t>
            </a:r>
            <a:r>
              <a:rPr lang="en-GB" sz="1050" b="0" dirty="0">
                <a:solidFill>
                  <a:srgbClr val="CCCCCC"/>
                </a:solidFill>
                <a:effectLst/>
                <a:latin typeface="Consolas" panose="020B0609020204030204" pitchFamily="49" charset="0"/>
              </a:rPr>
              <a:t> </a:t>
            </a:r>
            <a:r>
              <a:rPr lang="en-GB" sz="1050" b="0" dirty="0">
                <a:solidFill>
                  <a:srgbClr val="4EC9B0"/>
                </a:solidFill>
                <a:effectLst/>
                <a:latin typeface="Consolas" panose="020B0609020204030204" pitchFamily="49" charset="0"/>
              </a:rPr>
              <a:t>cv2</a:t>
            </a:r>
            <a:r>
              <a:rPr lang="en-GB" sz="1050" b="0" dirty="0">
                <a:solidFill>
                  <a:srgbClr val="CCCCCC"/>
                </a:solidFill>
                <a:effectLst/>
                <a:latin typeface="Consolas" panose="020B0609020204030204" pitchFamily="49" charset="0"/>
              </a:rPr>
              <a:t> </a:t>
            </a:r>
            <a:r>
              <a:rPr lang="en-GB" sz="1050" b="0" dirty="0">
                <a:solidFill>
                  <a:srgbClr val="C586C0"/>
                </a:solidFill>
                <a:effectLst/>
                <a:latin typeface="Consolas" panose="020B0609020204030204" pitchFamily="49" charset="0"/>
              </a:rPr>
              <a:t>as</a:t>
            </a:r>
            <a:r>
              <a:rPr lang="en-GB" sz="1050" b="0" dirty="0">
                <a:solidFill>
                  <a:srgbClr val="CCCCCC"/>
                </a:solidFill>
                <a:effectLst/>
                <a:latin typeface="Consolas" panose="020B0609020204030204" pitchFamily="49" charset="0"/>
              </a:rPr>
              <a:t> </a:t>
            </a:r>
            <a:r>
              <a:rPr lang="en-GB" sz="1050" b="0" dirty="0">
                <a:solidFill>
                  <a:srgbClr val="4EC9B0"/>
                </a:solidFill>
                <a:effectLst/>
                <a:latin typeface="Consolas" panose="020B0609020204030204" pitchFamily="49" charset="0"/>
              </a:rPr>
              <a:t>cv</a:t>
            </a:r>
            <a:endParaRPr lang="en-GB" sz="1050" b="0" dirty="0">
              <a:solidFill>
                <a:srgbClr val="CCCCCC"/>
              </a:solidFill>
              <a:effectLst/>
              <a:latin typeface="Consolas" panose="020B0609020204030204" pitchFamily="49" charset="0"/>
            </a:endParaRPr>
          </a:p>
          <a:p>
            <a:pPr marL="0" indent="0">
              <a:lnSpc>
                <a:spcPct val="100000"/>
              </a:lnSpc>
              <a:spcBef>
                <a:spcPts val="0"/>
              </a:spcBef>
              <a:buNone/>
            </a:pPr>
            <a:r>
              <a:rPr lang="en-GB" sz="1050" b="0" dirty="0">
                <a:solidFill>
                  <a:srgbClr val="C586C0"/>
                </a:solidFill>
                <a:effectLst/>
                <a:latin typeface="Consolas" panose="020B0609020204030204" pitchFamily="49" charset="0"/>
              </a:rPr>
              <a:t>from</a:t>
            </a:r>
            <a:r>
              <a:rPr lang="en-GB" sz="1050" b="0" dirty="0">
                <a:solidFill>
                  <a:srgbClr val="CCCCCC"/>
                </a:solidFill>
                <a:effectLst/>
                <a:latin typeface="Consolas" panose="020B0609020204030204" pitchFamily="49" charset="0"/>
              </a:rPr>
              <a:t> </a:t>
            </a:r>
            <a:r>
              <a:rPr lang="en-GB" sz="1050" b="0" dirty="0">
                <a:solidFill>
                  <a:srgbClr val="4EC9B0"/>
                </a:solidFill>
                <a:effectLst/>
                <a:latin typeface="Consolas" panose="020B0609020204030204" pitchFamily="49" charset="0"/>
              </a:rPr>
              <a:t>cv2</a:t>
            </a:r>
            <a:r>
              <a:rPr lang="en-GB" sz="1050" b="0" dirty="0">
                <a:solidFill>
                  <a:srgbClr val="CCCCCC"/>
                </a:solidFill>
                <a:effectLst/>
                <a:latin typeface="Consolas" panose="020B0609020204030204" pitchFamily="49" charset="0"/>
              </a:rPr>
              <a:t> </a:t>
            </a:r>
            <a:r>
              <a:rPr lang="en-GB" sz="1050" b="0" dirty="0">
                <a:solidFill>
                  <a:srgbClr val="C586C0"/>
                </a:solidFill>
                <a:effectLst/>
                <a:latin typeface="Consolas" panose="020B0609020204030204" pitchFamily="49" charset="0"/>
              </a:rPr>
              <a:t>import</a:t>
            </a:r>
            <a:r>
              <a:rPr lang="en-GB" sz="1050" b="0" dirty="0">
                <a:solidFill>
                  <a:srgbClr val="CCCCCC"/>
                </a:solidFill>
                <a:effectLst/>
                <a:latin typeface="Consolas" panose="020B0609020204030204" pitchFamily="49" charset="0"/>
              </a:rPr>
              <a:t> </a:t>
            </a:r>
            <a:r>
              <a:rPr lang="en-GB" sz="1050" b="0" dirty="0" err="1">
                <a:solidFill>
                  <a:srgbClr val="CCCCCC"/>
                </a:solidFill>
                <a:effectLst/>
                <a:latin typeface="Consolas" panose="020B0609020204030204" pitchFamily="49" charset="0"/>
              </a:rPr>
              <a:t>aruco</a:t>
            </a:r>
            <a:endParaRPr lang="en-GB" sz="1050" b="0" dirty="0">
              <a:solidFill>
                <a:srgbClr val="CCCCCC"/>
              </a:solidFill>
              <a:effectLst/>
              <a:latin typeface="Consolas" panose="020B0609020204030204" pitchFamily="49" charset="0"/>
            </a:endParaRPr>
          </a:p>
          <a:p>
            <a:pPr marL="0" indent="0">
              <a:lnSpc>
                <a:spcPct val="100000"/>
              </a:lnSpc>
              <a:spcBef>
                <a:spcPts val="0"/>
              </a:spcBef>
              <a:buNone/>
            </a:pPr>
            <a:br>
              <a:rPr lang="en-GB" sz="1050" b="0" dirty="0">
                <a:solidFill>
                  <a:srgbClr val="CCCCCC"/>
                </a:solidFill>
                <a:effectLst/>
                <a:latin typeface="Consolas" panose="020B0609020204030204" pitchFamily="49" charset="0"/>
              </a:rPr>
            </a:br>
            <a:r>
              <a:rPr lang="en-GB" sz="1050" b="0" dirty="0">
                <a:solidFill>
                  <a:srgbClr val="9CDCFE"/>
                </a:solidFill>
                <a:effectLst/>
                <a:latin typeface="Consolas" panose="020B0609020204030204" pitchFamily="49" charset="0"/>
              </a:rPr>
              <a:t>cam</a:t>
            </a:r>
            <a:r>
              <a:rPr lang="en-GB" sz="1050" b="0" dirty="0">
                <a:solidFill>
                  <a:srgbClr val="CCCCCC"/>
                </a:solidFill>
                <a:effectLst/>
                <a:latin typeface="Consolas" panose="020B0609020204030204" pitchFamily="49" charset="0"/>
              </a:rPr>
              <a:t> </a:t>
            </a:r>
            <a:r>
              <a:rPr lang="en-GB" sz="1050" b="0" dirty="0">
                <a:solidFill>
                  <a:srgbClr val="D4D4D4"/>
                </a:solidFill>
                <a:effectLst/>
                <a:latin typeface="Consolas" panose="020B0609020204030204" pitchFamily="49" charset="0"/>
              </a:rPr>
              <a:t>=</a:t>
            </a:r>
            <a:r>
              <a:rPr lang="en-GB" sz="1050" b="0" dirty="0">
                <a:solidFill>
                  <a:srgbClr val="CCCCCC"/>
                </a:solidFill>
                <a:effectLst/>
                <a:latin typeface="Consolas" panose="020B0609020204030204" pitchFamily="49" charset="0"/>
              </a:rPr>
              <a:t> </a:t>
            </a:r>
            <a:r>
              <a:rPr lang="en-GB" sz="1050" b="0" dirty="0" err="1">
                <a:solidFill>
                  <a:srgbClr val="4EC9B0"/>
                </a:solidFill>
                <a:effectLst/>
                <a:latin typeface="Consolas" panose="020B0609020204030204" pitchFamily="49" charset="0"/>
              </a:rPr>
              <a:t>cv</a:t>
            </a:r>
            <a:r>
              <a:rPr lang="en-GB" sz="1050" b="0" dirty="0" err="1">
                <a:solidFill>
                  <a:srgbClr val="CCCCCC"/>
                </a:solidFill>
                <a:effectLst/>
                <a:latin typeface="Consolas" panose="020B0609020204030204" pitchFamily="49" charset="0"/>
              </a:rPr>
              <a:t>.VideoCapture</a:t>
            </a:r>
            <a:r>
              <a:rPr lang="en-GB" sz="1050" b="0" dirty="0">
                <a:solidFill>
                  <a:srgbClr val="CCCCCC"/>
                </a:solidFill>
                <a:effectLst/>
                <a:latin typeface="Consolas" panose="020B0609020204030204" pitchFamily="49" charset="0"/>
              </a:rPr>
              <a:t>(</a:t>
            </a:r>
            <a:r>
              <a:rPr lang="en-GB" sz="1050" b="0" dirty="0">
                <a:solidFill>
                  <a:srgbClr val="B5CEA8"/>
                </a:solidFill>
                <a:effectLst/>
                <a:latin typeface="Consolas" panose="020B0609020204030204" pitchFamily="49" charset="0"/>
              </a:rPr>
              <a:t>0</a:t>
            </a:r>
            <a:r>
              <a:rPr lang="en-GB" sz="1050" b="0" dirty="0">
                <a:solidFill>
                  <a:srgbClr val="CCCCCC"/>
                </a:solidFill>
                <a:effectLst/>
                <a:latin typeface="Consolas" panose="020B0609020204030204" pitchFamily="49" charset="0"/>
              </a:rPr>
              <a:t>)</a:t>
            </a:r>
          </a:p>
          <a:p>
            <a:pPr marL="0" indent="0">
              <a:lnSpc>
                <a:spcPct val="100000"/>
              </a:lnSpc>
              <a:spcBef>
                <a:spcPts val="0"/>
              </a:spcBef>
              <a:buNone/>
            </a:pPr>
            <a:br>
              <a:rPr lang="en-GB" sz="1050" b="0" dirty="0">
                <a:solidFill>
                  <a:srgbClr val="CCCCCC"/>
                </a:solidFill>
                <a:effectLst/>
                <a:latin typeface="Consolas" panose="020B0609020204030204" pitchFamily="49" charset="0"/>
              </a:rPr>
            </a:br>
            <a:r>
              <a:rPr lang="en-GB" sz="1050" b="0" dirty="0" err="1">
                <a:solidFill>
                  <a:srgbClr val="9CDCFE"/>
                </a:solidFill>
                <a:effectLst/>
                <a:latin typeface="Consolas" panose="020B0609020204030204" pitchFamily="49" charset="0"/>
              </a:rPr>
              <a:t>markerLength</a:t>
            </a:r>
            <a:r>
              <a:rPr lang="en-GB" sz="1050" b="0" dirty="0">
                <a:solidFill>
                  <a:srgbClr val="CCCCCC"/>
                </a:solidFill>
                <a:effectLst/>
                <a:latin typeface="Consolas" panose="020B0609020204030204" pitchFamily="49" charset="0"/>
              </a:rPr>
              <a:t> </a:t>
            </a:r>
            <a:r>
              <a:rPr lang="en-GB" sz="1050" b="0" dirty="0">
                <a:solidFill>
                  <a:srgbClr val="D4D4D4"/>
                </a:solidFill>
                <a:effectLst/>
                <a:latin typeface="Consolas" panose="020B0609020204030204" pitchFamily="49" charset="0"/>
              </a:rPr>
              <a:t>=</a:t>
            </a:r>
            <a:r>
              <a:rPr lang="en-GB" sz="1050" b="0" dirty="0">
                <a:solidFill>
                  <a:srgbClr val="CCCCCC"/>
                </a:solidFill>
                <a:effectLst/>
                <a:latin typeface="Consolas" panose="020B0609020204030204" pitchFamily="49" charset="0"/>
              </a:rPr>
              <a:t> </a:t>
            </a:r>
            <a:r>
              <a:rPr lang="en-GB" sz="1050" b="0" dirty="0">
                <a:solidFill>
                  <a:srgbClr val="B5CEA8"/>
                </a:solidFill>
                <a:effectLst/>
                <a:latin typeface="Consolas" panose="020B0609020204030204" pitchFamily="49" charset="0"/>
              </a:rPr>
              <a:t>0.09</a:t>
            </a:r>
            <a:endParaRPr lang="en-GB" sz="1050" b="0" dirty="0">
              <a:solidFill>
                <a:srgbClr val="CCCCCC"/>
              </a:solidFill>
              <a:effectLst/>
              <a:latin typeface="Consolas" panose="020B0609020204030204" pitchFamily="49" charset="0"/>
            </a:endParaRPr>
          </a:p>
          <a:p>
            <a:pPr marL="0" indent="0">
              <a:lnSpc>
                <a:spcPct val="100000"/>
              </a:lnSpc>
              <a:spcBef>
                <a:spcPts val="0"/>
              </a:spcBef>
              <a:buNone/>
            </a:pPr>
            <a:br>
              <a:rPr lang="en-GB" sz="1050" b="0" dirty="0">
                <a:solidFill>
                  <a:srgbClr val="CCCCCC"/>
                </a:solidFill>
                <a:effectLst/>
                <a:latin typeface="Consolas" panose="020B0609020204030204" pitchFamily="49" charset="0"/>
              </a:rPr>
            </a:br>
            <a:r>
              <a:rPr lang="en-GB" sz="1050" b="0" dirty="0">
                <a:solidFill>
                  <a:srgbClr val="9CDCFE"/>
                </a:solidFill>
                <a:effectLst/>
                <a:latin typeface="Consolas" panose="020B0609020204030204" pitchFamily="49" charset="0"/>
              </a:rPr>
              <a:t>dictionary</a:t>
            </a:r>
            <a:r>
              <a:rPr lang="en-GB" sz="1050" b="0" dirty="0">
                <a:solidFill>
                  <a:srgbClr val="CCCCCC"/>
                </a:solidFill>
                <a:effectLst/>
                <a:latin typeface="Consolas" panose="020B0609020204030204" pitchFamily="49" charset="0"/>
              </a:rPr>
              <a:t> </a:t>
            </a:r>
            <a:r>
              <a:rPr lang="en-GB" sz="1050" b="0" dirty="0">
                <a:solidFill>
                  <a:srgbClr val="D4D4D4"/>
                </a:solidFill>
                <a:effectLst/>
                <a:latin typeface="Consolas" panose="020B0609020204030204" pitchFamily="49" charset="0"/>
              </a:rPr>
              <a:t>=</a:t>
            </a:r>
            <a:r>
              <a:rPr lang="en-GB" sz="1050" b="0" dirty="0">
                <a:solidFill>
                  <a:srgbClr val="CCCCCC"/>
                </a:solidFill>
                <a:effectLst/>
                <a:latin typeface="Consolas" panose="020B0609020204030204" pitchFamily="49" charset="0"/>
              </a:rPr>
              <a:t> </a:t>
            </a:r>
            <a:r>
              <a:rPr lang="en-GB" sz="1050" b="0" dirty="0" err="1">
                <a:solidFill>
                  <a:srgbClr val="4EC9B0"/>
                </a:solidFill>
                <a:effectLst/>
                <a:latin typeface="Consolas" panose="020B0609020204030204" pitchFamily="49" charset="0"/>
              </a:rPr>
              <a:t>cv</a:t>
            </a:r>
            <a:r>
              <a:rPr lang="en-GB" sz="1050" b="0" dirty="0" err="1">
                <a:solidFill>
                  <a:srgbClr val="CCCCCC"/>
                </a:solidFill>
                <a:effectLst/>
                <a:latin typeface="Consolas" panose="020B0609020204030204" pitchFamily="49" charset="0"/>
              </a:rPr>
              <a:t>.aruco.getPredefinedDictionary</a:t>
            </a:r>
            <a:r>
              <a:rPr lang="en-GB" sz="1050" b="0" dirty="0">
                <a:solidFill>
                  <a:srgbClr val="CCCCCC"/>
                </a:solidFill>
                <a:effectLst/>
                <a:latin typeface="Consolas" panose="020B0609020204030204" pitchFamily="49" charset="0"/>
              </a:rPr>
              <a:t>(</a:t>
            </a:r>
            <a:r>
              <a:rPr lang="en-GB" sz="1050" b="0" dirty="0">
                <a:solidFill>
                  <a:srgbClr val="4EC9B0"/>
                </a:solidFill>
                <a:effectLst/>
                <a:latin typeface="Consolas" panose="020B0609020204030204" pitchFamily="49" charset="0"/>
              </a:rPr>
              <a:t>cv</a:t>
            </a:r>
            <a:r>
              <a:rPr lang="en-GB" sz="1050" b="0" dirty="0">
                <a:solidFill>
                  <a:srgbClr val="CCCCCC"/>
                </a:solidFill>
                <a:effectLst/>
                <a:latin typeface="Consolas" panose="020B0609020204030204" pitchFamily="49" charset="0"/>
              </a:rPr>
              <a:t>.aruco.DICT_4X4_50)</a:t>
            </a:r>
          </a:p>
          <a:p>
            <a:pPr marL="0" indent="0">
              <a:lnSpc>
                <a:spcPct val="100000"/>
              </a:lnSpc>
              <a:spcBef>
                <a:spcPts val="0"/>
              </a:spcBef>
              <a:buNone/>
            </a:pPr>
            <a:r>
              <a:rPr lang="en-GB" sz="1050" b="0" dirty="0">
                <a:solidFill>
                  <a:srgbClr val="9CDCFE"/>
                </a:solidFill>
                <a:effectLst/>
                <a:latin typeface="Consolas" panose="020B0609020204030204" pitchFamily="49" charset="0"/>
              </a:rPr>
              <a:t>parameters</a:t>
            </a:r>
            <a:r>
              <a:rPr lang="en-GB" sz="1050" b="0" dirty="0">
                <a:solidFill>
                  <a:srgbClr val="CCCCCC"/>
                </a:solidFill>
                <a:effectLst/>
                <a:latin typeface="Consolas" panose="020B0609020204030204" pitchFamily="49" charset="0"/>
              </a:rPr>
              <a:t> </a:t>
            </a:r>
            <a:r>
              <a:rPr lang="en-GB" sz="1050" b="0" dirty="0">
                <a:solidFill>
                  <a:srgbClr val="D4D4D4"/>
                </a:solidFill>
                <a:effectLst/>
                <a:latin typeface="Consolas" panose="020B0609020204030204" pitchFamily="49" charset="0"/>
              </a:rPr>
              <a:t>=</a:t>
            </a:r>
            <a:r>
              <a:rPr lang="en-GB" sz="1050" b="0" dirty="0">
                <a:solidFill>
                  <a:srgbClr val="CCCCCC"/>
                </a:solidFill>
                <a:effectLst/>
                <a:latin typeface="Consolas" panose="020B0609020204030204" pitchFamily="49" charset="0"/>
              </a:rPr>
              <a:t>  </a:t>
            </a:r>
            <a:r>
              <a:rPr lang="en-GB" sz="1050" b="0" dirty="0" err="1">
                <a:solidFill>
                  <a:srgbClr val="4EC9B0"/>
                </a:solidFill>
                <a:effectLst/>
                <a:latin typeface="Consolas" panose="020B0609020204030204" pitchFamily="49" charset="0"/>
              </a:rPr>
              <a:t>cv</a:t>
            </a:r>
            <a:r>
              <a:rPr lang="en-GB" sz="1050" b="0" dirty="0" err="1">
                <a:solidFill>
                  <a:srgbClr val="CCCCCC"/>
                </a:solidFill>
                <a:effectLst/>
                <a:latin typeface="Consolas" panose="020B0609020204030204" pitchFamily="49" charset="0"/>
              </a:rPr>
              <a:t>.aruco.DetectorParameters</a:t>
            </a:r>
            <a:r>
              <a:rPr lang="en-GB" sz="1050" b="0" dirty="0">
                <a:solidFill>
                  <a:srgbClr val="CCCCCC"/>
                </a:solidFill>
                <a:effectLst/>
                <a:latin typeface="Consolas" panose="020B0609020204030204" pitchFamily="49" charset="0"/>
              </a:rPr>
              <a:t>()</a:t>
            </a:r>
          </a:p>
          <a:p>
            <a:pPr marL="0" indent="0">
              <a:lnSpc>
                <a:spcPct val="100000"/>
              </a:lnSpc>
              <a:spcBef>
                <a:spcPts val="0"/>
              </a:spcBef>
              <a:buNone/>
            </a:pPr>
            <a:r>
              <a:rPr lang="en-GB" sz="1050" b="0" dirty="0">
                <a:solidFill>
                  <a:srgbClr val="9CDCFE"/>
                </a:solidFill>
                <a:effectLst/>
                <a:latin typeface="Consolas" panose="020B0609020204030204" pitchFamily="49" charset="0"/>
              </a:rPr>
              <a:t>detector</a:t>
            </a:r>
            <a:r>
              <a:rPr lang="en-GB" sz="1050" b="0" dirty="0">
                <a:solidFill>
                  <a:srgbClr val="CCCCCC"/>
                </a:solidFill>
                <a:effectLst/>
                <a:latin typeface="Consolas" panose="020B0609020204030204" pitchFamily="49" charset="0"/>
              </a:rPr>
              <a:t> </a:t>
            </a:r>
            <a:r>
              <a:rPr lang="en-GB" sz="1050" b="0" dirty="0">
                <a:solidFill>
                  <a:srgbClr val="D4D4D4"/>
                </a:solidFill>
                <a:effectLst/>
                <a:latin typeface="Consolas" panose="020B0609020204030204" pitchFamily="49" charset="0"/>
              </a:rPr>
              <a:t>=</a:t>
            </a:r>
            <a:r>
              <a:rPr lang="en-GB" sz="1050" b="0" dirty="0">
                <a:solidFill>
                  <a:srgbClr val="CCCCCC"/>
                </a:solidFill>
                <a:effectLst/>
                <a:latin typeface="Consolas" panose="020B0609020204030204" pitchFamily="49" charset="0"/>
              </a:rPr>
              <a:t> </a:t>
            </a:r>
            <a:r>
              <a:rPr lang="en-GB" sz="1050" b="0" dirty="0" err="1">
                <a:solidFill>
                  <a:srgbClr val="4EC9B0"/>
                </a:solidFill>
                <a:effectLst/>
                <a:latin typeface="Consolas" panose="020B0609020204030204" pitchFamily="49" charset="0"/>
              </a:rPr>
              <a:t>cv</a:t>
            </a:r>
            <a:r>
              <a:rPr lang="en-GB" sz="1050" b="0" dirty="0" err="1">
                <a:solidFill>
                  <a:srgbClr val="CCCCCC"/>
                </a:solidFill>
                <a:effectLst/>
                <a:latin typeface="Consolas" panose="020B0609020204030204" pitchFamily="49" charset="0"/>
              </a:rPr>
              <a:t>.aruco.ArucoDetector</a:t>
            </a:r>
            <a:r>
              <a:rPr lang="en-GB" sz="1050" b="0" dirty="0">
                <a:solidFill>
                  <a:srgbClr val="CCCCCC"/>
                </a:solidFill>
                <a:effectLst/>
                <a:latin typeface="Consolas" panose="020B0609020204030204" pitchFamily="49" charset="0"/>
              </a:rPr>
              <a:t>(</a:t>
            </a:r>
            <a:r>
              <a:rPr lang="en-GB" sz="1050" b="0" dirty="0">
                <a:solidFill>
                  <a:srgbClr val="9CDCFE"/>
                </a:solidFill>
                <a:effectLst/>
                <a:latin typeface="Consolas" panose="020B0609020204030204" pitchFamily="49" charset="0"/>
              </a:rPr>
              <a:t>dictionary</a:t>
            </a:r>
            <a:r>
              <a:rPr lang="en-GB" sz="1050" b="0" dirty="0">
                <a:solidFill>
                  <a:srgbClr val="CCCCCC"/>
                </a:solidFill>
                <a:effectLst/>
                <a:latin typeface="Consolas" panose="020B0609020204030204" pitchFamily="49" charset="0"/>
              </a:rPr>
              <a:t>, </a:t>
            </a:r>
            <a:r>
              <a:rPr lang="en-GB" sz="1050" b="0" dirty="0">
                <a:solidFill>
                  <a:srgbClr val="9CDCFE"/>
                </a:solidFill>
                <a:effectLst/>
                <a:latin typeface="Consolas" panose="020B0609020204030204" pitchFamily="49" charset="0"/>
              </a:rPr>
              <a:t>parameters</a:t>
            </a:r>
            <a:r>
              <a:rPr lang="en-GB" sz="1050" b="0" dirty="0">
                <a:solidFill>
                  <a:srgbClr val="CCCCCC"/>
                </a:solidFill>
                <a:effectLst/>
                <a:latin typeface="Consolas" panose="020B0609020204030204" pitchFamily="49" charset="0"/>
              </a:rPr>
              <a:t>)</a:t>
            </a:r>
          </a:p>
          <a:p>
            <a:pPr marL="0" indent="0">
              <a:lnSpc>
                <a:spcPct val="100000"/>
              </a:lnSpc>
              <a:spcBef>
                <a:spcPts val="0"/>
              </a:spcBef>
              <a:buNone/>
            </a:pPr>
            <a:br>
              <a:rPr lang="en-GB" sz="1050" b="0" dirty="0">
                <a:solidFill>
                  <a:srgbClr val="CCCCCC"/>
                </a:solidFill>
                <a:effectLst/>
                <a:latin typeface="Consolas" panose="020B0609020204030204" pitchFamily="49" charset="0"/>
              </a:rPr>
            </a:br>
            <a:r>
              <a:rPr lang="en-GB" sz="1050" b="0" dirty="0">
                <a:solidFill>
                  <a:srgbClr val="C586C0"/>
                </a:solidFill>
                <a:effectLst/>
                <a:latin typeface="Consolas" panose="020B0609020204030204" pitchFamily="49" charset="0"/>
              </a:rPr>
              <a:t>while</a:t>
            </a:r>
            <a:r>
              <a:rPr lang="en-GB" sz="1050" b="0" dirty="0">
                <a:solidFill>
                  <a:srgbClr val="CCCCCC"/>
                </a:solidFill>
                <a:effectLst/>
                <a:latin typeface="Consolas" panose="020B0609020204030204" pitchFamily="49" charset="0"/>
              </a:rPr>
              <a:t> </a:t>
            </a:r>
            <a:r>
              <a:rPr lang="en-GB" sz="1050" b="0" dirty="0">
                <a:solidFill>
                  <a:srgbClr val="569CD6"/>
                </a:solidFill>
                <a:effectLst/>
                <a:latin typeface="Consolas" panose="020B0609020204030204" pitchFamily="49" charset="0"/>
              </a:rPr>
              <a:t>True</a:t>
            </a:r>
            <a:r>
              <a:rPr lang="en-GB" sz="1050" b="0" dirty="0">
                <a:solidFill>
                  <a:srgbClr val="CCCCCC"/>
                </a:solidFill>
                <a:effectLst/>
                <a:latin typeface="Consolas" panose="020B0609020204030204" pitchFamily="49" charset="0"/>
              </a:rPr>
              <a:t>:</a:t>
            </a:r>
          </a:p>
          <a:p>
            <a:pPr marL="0" indent="0">
              <a:lnSpc>
                <a:spcPct val="100000"/>
              </a:lnSpc>
              <a:spcBef>
                <a:spcPts val="0"/>
              </a:spcBef>
              <a:buNone/>
            </a:pPr>
            <a:br>
              <a:rPr lang="en-GB" sz="1050" b="0" dirty="0">
                <a:solidFill>
                  <a:srgbClr val="CCCCCC"/>
                </a:solidFill>
                <a:effectLst/>
                <a:latin typeface="Consolas" panose="020B0609020204030204" pitchFamily="49" charset="0"/>
              </a:rPr>
            </a:br>
            <a:r>
              <a:rPr lang="en-GB" sz="1050" b="0" dirty="0">
                <a:solidFill>
                  <a:srgbClr val="CCCCCC"/>
                </a:solidFill>
                <a:effectLst/>
                <a:latin typeface="Consolas" panose="020B0609020204030204" pitchFamily="49" charset="0"/>
              </a:rPr>
              <a:t>    </a:t>
            </a:r>
            <a:r>
              <a:rPr lang="en-GB" sz="1050" b="0" dirty="0">
                <a:solidFill>
                  <a:srgbClr val="9CDCFE"/>
                </a:solidFill>
                <a:effectLst/>
                <a:latin typeface="Consolas" panose="020B0609020204030204" pitchFamily="49" charset="0"/>
              </a:rPr>
              <a:t>ret</a:t>
            </a:r>
            <a:r>
              <a:rPr lang="en-GB" sz="1050" b="0" dirty="0">
                <a:solidFill>
                  <a:srgbClr val="CCCCCC"/>
                </a:solidFill>
                <a:effectLst/>
                <a:latin typeface="Consolas" panose="020B0609020204030204" pitchFamily="49" charset="0"/>
              </a:rPr>
              <a:t>, </a:t>
            </a:r>
            <a:r>
              <a:rPr lang="en-GB" sz="1050" b="0" dirty="0" err="1">
                <a:solidFill>
                  <a:srgbClr val="9CDCFE"/>
                </a:solidFill>
                <a:effectLst/>
                <a:latin typeface="Consolas" panose="020B0609020204030204" pitchFamily="49" charset="0"/>
              </a:rPr>
              <a:t>img</a:t>
            </a:r>
            <a:r>
              <a:rPr lang="en-GB" sz="1050" b="0" dirty="0">
                <a:solidFill>
                  <a:srgbClr val="CCCCCC"/>
                </a:solidFill>
                <a:effectLst/>
                <a:latin typeface="Consolas" panose="020B0609020204030204" pitchFamily="49" charset="0"/>
              </a:rPr>
              <a:t> </a:t>
            </a:r>
            <a:r>
              <a:rPr lang="en-GB" sz="1050" b="0" dirty="0">
                <a:solidFill>
                  <a:srgbClr val="D4D4D4"/>
                </a:solidFill>
                <a:effectLst/>
                <a:latin typeface="Consolas" panose="020B0609020204030204" pitchFamily="49" charset="0"/>
              </a:rPr>
              <a:t>=</a:t>
            </a:r>
            <a:r>
              <a:rPr lang="en-GB" sz="1050" b="0" dirty="0">
                <a:solidFill>
                  <a:srgbClr val="CCCCCC"/>
                </a:solidFill>
                <a:effectLst/>
                <a:latin typeface="Consolas" panose="020B0609020204030204" pitchFamily="49" charset="0"/>
              </a:rPr>
              <a:t> </a:t>
            </a:r>
            <a:r>
              <a:rPr lang="en-GB" sz="1050" b="0" dirty="0" err="1">
                <a:solidFill>
                  <a:srgbClr val="9CDCFE"/>
                </a:solidFill>
                <a:effectLst/>
                <a:latin typeface="Consolas" panose="020B0609020204030204" pitchFamily="49" charset="0"/>
              </a:rPr>
              <a:t>cam</a:t>
            </a:r>
            <a:r>
              <a:rPr lang="en-GB" sz="1050" b="0" dirty="0" err="1">
                <a:solidFill>
                  <a:srgbClr val="CCCCCC"/>
                </a:solidFill>
                <a:effectLst/>
                <a:latin typeface="Consolas" panose="020B0609020204030204" pitchFamily="49" charset="0"/>
              </a:rPr>
              <a:t>.read</a:t>
            </a:r>
            <a:r>
              <a:rPr lang="en-GB" sz="1050" b="0" dirty="0">
                <a:solidFill>
                  <a:srgbClr val="CCCCCC"/>
                </a:solidFill>
                <a:effectLst/>
                <a:latin typeface="Consolas" panose="020B0609020204030204" pitchFamily="49" charset="0"/>
              </a:rPr>
              <a:t>()</a:t>
            </a:r>
          </a:p>
          <a:p>
            <a:pPr marL="0" indent="0">
              <a:lnSpc>
                <a:spcPct val="100000"/>
              </a:lnSpc>
              <a:spcBef>
                <a:spcPts val="0"/>
              </a:spcBef>
              <a:buNone/>
            </a:pPr>
            <a:r>
              <a:rPr lang="en-GB" sz="1050" b="0" dirty="0">
                <a:solidFill>
                  <a:srgbClr val="CCCCCC"/>
                </a:solidFill>
                <a:effectLst/>
                <a:latin typeface="Consolas" panose="020B0609020204030204" pitchFamily="49" charset="0"/>
              </a:rPr>
              <a:t>    </a:t>
            </a:r>
            <a:r>
              <a:rPr lang="en-GB" sz="1050" b="0" dirty="0">
                <a:solidFill>
                  <a:srgbClr val="C586C0"/>
                </a:solidFill>
                <a:effectLst/>
                <a:latin typeface="Consolas" panose="020B0609020204030204" pitchFamily="49" charset="0"/>
              </a:rPr>
              <a:t>if</a:t>
            </a:r>
            <a:r>
              <a:rPr lang="en-GB" sz="1050" b="0" dirty="0">
                <a:solidFill>
                  <a:srgbClr val="CCCCCC"/>
                </a:solidFill>
                <a:effectLst/>
                <a:latin typeface="Consolas" panose="020B0609020204030204" pitchFamily="49" charset="0"/>
              </a:rPr>
              <a:t> </a:t>
            </a:r>
            <a:r>
              <a:rPr lang="en-GB" sz="1050" b="0" dirty="0">
                <a:solidFill>
                  <a:srgbClr val="569CD6"/>
                </a:solidFill>
                <a:effectLst/>
                <a:latin typeface="Consolas" panose="020B0609020204030204" pitchFamily="49" charset="0"/>
              </a:rPr>
              <a:t>not</a:t>
            </a:r>
            <a:r>
              <a:rPr lang="en-GB" sz="1050" b="0" dirty="0">
                <a:solidFill>
                  <a:srgbClr val="CCCCCC"/>
                </a:solidFill>
                <a:effectLst/>
                <a:latin typeface="Consolas" panose="020B0609020204030204" pitchFamily="49" charset="0"/>
              </a:rPr>
              <a:t> </a:t>
            </a:r>
            <a:r>
              <a:rPr lang="en-GB" sz="1050" b="0" dirty="0">
                <a:solidFill>
                  <a:srgbClr val="9CDCFE"/>
                </a:solidFill>
                <a:effectLst/>
                <a:latin typeface="Consolas" panose="020B0609020204030204" pitchFamily="49" charset="0"/>
              </a:rPr>
              <a:t>ret</a:t>
            </a:r>
            <a:r>
              <a:rPr lang="en-GB" sz="1050" b="0" dirty="0">
                <a:solidFill>
                  <a:srgbClr val="CCCCCC"/>
                </a:solidFill>
                <a:effectLst/>
                <a:latin typeface="Consolas" panose="020B0609020204030204" pitchFamily="49" charset="0"/>
              </a:rPr>
              <a:t>:</a:t>
            </a:r>
          </a:p>
          <a:p>
            <a:pPr marL="0" indent="0">
              <a:lnSpc>
                <a:spcPct val="100000"/>
              </a:lnSpc>
              <a:spcBef>
                <a:spcPts val="0"/>
              </a:spcBef>
              <a:buNone/>
            </a:pPr>
            <a:r>
              <a:rPr lang="en-GB" sz="1050" b="0" dirty="0">
                <a:solidFill>
                  <a:srgbClr val="CCCCCC"/>
                </a:solidFill>
                <a:effectLst/>
                <a:latin typeface="Consolas" panose="020B0609020204030204" pitchFamily="49" charset="0"/>
              </a:rPr>
              <a:t>        </a:t>
            </a:r>
            <a:r>
              <a:rPr lang="en-GB" sz="1050" b="0" dirty="0">
                <a:solidFill>
                  <a:srgbClr val="DCDCAA"/>
                </a:solidFill>
                <a:effectLst/>
                <a:latin typeface="Consolas" panose="020B0609020204030204" pitchFamily="49" charset="0"/>
              </a:rPr>
              <a:t>print</a:t>
            </a:r>
            <a:r>
              <a:rPr lang="en-GB" sz="1050" b="0" dirty="0">
                <a:solidFill>
                  <a:srgbClr val="CCCCCC"/>
                </a:solidFill>
                <a:effectLst/>
                <a:latin typeface="Consolas" panose="020B0609020204030204" pitchFamily="49" charset="0"/>
              </a:rPr>
              <a:t>(</a:t>
            </a:r>
            <a:r>
              <a:rPr lang="en-GB" sz="1050" b="0" dirty="0">
                <a:solidFill>
                  <a:srgbClr val="CE9178"/>
                </a:solidFill>
                <a:effectLst/>
                <a:latin typeface="Consolas" panose="020B0609020204030204" pitchFamily="49" charset="0"/>
              </a:rPr>
              <a:t>"failed to grab frame"</a:t>
            </a:r>
            <a:r>
              <a:rPr lang="en-GB" sz="1050" b="0" dirty="0">
                <a:solidFill>
                  <a:srgbClr val="CCCCCC"/>
                </a:solidFill>
                <a:effectLst/>
                <a:latin typeface="Consolas" panose="020B0609020204030204" pitchFamily="49" charset="0"/>
              </a:rPr>
              <a:t>)</a:t>
            </a:r>
          </a:p>
          <a:p>
            <a:pPr marL="0" indent="0">
              <a:lnSpc>
                <a:spcPct val="100000"/>
              </a:lnSpc>
              <a:spcBef>
                <a:spcPts val="0"/>
              </a:spcBef>
              <a:buNone/>
            </a:pPr>
            <a:r>
              <a:rPr lang="en-GB" sz="1050" b="0" dirty="0">
                <a:solidFill>
                  <a:srgbClr val="CCCCCC"/>
                </a:solidFill>
                <a:effectLst/>
                <a:latin typeface="Consolas" panose="020B0609020204030204" pitchFamily="49" charset="0"/>
              </a:rPr>
              <a:t>        </a:t>
            </a:r>
            <a:r>
              <a:rPr lang="en-GB" sz="1050" b="0" dirty="0">
                <a:solidFill>
                  <a:srgbClr val="C586C0"/>
                </a:solidFill>
                <a:effectLst/>
                <a:latin typeface="Consolas" panose="020B0609020204030204" pitchFamily="49" charset="0"/>
              </a:rPr>
              <a:t>break</a:t>
            </a:r>
            <a:endParaRPr lang="en-GB" sz="1050" b="0" dirty="0">
              <a:solidFill>
                <a:srgbClr val="CCCCCC"/>
              </a:solidFill>
              <a:effectLst/>
              <a:latin typeface="Consolas" panose="020B0609020204030204" pitchFamily="49" charset="0"/>
            </a:endParaRPr>
          </a:p>
          <a:p>
            <a:pPr marL="0" indent="0">
              <a:lnSpc>
                <a:spcPct val="100000"/>
              </a:lnSpc>
              <a:spcBef>
                <a:spcPts val="0"/>
              </a:spcBef>
              <a:buNone/>
            </a:pPr>
            <a:br>
              <a:rPr lang="en-GB" sz="1050" b="0" dirty="0">
                <a:solidFill>
                  <a:srgbClr val="CCCCCC"/>
                </a:solidFill>
                <a:effectLst/>
                <a:latin typeface="Consolas" panose="020B0609020204030204" pitchFamily="49" charset="0"/>
              </a:rPr>
            </a:br>
            <a:r>
              <a:rPr lang="en-GB" sz="1050" b="0" dirty="0">
                <a:solidFill>
                  <a:srgbClr val="CCCCCC"/>
                </a:solidFill>
                <a:effectLst/>
                <a:latin typeface="Consolas" panose="020B0609020204030204" pitchFamily="49" charset="0"/>
              </a:rPr>
              <a:t>    </a:t>
            </a:r>
            <a:r>
              <a:rPr lang="en-GB" sz="1050" b="0" dirty="0" err="1">
                <a:solidFill>
                  <a:srgbClr val="9CDCFE"/>
                </a:solidFill>
                <a:effectLst/>
                <a:latin typeface="Consolas" panose="020B0609020204030204" pitchFamily="49" charset="0"/>
              </a:rPr>
              <a:t>markerCorners</a:t>
            </a:r>
            <a:r>
              <a:rPr lang="en-GB" sz="1050" b="0" dirty="0">
                <a:solidFill>
                  <a:srgbClr val="CCCCCC"/>
                </a:solidFill>
                <a:effectLst/>
                <a:latin typeface="Consolas" panose="020B0609020204030204" pitchFamily="49" charset="0"/>
              </a:rPr>
              <a:t>, </a:t>
            </a:r>
            <a:r>
              <a:rPr lang="en-GB" sz="1050" b="0" dirty="0" err="1">
                <a:solidFill>
                  <a:srgbClr val="9CDCFE"/>
                </a:solidFill>
                <a:effectLst/>
                <a:latin typeface="Consolas" panose="020B0609020204030204" pitchFamily="49" charset="0"/>
              </a:rPr>
              <a:t>markerIds</a:t>
            </a:r>
            <a:r>
              <a:rPr lang="en-GB" sz="1050" b="0" dirty="0">
                <a:solidFill>
                  <a:srgbClr val="CCCCCC"/>
                </a:solidFill>
                <a:effectLst/>
                <a:latin typeface="Consolas" panose="020B0609020204030204" pitchFamily="49" charset="0"/>
              </a:rPr>
              <a:t>, </a:t>
            </a:r>
            <a:r>
              <a:rPr lang="en-GB" sz="1050" b="0" dirty="0" err="1">
                <a:solidFill>
                  <a:srgbClr val="9CDCFE"/>
                </a:solidFill>
                <a:effectLst/>
                <a:latin typeface="Consolas" panose="020B0609020204030204" pitchFamily="49" charset="0"/>
              </a:rPr>
              <a:t>rejectedCandidates</a:t>
            </a:r>
            <a:r>
              <a:rPr lang="en-GB" sz="1050" b="0" dirty="0">
                <a:solidFill>
                  <a:srgbClr val="CCCCCC"/>
                </a:solidFill>
                <a:effectLst/>
                <a:latin typeface="Consolas" panose="020B0609020204030204" pitchFamily="49" charset="0"/>
              </a:rPr>
              <a:t> </a:t>
            </a:r>
            <a:r>
              <a:rPr lang="en-GB" sz="1050" b="0" dirty="0">
                <a:solidFill>
                  <a:srgbClr val="D4D4D4"/>
                </a:solidFill>
                <a:effectLst/>
                <a:latin typeface="Consolas" panose="020B0609020204030204" pitchFamily="49" charset="0"/>
              </a:rPr>
              <a:t>=</a:t>
            </a:r>
            <a:r>
              <a:rPr lang="en-GB" sz="1050" b="0" dirty="0">
                <a:solidFill>
                  <a:srgbClr val="CCCCCC"/>
                </a:solidFill>
                <a:effectLst/>
                <a:latin typeface="Consolas" panose="020B0609020204030204" pitchFamily="49" charset="0"/>
              </a:rPr>
              <a:t> </a:t>
            </a:r>
            <a:r>
              <a:rPr lang="en-GB" sz="1050" b="0" dirty="0" err="1">
                <a:solidFill>
                  <a:srgbClr val="9CDCFE"/>
                </a:solidFill>
                <a:effectLst/>
                <a:latin typeface="Consolas" panose="020B0609020204030204" pitchFamily="49" charset="0"/>
              </a:rPr>
              <a:t>detector</a:t>
            </a:r>
            <a:r>
              <a:rPr lang="en-GB" sz="1050" b="0" dirty="0" err="1">
                <a:solidFill>
                  <a:srgbClr val="CCCCCC"/>
                </a:solidFill>
                <a:effectLst/>
                <a:latin typeface="Consolas" panose="020B0609020204030204" pitchFamily="49" charset="0"/>
              </a:rPr>
              <a:t>.detectMarkers</a:t>
            </a:r>
            <a:r>
              <a:rPr lang="en-GB" sz="1050" b="0" dirty="0">
                <a:solidFill>
                  <a:srgbClr val="CCCCCC"/>
                </a:solidFill>
                <a:effectLst/>
                <a:latin typeface="Consolas" panose="020B0609020204030204" pitchFamily="49" charset="0"/>
              </a:rPr>
              <a:t>(</a:t>
            </a:r>
            <a:r>
              <a:rPr lang="en-GB" sz="1050" b="0" dirty="0" err="1">
                <a:solidFill>
                  <a:srgbClr val="9CDCFE"/>
                </a:solidFill>
                <a:effectLst/>
                <a:latin typeface="Consolas" panose="020B0609020204030204" pitchFamily="49" charset="0"/>
              </a:rPr>
              <a:t>img</a:t>
            </a:r>
            <a:r>
              <a:rPr lang="en-GB" sz="1050" b="0" dirty="0">
                <a:solidFill>
                  <a:srgbClr val="CCCCCC"/>
                </a:solidFill>
                <a:effectLst/>
                <a:latin typeface="Consolas" panose="020B0609020204030204" pitchFamily="49" charset="0"/>
              </a:rPr>
              <a:t>)</a:t>
            </a:r>
          </a:p>
          <a:p>
            <a:pPr marL="0" indent="0">
              <a:lnSpc>
                <a:spcPct val="100000"/>
              </a:lnSpc>
              <a:spcBef>
                <a:spcPts val="0"/>
              </a:spcBef>
              <a:buNone/>
            </a:pPr>
            <a:br>
              <a:rPr lang="en-GB" sz="1050" b="0" dirty="0">
                <a:solidFill>
                  <a:srgbClr val="CCCCCC"/>
                </a:solidFill>
                <a:effectLst/>
                <a:latin typeface="Consolas" panose="020B0609020204030204" pitchFamily="49" charset="0"/>
              </a:rPr>
            </a:br>
            <a:r>
              <a:rPr lang="en-GB" sz="1050" b="0" dirty="0">
                <a:solidFill>
                  <a:srgbClr val="CCCCCC"/>
                </a:solidFill>
                <a:effectLst/>
                <a:latin typeface="Consolas" panose="020B0609020204030204" pitchFamily="49" charset="0"/>
              </a:rPr>
              <a:t>    </a:t>
            </a:r>
            <a:r>
              <a:rPr lang="en-GB" sz="1050" b="0" dirty="0">
                <a:solidFill>
                  <a:srgbClr val="6A9955"/>
                </a:solidFill>
                <a:effectLst/>
                <a:latin typeface="Consolas" panose="020B0609020204030204" pitchFamily="49" charset="0"/>
              </a:rPr>
              <a:t># verify *at least* one ArUco marker was detected</a:t>
            </a:r>
            <a:endParaRPr lang="en-GB" sz="1050" b="0" dirty="0">
              <a:solidFill>
                <a:srgbClr val="CCCCCC"/>
              </a:solidFill>
              <a:effectLst/>
              <a:latin typeface="Consolas" panose="020B0609020204030204" pitchFamily="49" charset="0"/>
            </a:endParaRPr>
          </a:p>
          <a:p>
            <a:pPr marL="0" indent="0">
              <a:lnSpc>
                <a:spcPct val="100000"/>
              </a:lnSpc>
              <a:spcBef>
                <a:spcPts val="0"/>
              </a:spcBef>
              <a:buNone/>
            </a:pPr>
            <a:r>
              <a:rPr lang="en-GB" sz="1050" b="0" dirty="0">
                <a:solidFill>
                  <a:srgbClr val="CCCCCC"/>
                </a:solidFill>
                <a:effectLst/>
                <a:latin typeface="Consolas" panose="020B0609020204030204" pitchFamily="49" charset="0"/>
              </a:rPr>
              <a:t>    </a:t>
            </a:r>
            <a:r>
              <a:rPr lang="en-GB" sz="1050" b="0" dirty="0">
                <a:solidFill>
                  <a:srgbClr val="C586C0"/>
                </a:solidFill>
                <a:effectLst/>
                <a:latin typeface="Consolas" panose="020B0609020204030204" pitchFamily="49" charset="0"/>
              </a:rPr>
              <a:t>if</a:t>
            </a:r>
            <a:r>
              <a:rPr lang="en-GB" sz="1050" b="0" dirty="0">
                <a:solidFill>
                  <a:srgbClr val="CCCCCC"/>
                </a:solidFill>
                <a:effectLst/>
                <a:latin typeface="Consolas" panose="020B0609020204030204" pitchFamily="49" charset="0"/>
              </a:rPr>
              <a:t> </a:t>
            </a:r>
            <a:r>
              <a:rPr lang="en-GB" sz="1050" b="0" dirty="0" err="1">
                <a:solidFill>
                  <a:srgbClr val="DCDCAA"/>
                </a:solidFill>
                <a:effectLst/>
                <a:latin typeface="Consolas" panose="020B0609020204030204" pitchFamily="49" charset="0"/>
              </a:rPr>
              <a:t>len</a:t>
            </a:r>
            <a:r>
              <a:rPr lang="en-GB" sz="1050" b="0" dirty="0">
                <a:solidFill>
                  <a:srgbClr val="CCCCCC"/>
                </a:solidFill>
                <a:effectLst/>
                <a:latin typeface="Consolas" panose="020B0609020204030204" pitchFamily="49" charset="0"/>
              </a:rPr>
              <a:t>(</a:t>
            </a:r>
            <a:r>
              <a:rPr lang="en-GB" sz="1050" b="0" dirty="0" err="1">
                <a:solidFill>
                  <a:srgbClr val="9CDCFE"/>
                </a:solidFill>
                <a:effectLst/>
                <a:latin typeface="Consolas" panose="020B0609020204030204" pitchFamily="49" charset="0"/>
              </a:rPr>
              <a:t>markerCorners</a:t>
            </a:r>
            <a:r>
              <a:rPr lang="en-GB" sz="1050" b="0" dirty="0">
                <a:solidFill>
                  <a:srgbClr val="CCCCCC"/>
                </a:solidFill>
                <a:effectLst/>
                <a:latin typeface="Consolas" panose="020B0609020204030204" pitchFamily="49" charset="0"/>
              </a:rPr>
              <a:t>) </a:t>
            </a:r>
            <a:r>
              <a:rPr lang="en-GB" sz="1050" b="0" dirty="0">
                <a:solidFill>
                  <a:srgbClr val="D4D4D4"/>
                </a:solidFill>
                <a:effectLst/>
                <a:latin typeface="Consolas" panose="020B0609020204030204" pitchFamily="49" charset="0"/>
              </a:rPr>
              <a:t>&gt;</a:t>
            </a:r>
            <a:r>
              <a:rPr lang="en-GB" sz="1050" b="0" dirty="0">
                <a:solidFill>
                  <a:srgbClr val="CCCCCC"/>
                </a:solidFill>
                <a:effectLst/>
                <a:latin typeface="Consolas" panose="020B0609020204030204" pitchFamily="49" charset="0"/>
              </a:rPr>
              <a:t> </a:t>
            </a:r>
            <a:r>
              <a:rPr lang="en-GB" sz="1050" b="0" dirty="0">
                <a:solidFill>
                  <a:srgbClr val="B5CEA8"/>
                </a:solidFill>
                <a:effectLst/>
                <a:latin typeface="Consolas" panose="020B0609020204030204" pitchFamily="49" charset="0"/>
              </a:rPr>
              <a:t>0</a:t>
            </a:r>
            <a:r>
              <a:rPr lang="en-GB" sz="1050" b="0" dirty="0">
                <a:solidFill>
                  <a:srgbClr val="CCCCCC"/>
                </a:solidFill>
                <a:effectLst/>
                <a:latin typeface="Consolas" panose="020B0609020204030204" pitchFamily="49" charset="0"/>
              </a:rPr>
              <a:t>:</a:t>
            </a:r>
          </a:p>
          <a:p>
            <a:pPr marL="0" indent="0">
              <a:lnSpc>
                <a:spcPct val="100000"/>
              </a:lnSpc>
              <a:spcBef>
                <a:spcPts val="0"/>
              </a:spcBef>
              <a:buNone/>
            </a:pPr>
            <a:r>
              <a:rPr lang="en-GB" sz="1050" b="0" dirty="0">
                <a:solidFill>
                  <a:srgbClr val="CCCCCC"/>
                </a:solidFill>
                <a:effectLst/>
                <a:latin typeface="Consolas" panose="020B0609020204030204" pitchFamily="49" charset="0"/>
              </a:rPr>
              <a:t>        </a:t>
            </a:r>
            <a:r>
              <a:rPr lang="en-GB" sz="1050" b="0" dirty="0" err="1">
                <a:solidFill>
                  <a:srgbClr val="4EC9B0"/>
                </a:solidFill>
                <a:effectLst/>
                <a:latin typeface="Consolas" panose="020B0609020204030204" pitchFamily="49" charset="0"/>
              </a:rPr>
              <a:t>cv</a:t>
            </a:r>
            <a:r>
              <a:rPr lang="en-GB" sz="1050" b="0" dirty="0" err="1">
                <a:solidFill>
                  <a:srgbClr val="CCCCCC"/>
                </a:solidFill>
                <a:effectLst/>
                <a:latin typeface="Consolas" panose="020B0609020204030204" pitchFamily="49" charset="0"/>
              </a:rPr>
              <a:t>.aruco.drawDetectedMarkers</a:t>
            </a:r>
            <a:r>
              <a:rPr lang="en-GB" sz="1050" b="0" dirty="0">
                <a:solidFill>
                  <a:srgbClr val="CCCCCC"/>
                </a:solidFill>
                <a:effectLst/>
                <a:latin typeface="Consolas" panose="020B0609020204030204" pitchFamily="49" charset="0"/>
              </a:rPr>
              <a:t>(</a:t>
            </a:r>
            <a:r>
              <a:rPr lang="en-GB" sz="1050" b="0" dirty="0" err="1">
                <a:solidFill>
                  <a:srgbClr val="9CDCFE"/>
                </a:solidFill>
                <a:effectLst/>
                <a:latin typeface="Consolas" panose="020B0609020204030204" pitchFamily="49" charset="0"/>
              </a:rPr>
              <a:t>img</a:t>
            </a:r>
            <a:r>
              <a:rPr lang="en-GB" sz="1050" b="0" dirty="0" err="1">
                <a:solidFill>
                  <a:srgbClr val="CCCCCC"/>
                </a:solidFill>
                <a:effectLst/>
                <a:latin typeface="Consolas" panose="020B0609020204030204" pitchFamily="49" charset="0"/>
              </a:rPr>
              <a:t>,</a:t>
            </a:r>
            <a:r>
              <a:rPr lang="en-GB" sz="1050" b="0" dirty="0" err="1">
                <a:solidFill>
                  <a:srgbClr val="9CDCFE"/>
                </a:solidFill>
                <a:effectLst/>
                <a:latin typeface="Consolas" panose="020B0609020204030204" pitchFamily="49" charset="0"/>
              </a:rPr>
              <a:t>markerCorners</a:t>
            </a:r>
            <a:r>
              <a:rPr lang="en-GB" sz="1050" b="0" dirty="0" err="1">
                <a:solidFill>
                  <a:srgbClr val="CCCCCC"/>
                </a:solidFill>
                <a:effectLst/>
                <a:latin typeface="Consolas" panose="020B0609020204030204" pitchFamily="49" charset="0"/>
              </a:rPr>
              <a:t>,</a:t>
            </a:r>
            <a:r>
              <a:rPr lang="en-GB" sz="1050" b="0" dirty="0" err="1">
                <a:solidFill>
                  <a:srgbClr val="9CDCFE"/>
                </a:solidFill>
                <a:effectLst/>
                <a:latin typeface="Consolas" panose="020B0609020204030204" pitchFamily="49" charset="0"/>
              </a:rPr>
              <a:t>markerIds</a:t>
            </a:r>
            <a:r>
              <a:rPr lang="en-GB" sz="1050" b="0" dirty="0">
                <a:solidFill>
                  <a:srgbClr val="CCCCCC"/>
                </a:solidFill>
                <a:effectLst/>
                <a:latin typeface="Consolas" panose="020B0609020204030204" pitchFamily="49" charset="0"/>
              </a:rPr>
              <a:t>)</a:t>
            </a:r>
          </a:p>
          <a:p>
            <a:pPr marL="0" indent="0">
              <a:lnSpc>
                <a:spcPct val="100000"/>
              </a:lnSpc>
              <a:spcBef>
                <a:spcPts val="0"/>
              </a:spcBef>
              <a:buNone/>
            </a:pPr>
            <a:br>
              <a:rPr lang="en-GB" sz="1050" b="0" dirty="0">
                <a:solidFill>
                  <a:srgbClr val="CCCCCC"/>
                </a:solidFill>
                <a:effectLst/>
                <a:latin typeface="Consolas" panose="020B0609020204030204" pitchFamily="49" charset="0"/>
              </a:rPr>
            </a:br>
            <a:r>
              <a:rPr lang="en-GB" sz="1050" b="0" dirty="0">
                <a:solidFill>
                  <a:srgbClr val="CCCCCC"/>
                </a:solidFill>
                <a:effectLst/>
                <a:latin typeface="Consolas" panose="020B0609020204030204" pitchFamily="49" charset="0"/>
              </a:rPr>
              <a:t>        </a:t>
            </a:r>
            <a:r>
              <a:rPr lang="en-GB" sz="1050" b="0" dirty="0">
                <a:solidFill>
                  <a:srgbClr val="6A9955"/>
                </a:solidFill>
                <a:effectLst/>
                <a:latin typeface="Consolas" panose="020B0609020204030204" pitchFamily="49" charset="0"/>
              </a:rPr>
              <a:t># flatten the ArUco IDs list</a:t>
            </a:r>
            <a:endParaRPr lang="en-GB" sz="1050" b="0" dirty="0">
              <a:solidFill>
                <a:srgbClr val="CCCCCC"/>
              </a:solidFill>
              <a:effectLst/>
              <a:latin typeface="Consolas" panose="020B0609020204030204" pitchFamily="49" charset="0"/>
            </a:endParaRPr>
          </a:p>
          <a:p>
            <a:pPr marL="0" indent="0">
              <a:lnSpc>
                <a:spcPct val="100000"/>
              </a:lnSpc>
              <a:spcBef>
                <a:spcPts val="0"/>
              </a:spcBef>
              <a:buNone/>
            </a:pPr>
            <a:r>
              <a:rPr lang="en-GB" sz="1050" b="0" dirty="0">
                <a:solidFill>
                  <a:srgbClr val="CCCCCC"/>
                </a:solidFill>
                <a:effectLst/>
                <a:latin typeface="Consolas" panose="020B0609020204030204" pitchFamily="49" charset="0"/>
              </a:rPr>
              <a:t>        </a:t>
            </a:r>
            <a:r>
              <a:rPr lang="en-GB" sz="1050" b="0" dirty="0">
                <a:solidFill>
                  <a:srgbClr val="9CDCFE"/>
                </a:solidFill>
                <a:effectLst/>
                <a:latin typeface="Consolas" panose="020B0609020204030204" pitchFamily="49" charset="0"/>
              </a:rPr>
              <a:t>ids</a:t>
            </a:r>
            <a:r>
              <a:rPr lang="en-GB" sz="1050" b="0" dirty="0">
                <a:solidFill>
                  <a:srgbClr val="CCCCCC"/>
                </a:solidFill>
                <a:effectLst/>
                <a:latin typeface="Consolas" panose="020B0609020204030204" pitchFamily="49" charset="0"/>
              </a:rPr>
              <a:t> </a:t>
            </a:r>
            <a:r>
              <a:rPr lang="en-GB" sz="1050" b="0" dirty="0">
                <a:solidFill>
                  <a:srgbClr val="D4D4D4"/>
                </a:solidFill>
                <a:effectLst/>
                <a:latin typeface="Consolas" panose="020B0609020204030204" pitchFamily="49" charset="0"/>
              </a:rPr>
              <a:t>=</a:t>
            </a:r>
            <a:r>
              <a:rPr lang="en-GB" sz="1050" b="0" dirty="0">
                <a:solidFill>
                  <a:srgbClr val="CCCCCC"/>
                </a:solidFill>
                <a:effectLst/>
                <a:latin typeface="Consolas" panose="020B0609020204030204" pitchFamily="49" charset="0"/>
              </a:rPr>
              <a:t> </a:t>
            </a:r>
            <a:r>
              <a:rPr lang="en-GB" sz="1050" b="0" dirty="0" err="1">
                <a:solidFill>
                  <a:srgbClr val="9CDCFE"/>
                </a:solidFill>
                <a:effectLst/>
                <a:latin typeface="Consolas" panose="020B0609020204030204" pitchFamily="49" charset="0"/>
              </a:rPr>
              <a:t>markerIds</a:t>
            </a:r>
            <a:r>
              <a:rPr lang="en-GB" sz="1050" b="0" dirty="0" err="1">
                <a:solidFill>
                  <a:srgbClr val="CCCCCC"/>
                </a:solidFill>
                <a:effectLst/>
                <a:latin typeface="Consolas" panose="020B0609020204030204" pitchFamily="49" charset="0"/>
              </a:rPr>
              <a:t>.flatten</a:t>
            </a:r>
            <a:r>
              <a:rPr lang="en-GB" sz="1050" b="0" dirty="0">
                <a:solidFill>
                  <a:srgbClr val="CCCCCC"/>
                </a:solidFill>
                <a:effectLst/>
                <a:latin typeface="Consolas" panose="020B0609020204030204" pitchFamily="49" charset="0"/>
              </a:rPr>
              <a:t>()</a:t>
            </a:r>
          </a:p>
          <a:p>
            <a:pPr marL="0" indent="0">
              <a:lnSpc>
                <a:spcPct val="100000"/>
              </a:lnSpc>
              <a:spcBef>
                <a:spcPts val="0"/>
              </a:spcBef>
              <a:buNone/>
            </a:pPr>
            <a:r>
              <a:rPr lang="en-GB" sz="1050" b="0" dirty="0">
                <a:solidFill>
                  <a:srgbClr val="CCCCCC"/>
                </a:solidFill>
                <a:effectLst/>
                <a:latin typeface="Consolas" panose="020B0609020204030204" pitchFamily="49" charset="0"/>
              </a:rPr>
              <a:t>        </a:t>
            </a:r>
            <a:r>
              <a:rPr lang="en-GB" sz="1050" b="0" dirty="0">
                <a:solidFill>
                  <a:srgbClr val="6A9955"/>
                </a:solidFill>
                <a:effectLst/>
                <a:latin typeface="Consolas" panose="020B0609020204030204" pitchFamily="49" charset="0"/>
              </a:rPr>
              <a:t># loop over the detected </a:t>
            </a:r>
            <a:r>
              <a:rPr lang="en-GB" sz="1050" b="0" dirty="0" err="1">
                <a:solidFill>
                  <a:srgbClr val="6A9955"/>
                </a:solidFill>
                <a:effectLst/>
                <a:latin typeface="Consolas" panose="020B0609020204030204" pitchFamily="49" charset="0"/>
              </a:rPr>
              <a:t>ArUCo</a:t>
            </a:r>
            <a:r>
              <a:rPr lang="en-GB" sz="1050" b="0" dirty="0">
                <a:solidFill>
                  <a:srgbClr val="6A9955"/>
                </a:solidFill>
                <a:effectLst/>
                <a:latin typeface="Consolas" panose="020B0609020204030204" pitchFamily="49" charset="0"/>
              </a:rPr>
              <a:t> corners</a:t>
            </a:r>
            <a:endParaRPr lang="en-GB" sz="1050" b="0" dirty="0">
              <a:solidFill>
                <a:srgbClr val="CCCCCC"/>
              </a:solidFill>
              <a:effectLst/>
              <a:latin typeface="Consolas" panose="020B0609020204030204" pitchFamily="49" charset="0"/>
            </a:endParaRPr>
          </a:p>
          <a:p>
            <a:pPr marL="0" indent="0">
              <a:lnSpc>
                <a:spcPct val="100000"/>
              </a:lnSpc>
              <a:spcBef>
                <a:spcPts val="0"/>
              </a:spcBef>
              <a:buNone/>
            </a:pPr>
            <a:r>
              <a:rPr lang="en-GB" sz="1050" b="0" dirty="0">
                <a:solidFill>
                  <a:srgbClr val="CCCCCC"/>
                </a:solidFill>
                <a:effectLst/>
                <a:latin typeface="Consolas" panose="020B0609020204030204" pitchFamily="49" charset="0"/>
              </a:rPr>
              <a:t>        </a:t>
            </a:r>
            <a:r>
              <a:rPr lang="en-GB" sz="1050" b="0" dirty="0">
                <a:solidFill>
                  <a:srgbClr val="C586C0"/>
                </a:solidFill>
                <a:effectLst/>
                <a:latin typeface="Consolas" panose="020B0609020204030204" pitchFamily="49" charset="0"/>
              </a:rPr>
              <a:t>for</a:t>
            </a:r>
            <a:r>
              <a:rPr lang="en-GB" sz="1050" b="0" dirty="0">
                <a:solidFill>
                  <a:srgbClr val="CCCCCC"/>
                </a:solidFill>
                <a:effectLst/>
                <a:latin typeface="Consolas" panose="020B0609020204030204" pitchFamily="49" charset="0"/>
              </a:rPr>
              <a:t> (</a:t>
            </a:r>
            <a:r>
              <a:rPr lang="en-GB" sz="1050" b="0" dirty="0" err="1">
                <a:solidFill>
                  <a:srgbClr val="9CDCFE"/>
                </a:solidFill>
                <a:effectLst/>
                <a:latin typeface="Consolas" panose="020B0609020204030204" pitchFamily="49" charset="0"/>
              </a:rPr>
              <a:t>markerCorner</a:t>
            </a:r>
            <a:r>
              <a:rPr lang="en-GB" sz="1050" b="0" dirty="0">
                <a:solidFill>
                  <a:srgbClr val="CCCCCC"/>
                </a:solidFill>
                <a:effectLst/>
                <a:latin typeface="Consolas" panose="020B0609020204030204" pitchFamily="49" charset="0"/>
              </a:rPr>
              <a:t>, </a:t>
            </a:r>
            <a:r>
              <a:rPr lang="en-GB" sz="1050" b="0" dirty="0" err="1">
                <a:solidFill>
                  <a:srgbClr val="9CDCFE"/>
                </a:solidFill>
                <a:effectLst/>
                <a:latin typeface="Consolas" panose="020B0609020204030204" pitchFamily="49" charset="0"/>
              </a:rPr>
              <a:t>markerID</a:t>
            </a:r>
            <a:r>
              <a:rPr lang="en-GB" sz="1050" b="0" dirty="0">
                <a:solidFill>
                  <a:srgbClr val="CCCCCC"/>
                </a:solidFill>
                <a:effectLst/>
                <a:latin typeface="Consolas" panose="020B0609020204030204" pitchFamily="49" charset="0"/>
              </a:rPr>
              <a:t>) </a:t>
            </a:r>
            <a:r>
              <a:rPr lang="en-GB" sz="1050" b="0" dirty="0">
                <a:solidFill>
                  <a:srgbClr val="C586C0"/>
                </a:solidFill>
                <a:effectLst/>
                <a:latin typeface="Consolas" panose="020B0609020204030204" pitchFamily="49" charset="0"/>
              </a:rPr>
              <a:t>in</a:t>
            </a:r>
            <a:r>
              <a:rPr lang="en-GB" sz="1050" b="0" dirty="0">
                <a:solidFill>
                  <a:srgbClr val="CCCCCC"/>
                </a:solidFill>
                <a:effectLst/>
                <a:latin typeface="Consolas" panose="020B0609020204030204" pitchFamily="49" charset="0"/>
              </a:rPr>
              <a:t> </a:t>
            </a:r>
            <a:r>
              <a:rPr lang="en-GB" sz="1050" b="0" dirty="0">
                <a:solidFill>
                  <a:srgbClr val="4EC9B0"/>
                </a:solidFill>
                <a:effectLst/>
                <a:latin typeface="Consolas" panose="020B0609020204030204" pitchFamily="49" charset="0"/>
              </a:rPr>
              <a:t>zip</a:t>
            </a:r>
            <a:r>
              <a:rPr lang="en-GB" sz="1050" b="0" dirty="0">
                <a:solidFill>
                  <a:srgbClr val="CCCCCC"/>
                </a:solidFill>
                <a:effectLst/>
                <a:latin typeface="Consolas" panose="020B0609020204030204" pitchFamily="49" charset="0"/>
              </a:rPr>
              <a:t>(</a:t>
            </a:r>
            <a:r>
              <a:rPr lang="en-GB" sz="1050" b="0" dirty="0" err="1">
                <a:solidFill>
                  <a:srgbClr val="9CDCFE"/>
                </a:solidFill>
                <a:effectLst/>
                <a:latin typeface="Consolas" panose="020B0609020204030204" pitchFamily="49" charset="0"/>
              </a:rPr>
              <a:t>markerCorners</a:t>
            </a:r>
            <a:r>
              <a:rPr lang="en-GB" sz="1050" b="0" dirty="0">
                <a:solidFill>
                  <a:srgbClr val="CCCCCC"/>
                </a:solidFill>
                <a:effectLst/>
                <a:latin typeface="Consolas" panose="020B0609020204030204" pitchFamily="49" charset="0"/>
              </a:rPr>
              <a:t>, </a:t>
            </a:r>
            <a:r>
              <a:rPr lang="en-GB" sz="1050" b="0" dirty="0">
                <a:solidFill>
                  <a:srgbClr val="9CDCFE"/>
                </a:solidFill>
                <a:effectLst/>
                <a:latin typeface="Consolas" panose="020B0609020204030204" pitchFamily="49" charset="0"/>
              </a:rPr>
              <a:t>ids</a:t>
            </a:r>
            <a:r>
              <a:rPr lang="en-GB" sz="1050" b="0" dirty="0">
                <a:solidFill>
                  <a:srgbClr val="CCCCCC"/>
                </a:solidFill>
                <a:effectLst/>
                <a:latin typeface="Consolas" panose="020B0609020204030204" pitchFamily="49" charset="0"/>
              </a:rPr>
              <a:t>):</a:t>
            </a:r>
          </a:p>
          <a:p>
            <a:pPr marL="0" indent="0">
              <a:lnSpc>
                <a:spcPct val="100000"/>
              </a:lnSpc>
              <a:spcBef>
                <a:spcPts val="0"/>
              </a:spcBef>
              <a:buNone/>
            </a:pPr>
            <a:r>
              <a:rPr lang="en-GB" sz="1050" b="0" dirty="0">
                <a:solidFill>
                  <a:srgbClr val="CCCCCC"/>
                </a:solidFill>
                <a:effectLst/>
                <a:latin typeface="Consolas" panose="020B0609020204030204" pitchFamily="49" charset="0"/>
              </a:rPr>
              <a:t>            </a:t>
            </a:r>
            <a:r>
              <a:rPr lang="en-GB" sz="1050" b="0" dirty="0">
                <a:solidFill>
                  <a:srgbClr val="6A9955"/>
                </a:solidFill>
                <a:effectLst/>
                <a:latin typeface="Consolas" panose="020B0609020204030204" pitchFamily="49" charset="0"/>
              </a:rPr>
              <a:t># extract the marker corners (which are always returned in</a:t>
            </a:r>
            <a:endParaRPr lang="en-GB" sz="1050" b="0" dirty="0">
              <a:solidFill>
                <a:srgbClr val="CCCCCC"/>
              </a:solidFill>
              <a:effectLst/>
              <a:latin typeface="Consolas" panose="020B0609020204030204" pitchFamily="49" charset="0"/>
            </a:endParaRPr>
          </a:p>
          <a:p>
            <a:pPr marL="0" indent="0">
              <a:lnSpc>
                <a:spcPct val="100000"/>
              </a:lnSpc>
              <a:spcBef>
                <a:spcPts val="0"/>
              </a:spcBef>
              <a:buNone/>
            </a:pPr>
            <a:r>
              <a:rPr lang="en-GB" sz="1050" b="0" dirty="0">
                <a:solidFill>
                  <a:srgbClr val="CCCCCC"/>
                </a:solidFill>
                <a:effectLst/>
                <a:latin typeface="Consolas" panose="020B0609020204030204" pitchFamily="49" charset="0"/>
              </a:rPr>
              <a:t>            </a:t>
            </a:r>
            <a:r>
              <a:rPr lang="en-GB" sz="1050" b="0" dirty="0">
                <a:solidFill>
                  <a:srgbClr val="6A9955"/>
                </a:solidFill>
                <a:effectLst/>
                <a:latin typeface="Consolas" panose="020B0609020204030204" pitchFamily="49" charset="0"/>
              </a:rPr>
              <a:t># top-left, top-right, bottom-right, and bottom-left order)</a:t>
            </a:r>
            <a:endParaRPr lang="en-GB" sz="1050" b="0" dirty="0">
              <a:solidFill>
                <a:srgbClr val="CCCCCC"/>
              </a:solidFill>
              <a:effectLst/>
              <a:latin typeface="Consolas" panose="020B0609020204030204" pitchFamily="49" charset="0"/>
            </a:endParaRPr>
          </a:p>
          <a:p>
            <a:pPr marL="0" indent="0">
              <a:lnSpc>
                <a:spcPct val="100000"/>
              </a:lnSpc>
              <a:spcBef>
                <a:spcPts val="0"/>
              </a:spcBef>
              <a:buNone/>
            </a:pPr>
            <a:r>
              <a:rPr lang="en-GB" sz="1050" b="0" dirty="0">
                <a:solidFill>
                  <a:srgbClr val="CCCCCC"/>
                </a:solidFill>
                <a:effectLst/>
                <a:latin typeface="Consolas" panose="020B0609020204030204" pitchFamily="49" charset="0"/>
              </a:rPr>
              <a:t>            </a:t>
            </a:r>
            <a:r>
              <a:rPr lang="en-GB" sz="1050" b="0" dirty="0">
                <a:solidFill>
                  <a:srgbClr val="9CDCFE"/>
                </a:solidFill>
                <a:effectLst/>
                <a:latin typeface="Consolas" panose="020B0609020204030204" pitchFamily="49" charset="0"/>
              </a:rPr>
              <a:t>corners</a:t>
            </a:r>
            <a:r>
              <a:rPr lang="en-GB" sz="1050" b="0" dirty="0">
                <a:solidFill>
                  <a:srgbClr val="CCCCCC"/>
                </a:solidFill>
                <a:effectLst/>
                <a:latin typeface="Consolas" panose="020B0609020204030204" pitchFamily="49" charset="0"/>
              </a:rPr>
              <a:t> </a:t>
            </a:r>
            <a:r>
              <a:rPr lang="en-GB" sz="1050" b="0" dirty="0">
                <a:solidFill>
                  <a:srgbClr val="D4D4D4"/>
                </a:solidFill>
                <a:effectLst/>
                <a:latin typeface="Consolas" panose="020B0609020204030204" pitchFamily="49" charset="0"/>
              </a:rPr>
              <a:t>=</a:t>
            </a:r>
            <a:r>
              <a:rPr lang="en-GB" sz="1050" b="0" dirty="0">
                <a:solidFill>
                  <a:srgbClr val="CCCCCC"/>
                </a:solidFill>
                <a:effectLst/>
                <a:latin typeface="Consolas" panose="020B0609020204030204" pitchFamily="49" charset="0"/>
              </a:rPr>
              <a:t> </a:t>
            </a:r>
            <a:r>
              <a:rPr lang="en-GB" sz="1050" b="0" dirty="0" err="1">
                <a:solidFill>
                  <a:srgbClr val="9CDCFE"/>
                </a:solidFill>
                <a:effectLst/>
                <a:latin typeface="Consolas" panose="020B0609020204030204" pitchFamily="49" charset="0"/>
              </a:rPr>
              <a:t>markerCorner</a:t>
            </a:r>
            <a:r>
              <a:rPr lang="en-GB" sz="1050" b="0" dirty="0" err="1">
                <a:solidFill>
                  <a:srgbClr val="CCCCCC"/>
                </a:solidFill>
                <a:effectLst/>
                <a:latin typeface="Consolas" panose="020B0609020204030204" pitchFamily="49" charset="0"/>
              </a:rPr>
              <a:t>.reshape</a:t>
            </a:r>
            <a:r>
              <a:rPr lang="en-GB" sz="1050" b="0" dirty="0">
                <a:solidFill>
                  <a:srgbClr val="CCCCCC"/>
                </a:solidFill>
                <a:effectLst/>
                <a:latin typeface="Consolas" panose="020B0609020204030204" pitchFamily="49" charset="0"/>
              </a:rPr>
              <a:t>((</a:t>
            </a:r>
            <a:r>
              <a:rPr lang="en-GB" sz="1050" b="0" dirty="0">
                <a:solidFill>
                  <a:srgbClr val="B5CEA8"/>
                </a:solidFill>
                <a:effectLst/>
                <a:latin typeface="Consolas" panose="020B0609020204030204" pitchFamily="49" charset="0"/>
              </a:rPr>
              <a:t>4</a:t>
            </a:r>
            <a:r>
              <a:rPr lang="en-GB" sz="1050" b="0" dirty="0">
                <a:solidFill>
                  <a:srgbClr val="CCCCCC"/>
                </a:solidFill>
                <a:effectLst/>
                <a:latin typeface="Consolas" panose="020B0609020204030204" pitchFamily="49" charset="0"/>
              </a:rPr>
              <a:t>, </a:t>
            </a:r>
            <a:r>
              <a:rPr lang="en-GB" sz="1050" b="0" dirty="0">
                <a:solidFill>
                  <a:srgbClr val="B5CEA8"/>
                </a:solidFill>
                <a:effectLst/>
                <a:latin typeface="Consolas" panose="020B0609020204030204" pitchFamily="49" charset="0"/>
              </a:rPr>
              <a:t>2</a:t>
            </a:r>
            <a:r>
              <a:rPr lang="en-GB" sz="1050" b="0" dirty="0">
                <a:solidFill>
                  <a:srgbClr val="CCCCCC"/>
                </a:solidFill>
                <a:effectLst/>
                <a:latin typeface="Consolas" panose="020B0609020204030204" pitchFamily="49" charset="0"/>
              </a:rPr>
              <a:t>))</a:t>
            </a:r>
          </a:p>
          <a:p>
            <a:pPr marL="0" indent="0">
              <a:lnSpc>
                <a:spcPct val="100000"/>
              </a:lnSpc>
              <a:spcBef>
                <a:spcPts val="0"/>
              </a:spcBef>
              <a:buNone/>
            </a:pPr>
            <a:br>
              <a:rPr lang="en-GB" sz="1050" b="0" dirty="0">
                <a:solidFill>
                  <a:srgbClr val="CCCCCC"/>
                </a:solidFill>
                <a:effectLst/>
                <a:latin typeface="Consolas" panose="020B0609020204030204" pitchFamily="49" charset="0"/>
              </a:rPr>
            </a:br>
            <a:r>
              <a:rPr lang="en-GB" sz="1050" b="0" dirty="0">
                <a:solidFill>
                  <a:srgbClr val="CCCCCC"/>
                </a:solidFill>
                <a:effectLst/>
                <a:latin typeface="Consolas" panose="020B0609020204030204" pitchFamily="49" charset="0"/>
              </a:rPr>
              <a:t>            (</a:t>
            </a:r>
            <a:r>
              <a:rPr lang="en-GB" sz="1050" b="0" dirty="0" err="1">
                <a:solidFill>
                  <a:srgbClr val="9CDCFE"/>
                </a:solidFill>
                <a:effectLst/>
                <a:latin typeface="Consolas" panose="020B0609020204030204" pitchFamily="49" charset="0"/>
              </a:rPr>
              <a:t>topLeft</a:t>
            </a:r>
            <a:r>
              <a:rPr lang="en-GB" sz="1050" b="0" dirty="0">
                <a:solidFill>
                  <a:srgbClr val="CCCCCC"/>
                </a:solidFill>
                <a:effectLst/>
                <a:latin typeface="Consolas" panose="020B0609020204030204" pitchFamily="49" charset="0"/>
              </a:rPr>
              <a:t>, </a:t>
            </a:r>
            <a:r>
              <a:rPr lang="en-GB" sz="1050" b="0" dirty="0" err="1">
                <a:solidFill>
                  <a:srgbClr val="9CDCFE"/>
                </a:solidFill>
                <a:effectLst/>
                <a:latin typeface="Consolas" panose="020B0609020204030204" pitchFamily="49" charset="0"/>
              </a:rPr>
              <a:t>topRight</a:t>
            </a:r>
            <a:r>
              <a:rPr lang="en-GB" sz="1050" b="0" dirty="0">
                <a:solidFill>
                  <a:srgbClr val="CCCCCC"/>
                </a:solidFill>
                <a:effectLst/>
                <a:latin typeface="Consolas" panose="020B0609020204030204" pitchFamily="49" charset="0"/>
              </a:rPr>
              <a:t>, </a:t>
            </a:r>
            <a:r>
              <a:rPr lang="en-GB" sz="1050" b="0" dirty="0" err="1">
                <a:solidFill>
                  <a:srgbClr val="9CDCFE"/>
                </a:solidFill>
                <a:effectLst/>
                <a:latin typeface="Consolas" panose="020B0609020204030204" pitchFamily="49" charset="0"/>
              </a:rPr>
              <a:t>bottomRight</a:t>
            </a:r>
            <a:r>
              <a:rPr lang="en-GB" sz="1050" b="0" dirty="0">
                <a:solidFill>
                  <a:srgbClr val="CCCCCC"/>
                </a:solidFill>
                <a:effectLst/>
                <a:latin typeface="Consolas" panose="020B0609020204030204" pitchFamily="49" charset="0"/>
              </a:rPr>
              <a:t>, </a:t>
            </a:r>
            <a:r>
              <a:rPr lang="en-GB" sz="1050" b="0" dirty="0" err="1">
                <a:solidFill>
                  <a:srgbClr val="9CDCFE"/>
                </a:solidFill>
                <a:effectLst/>
                <a:latin typeface="Consolas" panose="020B0609020204030204" pitchFamily="49" charset="0"/>
              </a:rPr>
              <a:t>bottomLeft</a:t>
            </a:r>
            <a:r>
              <a:rPr lang="en-GB" sz="1050" b="0" dirty="0">
                <a:solidFill>
                  <a:srgbClr val="CCCCCC"/>
                </a:solidFill>
                <a:effectLst/>
                <a:latin typeface="Consolas" panose="020B0609020204030204" pitchFamily="49" charset="0"/>
              </a:rPr>
              <a:t>) </a:t>
            </a:r>
            <a:r>
              <a:rPr lang="en-GB" sz="1050" b="0" dirty="0">
                <a:solidFill>
                  <a:srgbClr val="D4D4D4"/>
                </a:solidFill>
                <a:effectLst/>
                <a:latin typeface="Consolas" panose="020B0609020204030204" pitchFamily="49" charset="0"/>
              </a:rPr>
              <a:t>=</a:t>
            </a:r>
            <a:r>
              <a:rPr lang="en-GB" sz="1050" b="0" dirty="0">
                <a:solidFill>
                  <a:srgbClr val="CCCCCC"/>
                </a:solidFill>
                <a:effectLst/>
                <a:latin typeface="Consolas" panose="020B0609020204030204" pitchFamily="49" charset="0"/>
              </a:rPr>
              <a:t> </a:t>
            </a:r>
            <a:r>
              <a:rPr lang="en-GB" sz="1050" b="0" dirty="0">
                <a:solidFill>
                  <a:srgbClr val="9CDCFE"/>
                </a:solidFill>
                <a:effectLst/>
                <a:latin typeface="Consolas" panose="020B0609020204030204" pitchFamily="49" charset="0"/>
              </a:rPr>
              <a:t>corners</a:t>
            </a:r>
            <a:endParaRPr lang="en-GB" sz="1050" b="0" dirty="0">
              <a:solidFill>
                <a:srgbClr val="CCCCCC"/>
              </a:solidFill>
              <a:effectLst/>
              <a:latin typeface="Consolas" panose="020B0609020204030204" pitchFamily="49" charset="0"/>
            </a:endParaRPr>
          </a:p>
          <a:p>
            <a:pPr marL="0" indent="0">
              <a:lnSpc>
                <a:spcPct val="100000"/>
              </a:lnSpc>
              <a:spcBef>
                <a:spcPts val="0"/>
              </a:spcBef>
              <a:buNone/>
            </a:pPr>
            <a:r>
              <a:rPr lang="en-GB" sz="1050" b="0" dirty="0">
                <a:solidFill>
                  <a:srgbClr val="CCCCCC"/>
                </a:solidFill>
                <a:effectLst/>
                <a:latin typeface="Consolas" panose="020B0609020204030204" pitchFamily="49" charset="0"/>
              </a:rPr>
              <a:t>            </a:t>
            </a:r>
            <a:r>
              <a:rPr lang="en-GB" sz="1050" b="0" dirty="0">
                <a:solidFill>
                  <a:srgbClr val="6A9955"/>
                </a:solidFill>
                <a:effectLst/>
                <a:latin typeface="Consolas" panose="020B0609020204030204" pitchFamily="49" charset="0"/>
              </a:rPr>
              <a:t># convert each of the (x, y)-coordinate pairs to integers</a:t>
            </a:r>
            <a:endParaRPr lang="en-GB" sz="1050" b="0" dirty="0">
              <a:solidFill>
                <a:srgbClr val="CCCCCC"/>
              </a:solidFill>
              <a:effectLst/>
              <a:latin typeface="Consolas" panose="020B0609020204030204" pitchFamily="49" charset="0"/>
            </a:endParaRPr>
          </a:p>
          <a:p>
            <a:pPr marL="0" indent="0">
              <a:lnSpc>
                <a:spcPct val="100000"/>
              </a:lnSpc>
              <a:spcBef>
                <a:spcPts val="0"/>
              </a:spcBef>
              <a:buNone/>
            </a:pPr>
            <a:r>
              <a:rPr lang="en-GB" sz="1050" b="0" dirty="0">
                <a:solidFill>
                  <a:srgbClr val="CCCCCC"/>
                </a:solidFill>
                <a:effectLst/>
                <a:latin typeface="Consolas" panose="020B0609020204030204" pitchFamily="49" charset="0"/>
              </a:rPr>
              <a:t>            </a:t>
            </a:r>
            <a:r>
              <a:rPr lang="en-GB" sz="1050" b="0" dirty="0" err="1">
                <a:solidFill>
                  <a:srgbClr val="9CDCFE"/>
                </a:solidFill>
                <a:effectLst/>
                <a:latin typeface="Consolas" panose="020B0609020204030204" pitchFamily="49" charset="0"/>
              </a:rPr>
              <a:t>topRight</a:t>
            </a:r>
            <a:r>
              <a:rPr lang="en-GB" sz="1050" b="0" dirty="0">
                <a:solidFill>
                  <a:srgbClr val="CCCCCC"/>
                </a:solidFill>
                <a:effectLst/>
                <a:latin typeface="Consolas" panose="020B0609020204030204" pitchFamily="49" charset="0"/>
              </a:rPr>
              <a:t> </a:t>
            </a:r>
            <a:r>
              <a:rPr lang="en-GB" sz="1050" b="0" dirty="0">
                <a:solidFill>
                  <a:srgbClr val="D4D4D4"/>
                </a:solidFill>
                <a:effectLst/>
                <a:latin typeface="Consolas" panose="020B0609020204030204" pitchFamily="49" charset="0"/>
              </a:rPr>
              <a:t>=</a:t>
            </a:r>
            <a:r>
              <a:rPr lang="en-GB" sz="1050" b="0" dirty="0">
                <a:solidFill>
                  <a:srgbClr val="CCCCCC"/>
                </a:solidFill>
                <a:effectLst/>
                <a:latin typeface="Consolas" panose="020B0609020204030204" pitchFamily="49" charset="0"/>
              </a:rPr>
              <a:t> (</a:t>
            </a:r>
            <a:r>
              <a:rPr lang="en-GB" sz="1050" b="0" dirty="0">
                <a:solidFill>
                  <a:srgbClr val="4EC9B0"/>
                </a:solidFill>
                <a:effectLst/>
                <a:latin typeface="Consolas" panose="020B0609020204030204" pitchFamily="49" charset="0"/>
              </a:rPr>
              <a:t>int</a:t>
            </a:r>
            <a:r>
              <a:rPr lang="en-GB" sz="1050" b="0" dirty="0">
                <a:solidFill>
                  <a:srgbClr val="CCCCCC"/>
                </a:solidFill>
                <a:effectLst/>
                <a:latin typeface="Consolas" panose="020B0609020204030204" pitchFamily="49" charset="0"/>
              </a:rPr>
              <a:t>(</a:t>
            </a:r>
            <a:r>
              <a:rPr lang="en-GB" sz="1050" b="0" dirty="0" err="1">
                <a:solidFill>
                  <a:srgbClr val="9CDCFE"/>
                </a:solidFill>
                <a:effectLst/>
                <a:latin typeface="Consolas" panose="020B0609020204030204" pitchFamily="49" charset="0"/>
              </a:rPr>
              <a:t>topRight</a:t>
            </a:r>
            <a:r>
              <a:rPr lang="en-GB" sz="1050" b="0" dirty="0">
                <a:solidFill>
                  <a:srgbClr val="CCCCCC"/>
                </a:solidFill>
                <a:effectLst/>
                <a:latin typeface="Consolas" panose="020B0609020204030204" pitchFamily="49" charset="0"/>
              </a:rPr>
              <a:t>[</a:t>
            </a:r>
            <a:r>
              <a:rPr lang="en-GB" sz="1050" b="0" dirty="0">
                <a:solidFill>
                  <a:srgbClr val="B5CEA8"/>
                </a:solidFill>
                <a:effectLst/>
                <a:latin typeface="Consolas" panose="020B0609020204030204" pitchFamily="49" charset="0"/>
              </a:rPr>
              <a:t>0</a:t>
            </a:r>
            <a:r>
              <a:rPr lang="en-GB" sz="1050" b="0" dirty="0">
                <a:solidFill>
                  <a:srgbClr val="CCCCCC"/>
                </a:solidFill>
                <a:effectLst/>
                <a:latin typeface="Consolas" panose="020B0609020204030204" pitchFamily="49" charset="0"/>
              </a:rPr>
              <a:t>]), </a:t>
            </a:r>
            <a:r>
              <a:rPr lang="en-GB" sz="1050" b="0" dirty="0">
                <a:solidFill>
                  <a:srgbClr val="4EC9B0"/>
                </a:solidFill>
                <a:effectLst/>
                <a:latin typeface="Consolas" panose="020B0609020204030204" pitchFamily="49" charset="0"/>
              </a:rPr>
              <a:t>int</a:t>
            </a:r>
            <a:r>
              <a:rPr lang="en-GB" sz="1050" b="0" dirty="0">
                <a:solidFill>
                  <a:srgbClr val="CCCCCC"/>
                </a:solidFill>
                <a:effectLst/>
                <a:latin typeface="Consolas" panose="020B0609020204030204" pitchFamily="49" charset="0"/>
              </a:rPr>
              <a:t>(</a:t>
            </a:r>
            <a:r>
              <a:rPr lang="en-GB" sz="1050" b="0" dirty="0" err="1">
                <a:solidFill>
                  <a:srgbClr val="9CDCFE"/>
                </a:solidFill>
                <a:effectLst/>
                <a:latin typeface="Consolas" panose="020B0609020204030204" pitchFamily="49" charset="0"/>
              </a:rPr>
              <a:t>topRight</a:t>
            </a:r>
            <a:r>
              <a:rPr lang="en-GB" sz="1050" b="0" dirty="0">
                <a:solidFill>
                  <a:srgbClr val="CCCCCC"/>
                </a:solidFill>
                <a:effectLst/>
                <a:latin typeface="Consolas" panose="020B0609020204030204" pitchFamily="49" charset="0"/>
              </a:rPr>
              <a:t>[</a:t>
            </a:r>
            <a:r>
              <a:rPr lang="en-GB" sz="1050" b="0" dirty="0">
                <a:solidFill>
                  <a:srgbClr val="B5CEA8"/>
                </a:solidFill>
                <a:effectLst/>
                <a:latin typeface="Consolas" panose="020B0609020204030204" pitchFamily="49" charset="0"/>
              </a:rPr>
              <a:t>1</a:t>
            </a:r>
            <a:r>
              <a:rPr lang="en-GB" sz="1050" b="0" dirty="0">
                <a:solidFill>
                  <a:srgbClr val="CCCCCC"/>
                </a:solidFill>
                <a:effectLst/>
                <a:latin typeface="Consolas" panose="020B0609020204030204" pitchFamily="49" charset="0"/>
              </a:rPr>
              <a:t>]))</a:t>
            </a:r>
          </a:p>
          <a:p>
            <a:pPr marL="0" indent="0">
              <a:lnSpc>
                <a:spcPct val="100000"/>
              </a:lnSpc>
              <a:spcBef>
                <a:spcPts val="0"/>
              </a:spcBef>
              <a:buNone/>
            </a:pPr>
            <a:r>
              <a:rPr lang="en-GB" sz="1050" b="0" dirty="0">
                <a:solidFill>
                  <a:srgbClr val="CCCCCC"/>
                </a:solidFill>
                <a:effectLst/>
                <a:latin typeface="Consolas" panose="020B0609020204030204" pitchFamily="49" charset="0"/>
              </a:rPr>
              <a:t>            </a:t>
            </a:r>
            <a:r>
              <a:rPr lang="en-GB" sz="1050" b="0" dirty="0" err="1">
                <a:solidFill>
                  <a:srgbClr val="9CDCFE"/>
                </a:solidFill>
                <a:effectLst/>
                <a:latin typeface="Consolas" panose="020B0609020204030204" pitchFamily="49" charset="0"/>
              </a:rPr>
              <a:t>bottomRight</a:t>
            </a:r>
            <a:r>
              <a:rPr lang="en-GB" sz="1050" b="0" dirty="0">
                <a:solidFill>
                  <a:srgbClr val="CCCCCC"/>
                </a:solidFill>
                <a:effectLst/>
                <a:latin typeface="Consolas" panose="020B0609020204030204" pitchFamily="49" charset="0"/>
              </a:rPr>
              <a:t> </a:t>
            </a:r>
            <a:r>
              <a:rPr lang="en-GB" sz="1050" b="0" dirty="0">
                <a:solidFill>
                  <a:srgbClr val="D4D4D4"/>
                </a:solidFill>
                <a:effectLst/>
                <a:latin typeface="Consolas" panose="020B0609020204030204" pitchFamily="49" charset="0"/>
              </a:rPr>
              <a:t>=</a:t>
            </a:r>
            <a:r>
              <a:rPr lang="en-GB" sz="1050" b="0" dirty="0">
                <a:solidFill>
                  <a:srgbClr val="CCCCCC"/>
                </a:solidFill>
                <a:effectLst/>
                <a:latin typeface="Consolas" panose="020B0609020204030204" pitchFamily="49" charset="0"/>
              </a:rPr>
              <a:t> (</a:t>
            </a:r>
            <a:r>
              <a:rPr lang="en-GB" sz="1050" b="0" dirty="0">
                <a:solidFill>
                  <a:srgbClr val="4EC9B0"/>
                </a:solidFill>
                <a:effectLst/>
                <a:latin typeface="Consolas" panose="020B0609020204030204" pitchFamily="49" charset="0"/>
              </a:rPr>
              <a:t>int</a:t>
            </a:r>
            <a:r>
              <a:rPr lang="en-GB" sz="1050" b="0" dirty="0">
                <a:solidFill>
                  <a:srgbClr val="CCCCCC"/>
                </a:solidFill>
                <a:effectLst/>
                <a:latin typeface="Consolas" panose="020B0609020204030204" pitchFamily="49" charset="0"/>
              </a:rPr>
              <a:t>(</a:t>
            </a:r>
            <a:r>
              <a:rPr lang="en-GB" sz="1050" b="0" dirty="0" err="1">
                <a:solidFill>
                  <a:srgbClr val="9CDCFE"/>
                </a:solidFill>
                <a:effectLst/>
                <a:latin typeface="Consolas" panose="020B0609020204030204" pitchFamily="49" charset="0"/>
              </a:rPr>
              <a:t>bottomRight</a:t>
            </a:r>
            <a:r>
              <a:rPr lang="en-GB" sz="1050" b="0" dirty="0">
                <a:solidFill>
                  <a:srgbClr val="CCCCCC"/>
                </a:solidFill>
                <a:effectLst/>
                <a:latin typeface="Consolas" panose="020B0609020204030204" pitchFamily="49" charset="0"/>
              </a:rPr>
              <a:t>[</a:t>
            </a:r>
            <a:r>
              <a:rPr lang="en-GB" sz="1050" b="0" dirty="0">
                <a:solidFill>
                  <a:srgbClr val="B5CEA8"/>
                </a:solidFill>
                <a:effectLst/>
                <a:latin typeface="Consolas" panose="020B0609020204030204" pitchFamily="49" charset="0"/>
              </a:rPr>
              <a:t>0</a:t>
            </a:r>
            <a:r>
              <a:rPr lang="en-GB" sz="1050" b="0" dirty="0">
                <a:solidFill>
                  <a:srgbClr val="CCCCCC"/>
                </a:solidFill>
                <a:effectLst/>
                <a:latin typeface="Consolas" panose="020B0609020204030204" pitchFamily="49" charset="0"/>
              </a:rPr>
              <a:t>]), </a:t>
            </a:r>
            <a:r>
              <a:rPr lang="en-GB" sz="1050" b="0" dirty="0">
                <a:solidFill>
                  <a:srgbClr val="4EC9B0"/>
                </a:solidFill>
                <a:effectLst/>
                <a:latin typeface="Consolas" panose="020B0609020204030204" pitchFamily="49" charset="0"/>
              </a:rPr>
              <a:t>int</a:t>
            </a:r>
            <a:r>
              <a:rPr lang="en-GB" sz="1050" b="0" dirty="0">
                <a:solidFill>
                  <a:srgbClr val="CCCCCC"/>
                </a:solidFill>
                <a:effectLst/>
                <a:latin typeface="Consolas" panose="020B0609020204030204" pitchFamily="49" charset="0"/>
              </a:rPr>
              <a:t>(</a:t>
            </a:r>
            <a:r>
              <a:rPr lang="en-GB" sz="1050" b="0" dirty="0" err="1">
                <a:solidFill>
                  <a:srgbClr val="9CDCFE"/>
                </a:solidFill>
                <a:effectLst/>
                <a:latin typeface="Consolas" panose="020B0609020204030204" pitchFamily="49" charset="0"/>
              </a:rPr>
              <a:t>bottomRight</a:t>
            </a:r>
            <a:r>
              <a:rPr lang="en-GB" sz="1050" b="0" dirty="0">
                <a:solidFill>
                  <a:srgbClr val="CCCCCC"/>
                </a:solidFill>
                <a:effectLst/>
                <a:latin typeface="Consolas" panose="020B0609020204030204" pitchFamily="49" charset="0"/>
              </a:rPr>
              <a:t>[</a:t>
            </a:r>
            <a:r>
              <a:rPr lang="en-GB" sz="1050" b="0" dirty="0">
                <a:solidFill>
                  <a:srgbClr val="B5CEA8"/>
                </a:solidFill>
                <a:effectLst/>
                <a:latin typeface="Consolas" panose="020B0609020204030204" pitchFamily="49" charset="0"/>
              </a:rPr>
              <a:t>1</a:t>
            </a:r>
            <a:r>
              <a:rPr lang="en-GB" sz="1050" b="0" dirty="0">
                <a:solidFill>
                  <a:srgbClr val="CCCCCC"/>
                </a:solidFill>
                <a:effectLst/>
                <a:latin typeface="Consolas" panose="020B0609020204030204" pitchFamily="49" charset="0"/>
              </a:rPr>
              <a:t>]))</a:t>
            </a:r>
          </a:p>
          <a:p>
            <a:pPr marL="0" indent="0">
              <a:lnSpc>
                <a:spcPct val="100000"/>
              </a:lnSpc>
              <a:spcBef>
                <a:spcPts val="0"/>
              </a:spcBef>
              <a:buNone/>
            </a:pPr>
            <a:r>
              <a:rPr lang="en-GB" sz="1050" b="0" dirty="0">
                <a:solidFill>
                  <a:srgbClr val="CCCCCC"/>
                </a:solidFill>
                <a:effectLst/>
                <a:latin typeface="Consolas" panose="020B0609020204030204" pitchFamily="49" charset="0"/>
              </a:rPr>
              <a:t>            </a:t>
            </a:r>
            <a:r>
              <a:rPr lang="en-GB" sz="1050" b="0" dirty="0" err="1">
                <a:solidFill>
                  <a:srgbClr val="9CDCFE"/>
                </a:solidFill>
                <a:effectLst/>
                <a:latin typeface="Consolas" panose="020B0609020204030204" pitchFamily="49" charset="0"/>
              </a:rPr>
              <a:t>bottomLeft</a:t>
            </a:r>
            <a:r>
              <a:rPr lang="en-GB" sz="1050" b="0" dirty="0">
                <a:solidFill>
                  <a:srgbClr val="CCCCCC"/>
                </a:solidFill>
                <a:effectLst/>
                <a:latin typeface="Consolas" panose="020B0609020204030204" pitchFamily="49" charset="0"/>
              </a:rPr>
              <a:t> </a:t>
            </a:r>
            <a:r>
              <a:rPr lang="en-GB" sz="1050" b="0" dirty="0">
                <a:solidFill>
                  <a:srgbClr val="D4D4D4"/>
                </a:solidFill>
                <a:effectLst/>
                <a:latin typeface="Consolas" panose="020B0609020204030204" pitchFamily="49" charset="0"/>
              </a:rPr>
              <a:t>=</a:t>
            </a:r>
            <a:r>
              <a:rPr lang="en-GB" sz="1050" b="0" dirty="0">
                <a:solidFill>
                  <a:srgbClr val="CCCCCC"/>
                </a:solidFill>
                <a:effectLst/>
                <a:latin typeface="Consolas" panose="020B0609020204030204" pitchFamily="49" charset="0"/>
              </a:rPr>
              <a:t> (</a:t>
            </a:r>
            <a:r>
              <a:rPr lang="en-GB" sz="1050" b="0" dirty="0">
                <a:solidFill>
                  <a:srgbClr val="4EC9B0"/>
                </a:solidFill>
                <a:effectLst/>
                <a:latin typeface="Consolas" panose="020B0609020204030204" pitchFamily="49" charset="0"/>
              </a:rPr>
              <a:t>int</a:t>
            </a:r>
            <a:r>
              <a:rPr lang="en-GB" sz="1050" b="0" dirty="0">
                <a:solidFill>
                  <a:srgbClr val="CCCCCC"/>
                </a:solidFill>
                <a:effectLst/>
                <a:latin typeface="Consolas" panose="020B0609020204030204" pitchFamily="49" charset="0"/>
              </a:rPr>
              <a:t>(</a:t>
            </a:r>
            <a:r>
              <a:rPr lang="en-GB" sz="1050" b="0" dirty="0" err="1">
                <a:solidFill>
                  <a:srgbClr val="9CDCFE"/>
                </a:solidFill>
                <a:effectLst/>
                <a:latin typeface="Consolas" panose="020B0609020204030204" pitchFamily="49" charset="0"/>
              </a:rPr>
              <a:t>bottomLeft</a:t>
            </a:r>
            <a:r>
              <a:rPr lang="en-GB" sz="1050" b="0" dirty="0">
                <a:solidFill>
                  <a:srgbClr val="CCCCCC"/>
                </a:solidFill>
                <a:effectLst/>
                <a:latin typeface="Consolas" panose="020B0609020204030204" pitchFamily="49" charset="0"/>
              </a:rPr>
              <a:t>[</a:t>
            </a:r>
            <a:r>
              <a:rPr lang="en-GB" sz="1050" b="0" dirty="0">
                <a:solidFill>
                  <a:srgbClr val="B5CEA8"/>
                </a:solidFill>
                <a:effectLst/>
                <a:latin typeface="Consolas" panose="020B0609020204030204" pitchFamily="49" charset="0"/>
              </a:rPr>
              <a:t>0</a:t>
            </a:r>
            <a:r>
              <a:rPr lang="en-GB" sz="1050" b="0" dirty="0">
                <a:solidFill>
                  <a:srgbClr val="CCCCCC"/>
                </a:solidFill>
                <a:effectLst/>
                <a:latin typeface="Consolas" panose="020B0609020204030204" pitchFamily="49" charset="0"/>
              </a:rPr>
              <a:t>]), </a:t>
            </a:r>
            <a:r>
              <a:rPr lang="en-GB" sz="1050" b="0" dirty="0">
                <a:solidFill>
                  <a:srgbClr val="4EC9B0"/>
                </a:solidFill>
                <a:effectLst/>
                <a:latin typeface="Consolas" panose="020B0609020204030204" pitchFamily="49" charset="0"/>
              </a:rPr>
              <a:t>int</a:t>
            </a:r>
            <a:r>
              <a:rPr lang="en-GB" sz="1050" b="0" dirty="0">
                <a:solidFill>
                  <a:srgbClr val="CCCCCC"/>
                </a:solidFill>
                <a:effectLst/>
                <a:latin typeface="Consolas" panose="020B0609020204030204" pitchFamily="49" charset="0"/>
              </a:rPr>
              <a:t>(</a:t>
            </a:r>
            <a:r>
              <a:rPr lang="en-GB" sz="1050" b="0" dirty="0" err="1">
                <a:solidFill>
                  <a:srgbClr val="9CDCFE"/>
                </a:solidFill>
                <a:effectLst/>
                <a:latin typeface="Consolas" panose="020B0609020204030204" pitchFamily="49" charset="0"/>
              </a:rPr>
              <a:t>bottomLeft</a:t>
            </a:r>
            <a:r>
              <a:rPr lang="en-GB" sz="1050" b="0" dirty="0">
                <a:solidFill>
                  <a:srgbClr val="CCCCCC"/>
                </a:solidFill>
                <a:effectLst/>
                <a:latin typeface="Consolas" panose="020B0609020204030204" pitchFamily="49" charset="0"/>
              </a:rPr>
              <a:t>[</a:t>
            </a:r>
            <a:r>
              <a:rPr lang="en-GB" sz="1050" b="0" dirty="0">
                <a:solidFill>
                  <a:srgbClr val="B5CEA8"/>
                </a:solidFill>
                <a:effectLst/>
                <a:latin typeface="Consolas" panose="020B0609020204030204" pitchFamily="49" charset="0"/>
              </a:rPr>
              <a:t>1</a:t>
            </a:r>
            <a:r>
              <a:rPr lang="en-GB" sz="1050" b="0" dirty="0">
                <a:solidFill>
                  <a:srgbClr val="CCCCCC"/>
                </a:solidFill>
                <a:effectLst/>
                <a:latin typeface="Consolas" panose="020B0609020204030204" pitchFamily="49" charset="0"/>
              </a:rPr>
              <a:t>]))</a:t>
            </a:r>
          </a:p>
          <a:p>
            <a:pPr marL="0" indent="0">
              <a:lnSpc>
                <a:spcPct val="100000"/>
              </a:lnSpc>
              <a:spcBef>
                <a:spcPts val="0"/>
              </a:spcBef>
              <a:buNone/>
            </a:pPr>
            <a:r>
              <a:rPr lang="en-GB" sz="1050" b="0" dirty="0">
                <a:solidFill>
                  <a:srgbClr val="CCCCCC"/>
                </a:solidFill>
                <a:effectLst/>
                <a:latin typeface="Consolas" panose="020B0609020204030204" pitchFamily="49" charset="0"/>
              </a:rPr>
              <a:t>            </a:t>
            </a:r>
            <a:r>
              <a:rPr lang="en-GB" sz="1050" b="0" dirty="0" err="1">
                <a:solidFill>
                  <a:srgbClr val="9CDCFE"/>
                </a:solidFill>
                <a:effectLst/>
                <a:latin typeface="Consolas" panose="020B0609020204030204" pitchFamily="49" charset="0"/>
              </a:rPr>
              <a:t>topLeft</a:t>
            </a:r>
            <a:r>
              <a:rPr lang="en-GB" sz="1050" b="0" dirty="0">
                <a:solidFill>
                  <a:srgbClr val="CCCCCC"/>
                </a:solidFill>
                <a:effectLst/>
                <a:latin typeface="Consolas" panose="020B0609020204030204" pitchFamily="49" charset="0"/>
              </a:rPr>
              <a:t> </a:t>
            </a:r>
            <a:r>
              <a:rPr lang="en-GB" sz="1050" b="0" dirty="0">
                <a:solidFill>
                  <a:srgbClr val="D4D4D4"/>
                </a:solidFill>
                <a:effectLst/>
                <a:latin typeface="Consolas" panose="020B0609020204030204" pitchFamily="49" charset="0"/>
              </a:rPr>
              <a:t>=</a:t>
            </a:r>
            <a:r>
              <a:rPr lang="en-GB" sz="1050" b="0" dirty="0">
                <a:solidFill>
                  <a:srgbClr val="CCCCCC"/>
                </a:solidFill>
                <a:effectLst/>
                <a:latin typeface="Consolas" panose="020B0609020204030204" pitchFamily="49" charset="0"/>
              </a:rPr>
              <a:t> (</a:t>
            </a:r>
            <a:r>
              <a:rPr lang="en-GB" sz="1050" b="0" dirty="0">
                <a:solidFill>
                  <a:srgbClr val="4EC9B0"/>
                </a:solidFill>
                <a:effectLst/>
                <a:latin typeface="Consolas" panose="020B0609020204030204" pitchFamily="49" charset="0"/>
              </a:rPr>
              <a:t>int</a:t>
            </a:r>
            <a:r>
              <a:rPr lang="en-GB" sz="1050" b="0" dirty="0">
                <a:solidFill>
                  <a:srgbClr val="CCCCCC"/>
                </a:solidFill>
                <a:effectLst/>
                <a:latin typeface="Consolas" panose="020B0609020204030204" pitchFamily="49" charset="0"/>
              </a:rPr>
              <a:t>(</a:t>
            </a:r>
            <a:r>
              <a:rPr lang="en-GB" sz="1050" b="0" dirty="0" err="1">
                <a:solidFill>
                  <a:srgbClr val="9CDCFE"/>
                </a:solidFill>
                <a:effectLst/>
                <a:latin typeface="Consolas" panose="020B0609020204030204" pitchFamily="49" charset="0"/>
              </a:rPr>
              <a:t>topLeft</a:t>
            </a:r>
            <a:r>
              <a:rPr lang="en-GB" sz="1050" b="0" dirty="0">
                <a:solidFill>
                  <a:srgbClr val="CCCCCC"/>
                </a:solidFill>
                <a:effectLst/>
                <a:latin typeface="Consolas" panose="020B0609020204030204" pitchFamily="49" charset="0"/>
              </a:rPr>
              <a:t>[</a:t>
            </a:r>
            <a:r>
              <a:rPr lang="en-GB" sz="1050" b="0" dirty="0">
                <a:solidFill>
                  <a:srgbClr val="B5CEA8"/>
                </a:solidFill>
                <a:effectLst/>
                <a:latin typeface="Consolas" panose="020B0609020204030204" pitchFamily="49" charset="0"/>
              </a:rPr>
              <a:t>0</a:t>
            </a:r>
            <a:r>
              <a:rPr lang="en-GB" sz="1050" b="0" dirty="0">
                <a:solidFill>
                  <a:srgbClr val="CCCCCC"/>
                </a:solidFill>
                <a:effectLst/>
                <a:latin typeface="Consolas" panose="020B0609020204030204" pitchFamily="49" charset="0"/>
              </a:rPr>
              <a:t>]), </a:t>
            </a:r>
            <a:r>
              <a:rPr lang="en-GB" sz="1050" b="0" dirty="0">
                <a:solidFill>
                  <a:srgbClr val="4EC9B0"/>
                </a:solidFill>
                <a:effectLst/>
                <a:latin typeface="Consolas" panose="020B0609020204030204" pitchFamily="49" charset="0"/>
              </a:rPr>
              <a:t>int</a:t>
            </a:r>
            <a:r>
              <a:rPr lang="en-GB" sz="1050" b="0" dirty="0">
                <a:solidFill>
                  <a:srgbClr val="CCCCCC"/>
                </a:solidFill>
                <a:effectLst/>
                <a:latin typeface="Consolas" panose="020B0609020204030204" pitchFamily="49" charset="0"/>
              </a:rPr>
              <a:t>(</a:t>
            </a:r>
            <a:r>
              <a:rPr lang="en-GB" sz="1050" b="0" dirty="0" err="1">
                <a:solidFill>
                  <a:srgbClr val="9CDCFE"/>
                </a:solidFill>
                <a:effectLst/>
                <a:latin typeface="Consolas" panose="020B0609020204030204" pitchFamily="49" charset="0"/>
              </a:rPr>
              <a:t>topLeft</a:t>
            </a:r>
            <a:r>
              <a:rPr lang="en-GB" sz="1050" b="0" dirty="0">
                <a:solidFill>
                  <a:srgbClr val="CCCCCC"/>
                </a:solidFill>
                <a:effectLst/>
                <a:latin typeface="Consolas" panose="020B0609020204030204" pitchFamily="49" charset="0"/>
              </a:rPr>
              <a:t>[</a:t>
            </a:r>
            <a:r>
              <a:rPr lang="en-GB" sz="1050" b="0" dirty="0">
                <a:solidFill>
                  <a:srgbClr val="B5CEA8"/>
                </a:solidFill>
                <a:effectLst/>
                <a:latin typeface="Consolas" panose="020B0609020204030204" pitchFamily="49" charset="0"/>
              </a:rPr>
              <a:t>1</a:t>
            </a:r>
            <a:r>
              <a:rPr lang="en-GB" sz="1050" b="0" dirty="0">
                <a:solidFill>
                  <a:srgbClr val="CCCCCC"/>
                </a:solidFill>
                <a:effectLst/>
                <a:latin typeface="Consolas" panose="020B0609020204030204" pitchFamily="49" charset="0"/>
              </a:rPr>
              <a:t>]))</a:t>
            </a:r>
          </a:p>
          <a:p>
            <a:pPr marL="0" indent="0">
              <a:lnSpc>
                <a:spcPct val="100000"/>
              </a:lnSpc>
              <a:spcBef>
                <a:spcPts val="0"/>
              </a:spcBef>
              <a:buNone/>
            </a:pPr>
            <a:r>
              <a:rPr lang="en-GB" sz="1400" b="0" dirty="0">
                <a:solidFill>
                  <a:srgbClr val="CCCCCC"/>
                </a:solidFill>
                <a:effectLst/>
                <a:latin typeface="Consolas" panose="020B0609020204030204" pitchFamily="49" charset="0"/>
              </a:rPr>
              <a:t>       </a:t>
            </a:r>
          </a:p>
        </p:txBody>
      </p:sp>
      <p:sp>
        <p:nvSpPr>
          <p:cNvPr id="3" name="Content Placeholder 1">
            <a:extLst>
              <a:ext uri="{FF2B5EF4-FFF2-40B4-BE49-F238E27FC236}">
                <a16:creationId xmlns:a16="http://schemas.microsoft.com/office/drawing/2014/main" id="{CB5A4E1E-D395-22F5-2AC3-ECBE9DDAFAE1}"/>
              </a:ext>
            </a:extLst>
          </p:cNvPr>
          <p:cNvSpPr txBox="1">
            <a:spLocks/>
          </p:cNvSpPr>
          <p:nvPr/>
        </p:nvSpPr>
        <p:spPr>
          <a:xfrm>
            <a:off x="5961529" y="-1"/>
            <a:ext cx="6230471" cy="6858000"/>
          </a:xfrm>
          <a:prstGeom prst="rect">
            <a:avLst/>
          </a:prstGeom>
          <a:solidFill>
            <a:schemeClr val="tx2">
              <a:lumMod val="50000"/>
            </a:schemeClr>
          </a:solidFill>
          <a:ln>
            <a:solidFill>
              <a:schemeClr val="bg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ts val="1425"/>
              </a:lnSpc>
              <a:spcBef>
                <a:spcPts val="0"/>
              </a:spcBef>
              <a:buNone/>
            </a:pPr>
            <a:r>
              <a:rPr lang="en-GB" sz="1100" b="0" dirty="0">
                <a:solidFill>
                  <a:srgbClr val="CCCCCC"/>
                </a:solidFill>
                <a:effectLst/>
                <a:latin typeface="Consolas" panose="020B0609020204030204" pitchFamily="49" charset="0"/>
              </a:rPr>
              <a:t>            </a:t>
            </a:r>
            <a:r>
              <a:rPr lang="en-GB" sz="1100" b="0" dirty="0">
                <a:solidFill>
                  <a:srgbClr val="6A9955"/>
                </a:solidFill>
                <a:effectLst/>
                <a:latin typeface="Consolas" panose="020B0609020204030204" pitchFamily="49" charset="0"/>
              </a:rPr>
              <a:t># compute and draw the </a:t>
            </a:r>
            <a:r>
              <a:rPr lang="en-GB" sz="1100" b="0" dirty="0" err="1">
                <a:solidFill>
                  <a:srgbClr val="6A9955"/>
                </a:solidFill>
                <a:effectLst/>
                <a:latin typeface="Consolas" panose="020B0609020204030204" pitchFamily="49" charset="0"/>
              </a:rPr>
              <a:t>center</a:t>
            </a:r>
            <a:r>
              <a:rPr lang="en-GB" sz="1100" b="0" dirty="0">
                <a:solidFill>
                  <a:srgbClr val="6A9955"/>
                </a:solidFill>
                <a:effectLst/>
                <a:latin typeface="Consolas" panose="020B0609020204030204" pitchFamily="49" charset="0"/>
              </a:rPr>
              <a:t> (x, y)-coordinates of the ArUco</a:t>
            </a:r>
            <a:endParaRPr lang="en-GB" sz="1100" b="0" dirty="0">
              <a:solidFill>
                <a:srgbClr val="CCCCCC"/>
              </a:solidFill>
              <a:effectLst/>
              <a:latin typeface="Consolas" panose="020B0609020204030204" pitchFamily="49" charset="0"/>
            </a:endParaRPr>
          </a:p>
          <a:p>
            <a:pPr marL="0" indent="0">
              <a:lnSpc>
                <a:spcPts val="1425"/>
              </a:lnSpc>
              <a:spcBef>
                <a:spcPts val="0"/>
              </a:spcBef>
              <a:buNone/>
            </a:pPr>
            <a:r>
              <a:rPr lang="en-GB" sz="1100" b="0" dirty="0">
                <a:solidFill>
                  <a:srgbClr val="CCCCCC"/>
                </a:solidFill>
                <a:effectLst/>
                <a:latin typeface="Consolas" panose="020B0609020204030204" pitchFamily="49" charset="0"/>
              </a:rPr>
              <a:t>            </a:t>
            </a:r>
            <a:r>
              <a:rPr lang="en-GB" sz="1100" b="0" dirty="0">
                <a:solidFill>
                  <a:srgbClr val="6A9955"/>
                </a:solidFill>
                <a:effectLst/>
                <a:latin typeface="Consolas" panose="020B0609020204030204" pitchFamily="49" charset="0"/>
              </a:rPr>
              <a:t># marker</a:t>
            </a:r>
            <a:endParaRPr lang="en-GB" sz="1100" b="0" dirty="0">
              <a:solidFill>
                <a:srgbClr val="CCCCCC"/>
              </a:solidFill>
              <a:effectLst/>
              <a:latin typeface="Consolas" panose="020B0609020204030204" pitchFamily="49" charset="0"/>
            </a:endParaRPr>
          </a:p>
          <a:p>
            <a:pPr marL="0" indent="0">
              <a:lnSpc>
                <a:spcPts val="1425"/>
              </a:lnSpc>
              <a:spcBef>
                <a:spcPts val="0"/>
              </a:spcBef>
              <a:buNone/>
            </a:pPr>
            <a:r>
              <a:rPr lang="en-GB" sz="1100" b="0" dirty="0">
                <a:solidFill>
                  <a:srgbClr val="CCCCCC"/>
                </a:solidFill>
                <a:effectLst/>
                <a:latin typeface="Consolas" panose="020B0609020204030204" pitchFamily="49" charset="0"/>
              </a:rPr>
              <a:t>            </a:t>
            </a:r>
            <a:r>
              <a:rPr lang="en-GB" sz="1100" b="0" dirty="0" err="1">
                <a:solidFill>
                  <a:srgbClr val="9CDCFE"/>
                </a:solidFill>
                <a:effectLst/>
                <a:latin typeface="Consolas" panose="020B0609020204030204" pitchFamily="49" charset="0"/>
              </a:rPr>
              <a:t>cX</a:t>
            </a:r>
            <a:r>
              <a:rPr lang="en-GB" sz="1100" b="0" dirty="0">
                <a:solidFill>
                  <a:srgbClr val="CCCCCC"/>
                </a:solidFill>
                <a:effectLst/>
                <a:latin typeface="Consolas" panose="020B0609020204030204" pitchFamily="49" charset="0"/>
              </a:rPr>
              <a:t> </a:t>
            </a:r>
            <a:r>
              <a:rPr lang="en-GB" sz="1100" b="0" dirty="0">
                <a:solidFill>
                  <a:srgbClr val="D4D4D4"/>
                </a:solidFill>
                <a:effectLst/>
                <a:latin typeface="Consolas" panose="020B0609020204030204" pitchFamily="49" charset="0"/>
              </a:rPr>
              <a:t>=</a:t>
            </a:r>
            <a:r>
              <a:rPr lang="en-GB" sz="1100" b="0" dirty="0">
                <a:solidFill>
                  <a:srgbClr val="CCCCCC"/>
                </a:solidFill>
                <a:effectLst/>
                <a:latin typeface="Consolas" panose="020B0609020204030204" pitchFamily="49" charset="0"/>
              </a:rPr>
              <a:t> </a:t>
            </a:r>
            <a:r>
              <a:rPr lang="en-GB" sz="1100" b="0" dirty="0">
                <a:solidFill>
                  <a:srgbClr val="4EC9B0"/>
                </a:solidFill>
                <a:effectLst/>
                <a:latin typeface="Consolas" panose="020B0609020204030204" pitchFamily="49" charset="0"/>
              </a:rPr>
              <a:t>int</a:t>
            </a:r>
            <a:r>
              <a:rPr lang="en-GB" sz="1100" b="0" dirty="0">
                <a:solidFill>
                  <a:srgbClr val="CCCCCC"/>
                </a:solidFill>
                <a:effectLst/>
                <a:latin typeface="Consolas" panose="020B0609020204030204" pitchFamily="49" charset="0"/>
              </a:rPr>
              <a:t>((</a:t>
            </a:r>
            <a:r>
              <a:rPr lang="en-GB" sz="1100" b="0" dirty="0" err="1">
                <a:solidFill>
                  <a:srgbClr val="9CDCFE"/>
                </a:solidFill>
                <a:effectLst/>
                <a:latin typeface="Consolas" panose="020B0609020204030204" pitchFamily="49" charset="0"/>
              </a:rPr>
              <a:t>topLeft</a:t>
            </a:r>
            <a:r>
              <a:rPr lang="en-GB" sz="1100" b="0" dirty="0">
                <a:solidFill>
                  <a:srgbClr val="CCCCCC"/>
                </a:solidFill>
                <a:effectLst/>
                <a:latin typeface="Consolas" panose="020B0609020204030204" pitchFamily="49" charset="0"/>
              </a:rPr>
              <a:t>[</a:t>
            </a:r>
            <a:r>
              <a:rPr lang="en-GB" sz="1100" b="0" dirty="0">
                <a:solidFill>
                  <a:srgbClr val="B5CEA8"/>
                </a:solidFill>
                <a:effectLst/>
                <a:latin typeface="Consolas" panose="020B0609020204030204" pitchFamily="49" charset="0"/>
              </a:rPr>
              <a:t>0</a:t>
            </a:r>
            <a:r>
              <a:rPr lang="en-GB" sz="1100" b="0" dirty="0">
                <a:solidFill>
                  <a:srgbClr val="CCCCCC"/>
                </a:solidFill>
                <a:effectLst/>
                <a:latin typeface="Consolas" panose="020B0609020204030204" pitchFamily="49" charset="0"/>
              </a:rPr>
              <a:t>] </a:t>
            </a:r>
            <a:r>
              <a:rPr lang="en-GB" sz="1100" b="0" dirty="0">
                <a:solidFill>
                  <a:srgbClr val="D4D4D4"/>
                </a:solidFill>
                <a:effectLst/>
                <a:latin typeface="Consolas" panose="020B0609020204030204" pitchFamily="49" charset="0"/>
              </a:rPr>
              <a:t>+</a:t>
            </a:r>
            <a:r>
              <a:rPr lang="en-GB" sz="1100" b="0" dirty="0">
                <a:solidFill>
                  <a:srgbClr val="CCCCCC"/>
                </a:solidFill>
                <a:effectLst/>
                <a:latin typeface="Consolas" panose="020B0609020204030204" pitchFamily="49" charset="0"/>
              </a:rPr>
              <a:t> </a:t>
            </a:r>
            <a:r>
              <a:rPr lang="en-GB" sz="1100" b="0" dirty="0" err="1">
                <a:solidFill>
                  <a:srgbClr val="9CDCFE"/>
                </a:solidFill>
                <a:effectLst/>
                <a:latin typeface="Consolas" panose="020B0609020204030204" pitchFamily="49" charset="0"/>
              </a:rPr>
              <a:t>bottomRight</a:t>
            </a:r>
            <a:r>
              <a:rPr lang="en-GB" sz="1100" b="0" dirty="0">
                <a:solidFill>
                  <a:srgbClr val="CCCCCC"/>
                </a:solidFill>
                <a:effectLst/>
                <a:latin typeface="Consolas" panose="020B0609020204030204" pitchFamily="49" charset="0"/>
              </a:rPr>
              <a:t>[</a:t>
            </a:r>
            <a:r>
              <a:rPr lang="en-GB" sz="1100" b="0" dirty="0">
                <a:solidFill>
                  <a:srgbClr val="B5CEA8"/>
                </a:solidFill>
                <a:effectLst/>
                <a:latin typeface="Consolas" panose="020B0609020204030204" pitchFamily="49" charset="0"/>
              </a:rPr>
              <a:t>0</a:t>
            </a:r>
            <a:r>
              <a:rPr lang="en-GB" sz="1100" b="0" dirty="0">
                <a:solidFill>
                  <a:srgbClr val="CCCCCC"/>
                </a:solidFill>
                <a:effectLst/>
                <a:latin typeface="Consolas" panose="020B0609020204030204" pitchFamily="49" charset="0"/>
              </a:rPr>
              <a:t>]) </a:t>
            </a:r>
            <a:r>
              <a:rPr lang="en-GB" sz="1100" b="0" dirty="0">
                <a:solidFill>
                  <a:srgbClr val="D4D4D4"/>
                </a:solidFill>
                <a:effectLst/>
                <a:latin typeface="Consolas" panose="020B0609020204030204" pitchFamily="49" charset="0"/>
              </a:rPr>
              <a:t>/</a:t>
            </a:r>
            <a:r>
              <a:rPr lang="en-GB" sz="1100" b="0" dirty="0">
                <a:solidFill>
                  <a:srgbClr val="CCCCCC"/>
                </a:solidFill>
                <a:effectLst/>
                <a:latin typeface="Consolas" panose="020B0609020204030204" pitchFamily="49" charset="0"/>
              </a:rPr>
              <a:t> </a:t>
            </a:r>
            <a:r>
              <a:rPr lang="en-GB" sz="1100" b="0" dirty="0">
                <a:solidFill>
                  <a:srgbClr val="B5CEA8"/>
                </a:solidFill>
                <a:effectLst/>
                <a:latin typeface="Consolas" panose="020B0609020204030204" pitchFamily="49" charset="0"/>
              </a:rPr>
              <a:t>2.0</a:t>
            </a:r>
            <a:r>
              <a:rPr lang="en-GB" sz="1100" b="0" dirty="0">
                <a:solidFill>
                  <a:srgbClr val="CCCCCC"/>
                </a:solidFill>
                <a:effectLst/>
                <a:latin typeface="Consolas" panose="020B0609020204030204" pitchFamily="49" charset="0"/>
              </a:rPr>
              <a:t>)</a:t>
            </a:r>
          </a:p>
          <a:p>
            <a:pPr marL="0" indent="0">
              <a:lnSpc>
                <a:spcPts val="1425"/>
              </a:lnSpc>
              <a:spcBef>
                <a:spcPts val="0"/>
              </a:spcBef>
              <a:buNone/>
            </a:pPr>
            <a:r>
              <a:rPr lang="en-GB" sz="1100" b="0" dirty="0">
                <a:solidFill>
                  <a:srgbClr val="CCCCCC"/>
                </a:solidFill>
                <a:effectLst/>
                <a:latin typeface="Consolas" panose="020B0609020204030204" pitchFamily="49" charset="0"/>
              </a:rPr>
              <a:t>            </a:t>
            </a:r>
            <a:r>
              <a:rPr lang="en-GB" sz="1100" b="0" dirty="0" err="1">
                <a:solidFill>
                  <a:srgbClr val="9CDCFE"/>
                </a:solidFill>
                <a:effectLst/>
                <a:latin typeface="Consolas" panose="020B0609020204030204" pitchFamily="49" charset="0"/>
              </a:rPr>
              <a:t>cY</a:t>
            </a:r>
            <a:r>
              <a:rPr lang="en-GB" sz="1100" b="0" dirty="0">
                <a:solidFill>
                  <a:srgbClr val="CCCCCC"/>
                </a:solidFill>
                <a:effectLst/>
                <a:latin typeface="Consolas" panose="020B0609020204030204" pitchFamily="49" charset="0"/>
              </a:rPr>
              <a:t> </a:t>
            </a:r>
            <a:r>
              <a:rPr lang="en-GB" sz="1100" b="0" dirty="0">
                <a:solidFill>
                  <a:srgbClr val="D4D4D4"/>
                </a:solidFill>
                <a:effectLst/>
                <a:latin typeface="Consolas" panose="020B0609020204030204" pitchFamily="49" charset="0"/>
              </a:rPr>
              <a:t>=</a:t>
            </a:r>
            <a:r>
              <a:rPr lang="en-GB" sz="1100" b="0" dirty="0">
                <a:solidFill>
                  <a:srgbClr val="CCCCCC"/>
                </a:solidFill>
                <a:effectLst/>
                <a:latin typeface="Consolas" panose="020B0609020204030204" pitchFamily="49" charset="0"/>
              </a:rPr>
              <a:t> </a:t>
            </a:r>
            <a:r>
              <a:rPr lang="en-GB" sz="1100" b="0" dirty="0">
                <a:solidFill>
                  <a:srgbClr val="4EC9B0"/>
                </a:solidFill>
                <a:effectLst/>
                <a:latin typeface="Consolas" panose="020B0609020204030204" pitchFamily="49" charset="0"/>
              </a:rPr>
              <a:t>int</a:t>
            </a:r>
            <a:r>
              <a:rPr lang="en-GB" sz="1100" b="0" dirty="0">
                <a:solidFill>
                  <a:srgbClr val="CCCCCC"/>
                </a:solidFill>
                <a:effectLst/>
                <a:latin typeface="Consolas" panose="020B0609020204030204" pitchFamily="49" charset="0"/>
              </a:rPr>
              <a:t>((</a:t>
            </a:r>
            <a:r>
              <a:rPr lang="en-GB" sz="1100" b="0" dirty="0" err="1">
                <a:solidFill>
                  <a:srgbClr val="9CDCFE"/>
                </a:solidFill>
                <a:effectLst/>
                <a:latin typeface="Consolas" panose="020B0609020204030204" pitchFamily="49" charset="0"/>
              </a:rPr>
              <a:t>topLeft</a:t>
            </a:r>
            <a:r>
              <a:rPr lang="en-GB" sz="1100" b="0" dirty="0">
                <a:solidFill>
                  <a:srgbClr val="CCCCCC"/>
                </a:solidFill>
                <a:effectLst/>
                <a:latin typeface="Consolas" panose="020B0609020204030204" pitchFamily="49" charset="0"/>
              </a:rPr>
              <a:t>[</a:t>
            </a:r>
            <a:r>
              <a:rPr lang="en-GB" sz="1100" b="0" dirty="0">
                <a:solidFill>
                  <a:srgbClr val="B5CEA8"/>
                </a:solidFill>
                <a:effectLst/>
                <a:latin typeface="Consolas" panose="020B0609020204030204" pitchFamily="49" charset="0"/>
              </a:rPr>
              <a:t>1</a:t>
            </a:r>
            <a:r>
              <a:rPr lang="en-GB" sz="1100" b="0" dirty="0">
                <a:solidFill>
                  <a:srgbClr val="CCCCCC"/>
                </a:solidFill>
                <a:effectLst/>
                <a:latin typeface="Consolas" panose="020B0609020204030204" pitchFamily="49" charset="0"/>
              </a:rPr>
              <a:t>] </a:t>
            </a:r>
            <a:r>
              <a:rPr lang="en-GB" sz="1100" b="0" dirty="0">
                <a:solidFill>
                  <a:srgbClr val="D4D4D4"/>
                </a:solidFill>
                <a:effectLst/>
                <a:latin typeface="Consolas" panose="020B0609020204030204" pitchFamily="49" charset="0"/>
              </a:rPr>
              <a:t>+</a:t>
            </a:r>
            <a:r>
              <a:rPr lang="en-GB" sz="1100" b="0" dirty="0">
                <a:solidFill>
                  <a:srgbClr val="CCCCCC"/>
                </a:solidFill>
                <a:effectLst/>
                <a:latin typeface="Consolas" panose="020B0609020204030204" pitchFamily="49" charset="0"/>
              </a:rPr>
              <a:t> </a:t>
            </a:r>
            <a:r>
              <a:rPr lang="en-GB" sz="1100" b="0" dirty="0" err="1">
                <a:solidFill>
                  <a:srgbClr val="9CDCFE"/>
                </a:solidFill>
                <a:effectLst/>
                <a:latin typeface="Consolas" panose="020B0609020204030204" pitchFamily="49" charset="0"/>
              </a:rPr>
              <a:t>bottomRight</a:t>
            </a:r>
            <a:r>
              <a:rPr lang="en-GB" sz="1100" b="0" dirty="0">
                <a:solidFill>
                  <a:srgbClr val="CCCCCC"/>
                </a:solidFill>
                <a:effectLst/>
                <a:latin typeface="Consolas" panose="020B0609020204030204" pitchFamily="49" charset="0"/>
              </a:rPr>
              <a:t>[</a:t>
            </a:r>
            <a:r>
              <a:rPr lang="en-GB" sz="1100" b="0" dirty="0">
                <a:solidFill>
                  <a:srgbClr val="B5CEA8"/>
                </a:solidFill>
                <a:effectLst/>
                <a:latin typeface="Consolas" panose="020B0609020204030204" pitchFamily="49" charset="0"/>
              </a:rPr>
              <a:t>1</a:t>
            </a:r>
            <a:r>
              <a:rPr lang="en-GB" sz="1100" b="0" dirty="0">
                <a:solidFill>
                  <a:srgbClr val="CCCCCC"/>
                </a:solidFill>
                <a:effectLst/>
                <a:latin typeface="Consolas" panose="020B0609020204030204" pitchFamily="49" charset="0"/>
              </a:rPr>
              <a:t>]) </a:t>
            </a:r>
            <a:r>
              <a:rPr lang="en-GB" sz="1100" b="0" dirty="0">
                <a:solidFill>
                  <a:srgbClr val="D4D4D4"/>
                </a:solidFill>
                <a:effectLst/>
                <a:latin typeface="Consolas" panose="020B0609020204030204" pitchFamily="49" charset="0"/>
              </a:rPr>
              <a:t>/</a:t>
            </a:r>
            <a:r>
              <a:rPr lang="en-GB" sz="1100" b="0" dirty="0">
                <a:solidFill>
                  <a:srgbClr val="CCCCCC"/>
                </a:solidFill>
                <a:effectLst/>
                <a:latin typeface="Consolas" panose="020B0609020204030204" pitchFamily="49" charset="0"/>
              </a:rPr>
              <a:t> </a:t>
            </a:r>
            <a:r>
              <a:rPr lang="en-GB" sz="1100" b="0" dirty="0">
                <a:solidFill>
                  <a:srgbClr val="B5CEA8"/>
                </a:solidFill>
                <a:effectLst/>
                <a:latin typeface="Consolas" panose="020B0609020204030204" pitchFamily="49" charset="0"/>
              </a:rPr>
              <a:t>2.0</a:t>
            </a:r>
            <a:r>
              <a:rPr lang="en-GB" sz="1100" b="0" dirty="0">
                <a:solidFill>
                  <a:srgbClr val="CCCCCC"/>
                </a:solidFill>
                <a:effectLst/>
                <a:latin typeface="Consolas" panose="020B0609020204030204" pitchFamily="49" charset="0"/>
              </a:rPr>
              <a:t>)</a:t>
            </a:r>
          </a:p>
          <a:p>
            <a:pPr marL="0" indent="0">
              <a:lnSpc>
                <a:spcPts val="1425"/>
              </a:lnSpc>
              <a:spcBef>
                <a:spcPts val="0"/>
              </a:spcBef>
              <a:buNone/>
            </a:pPr>
            <a:r>
              <a:rPr lang="en-GB" sz="1100" b="0" dirty="0">
                <a:solidFill>
                  <a:srgbClr val="CCCCCC"/>
                </a:solidFill>
                <a:effectLst/>
                <a:latin typeface="Consolas" panose="020B0609020204030204" pitchFamily="49" charset="0"/>
              </a:rPr>
              <a:t>            </a:t>
            </a:r>
            <a:r>
              <a:rPr lang="en-GB" sz="1100" b="0" dirty="0" err="1">
                <a:solidFill>
                  <a:srgbClr val="4EC9B0"/>
                </a:solidFill>
                <a:effectLst/>
                <a:latin typeface="Consolas" panose="020B0609020204030204" pitchFamily="49" charset="0"/>
              </a:rPr>
              <a:t>cv</a:t>
            </a:r>
            <a:r>
              <a:rPr lang="en-GB" sz="1100" b="0" dirty="0" err="1">
                <a:solidFill>
                  <a:srgbClr val="CCCCCC"/>
                </a:solidFill>
                <a:effectLst/>
                <a:latin typeface="Consolas" panose="020B0609020204030204" pitchFamily="49" charset="0"/>
              </a:rPr>
              <a:t>.circle</a:t>
            </a:r>
            <a:r>
              <a:rPr lang="en-GB" sz="1100" b="0" dirty="0">
                <a:solidFill>
                  <a:srgbClr val="CCCCCC"/>
                </a:solidFill>
                <a:effectLst/>
                <a:latin typeface="Consolas" panose="020B0609020204030204" pitchFamily="49" charset="0"/>
              </a:rPr>
              <a:t>(</a:t>
            </a:r>
            <a:r>
              <a:rPr lang="en-GB" sz="1100" b="0" dirty="0" err="1">
                <a:solidFill>
                  <a:srgbClr val="9CDCFE"/>
                </a:solidFill>
                <a:effectLst/>
                <a:latin typeface="Consolas" panose="020B0609020204030204" pitchFamily="49" charset="0"/>
              </a:rPr>
              <a:t>img</a:t>
            </a:r>
            <a:r>
              <a:rPr lang="en-GB" sz="1100" b="0" dirty="0">
                <a:solidFill>
                  <a:srgbClr val="CCCCCC"/>
                </a:solidFill>
                <a:effectLst/>
                <a:latin typeface="Consolas" panose="020B0609020204030204" pitchFamily="49" charset="0"/>
              </a:rPr>
              <a:t>, (</a:t>
            </a:r>
            <a:r>
              <a:rPr lang="en-GB" sz="1100" b="0" dirty="0" err="1">
                <a:solidFill>
                  <a:srgbClr val="9CDCFE"/>
                </a:solidFill>
                <a:effectLst/>
                <a:latin typeface="Consolas" panose="020B0609020204030204" pitchFamily="49" charset="0"/>
              </a:rPr>
              <a:t>cX</a:t>
            </a:r>
            <a:r>
              <a:rPr lang="en-GB" sz="1100" b="0" dirty="0">
                <a:solidFill>
                  <a:srgbClr val="CCCCCC"/>
                </a:solidFill>
                <a:effectLst/>
                <a:latin typeface="Consolas" panose="020B0609020204030204" pitchFamily="49" charset="0"/>
              </a:rPr>
              <a:t>, </a:t>
            </a:r>
            <a:r>
              <a:rPr lang="en-GB" sz="1100" b="0" dirty="0" err="1">
                <a:solidFill>
                  <a:srgbClr val="9CDCFE"/>
                </a:solidFill>
                <a:effectLst/>
                <a:latin typeface="Consolas" panose="020B0609020204030204" pitchFamily="49" charset="0"/>
              </a:rPr>
              <a:t>cY</a:t>
            </a:r>
            <a:r>
              <a:rPr lang="en-GB" sz="1100" b="0" dirty="0">
                <a:solidFill>
                  <a:srgbClr val="CCCCCC"/>
                </a:solidFill>
                <a:effectLst/>
                <a:latin typeface="Consolas" panose="020B0609020204030204" pitchFamily="49" charset="0"/>
              </a:rPr>
              <a:t>), </a:t>
            </a:r>
            <a:r>
              <a:rPr lang="en-GB" sz="1100" b="0" dirty="0">
                <a:solidFill>
                  <a:srgbClr val="B5CEA8"/>
                </a:solidFill>
                <a:effectLst/>
                <a:latin typeface="Consolas" panose="020B0609020204030204" pitchFamily="49" charset="0"/>
              </a:rPr>
              <a:t>4</a:t>
            </a:r>
            <a:r>
              <a:rPr lang="en-GB" sz="1100" b="0" dirty="0">
                <a:solidFill>
                  <a:srgbClr val="CCCCCC"/>
                </a:solidFill>
                <a:effectLst/>
                <a:latin typeface="Consolas" panose="020B0609020204030204" pitchFamily="49" charset="0"/>
              </a:rPr>
              <a:t>, (</a:t>
            </a:r>
            <a:r>
              <a:rPr lang="en-GB" sz="1100" b="0" dirty="0">
                <a:solidFill>
                  <a:srgbClr val="B5CEA8"/>
                </a:solidFill>
                <a:effectLst/>
                <a:latin typeface="Consolas" panose="020B0609020204030204" pitchFamily="49" charset="0"/>
              </a:rPr>
              <a:t>0</a:t>
            </a:r>
            <a:r>
              <a:rPr lang="en-GB" sz="1100" b="0" dirty="0">
                <a:solidFill>
                  <a:srgbClr val="CCCCCC"/>
                </a:solidFill>
                <a:effectLst/>
                <a:latin typeface="Consolas" panose="020B0609020204030204" pitchFamily="49" charset="0"/>
              </a:rPr>
              <a:t>, </a:t>
            </a:r>
            <a:r>
              <a:rPr lang="en-GB" sz="1100" b="0" dirty="0">
                <a:solidFill>
                  <a:srgbClr val="B5CEA8"/>
                </a:solidFill>
                <a:effectLst/>
                <a:latin typeface="Consolas" panose="020B0609020204030204" pitchFamily="49" charset="0"/>
              </a:rPr>
              <a:t>0</a:t>
            </a:r>
            <a:r>
              <a:rPr lang="en-GB" sz="1100" b="0" dirty="0">
                <a:solidFill>
                  <a:srgbClr val="CCCCCC"/>
                </a:solidFill>
                <a:effectLst/>
                <a:latin typeface="Consolas" panose="020B0609020204030204" pitchFamily="49" charset="0"/>
              </a:rPr>
              <a:t>, </a:t>
            </a:r>
            <a:r>
              <a:rPr lang="en-GB" sz="1100" b="0" dirty="0">
                <a:solidFill>
                  <a:srgbClr val="B5CEA8"/>
                </a:solidFill>
                <a:effectLst/>
                <a:latin typeface="Consolas" panose="020B0609020204030204" pitchFamily="49" charset="0"/>
              </a:rPr>
              <a:t>255</a:t>
            </a:r>
            <a:r>
              <a:rPr lang="en-GB" sz="1100" b="0" dirty="0">
                <a:solidFill>
                  <a:srgbClr val="CCCCCC"/>
                </a:solidFill>
                <a:effectLst/>
                <a:latin typeface="Consolas" panose="020B0609020204030204" pitchFamily="49" charset="0"/>
              </a:rPr>
              <a:t>), </a:t>
            </a:r>
            <a:r>
              <a:rPr lang="en-GB" sz="1100" b="0" dirty="0">
                <a:solidFill>
                  <a:srgbClr val="D4D4D4"/>
                </a:solidFill>
                <a:effectLst/>
                <a:latin typeface="Consolas" panose="020B0609020204030204" pitchFamily="49" charset="0"/>
              </a:rPr>
              <a:t>-</a:t>
            </a:r>
            <a:r>
              <a:rPr lang="en-GB" sz="1100" b="0" dirty="0">
                <a:solidFill>
                  <a:srgbClr val="B5CEA8"/>
                </a:solidFill>
                <a:effectLst/>
                <a:latin typeface="Consolas" panose="020B0609020204030204" pitchFamily="49" charset="0"/>
              </a:rPr>
              <a:t>1</a:t>
            </a:r>
            <a:r>
              <a:rPr lang="en-GB" sz="1100" b="0" dirty="0">
                <a:solidFill>
                  <a:srgbClr val="CCCCCC"/>
                </a:solidFill>
                <a:effectLst/>
                <a:latin typeface="Consolas" panose="020B0609020204030204" pitchFamily="49" charset="0"/>
              </a:rPr>
              <a:t>)</a:t>
            </a:r>
          </a:p>
          <a:p>
            <a:pPr marL="0" indent="0">
              <a:lnSpc>
                <a:spcPts val="1425"/>
              </a:lnSpc>
              <a:spcBef>
                <a:spcPts val="0"/>
              </a:spcBef>
              <a:buNone/>
            </a:pPr>
            <a:r>
              <a:rPr lang="en-GB" sz="1100" b="0" dirty="0">
                <a:solidFill>
                  <a:srgbClr val="CCCCCC"/>
                </a:solidFill>
                <a:effectLst/>
                <a:latin typeface="Consolas" panose="020B0609020204030204" pitchFamily="49" charset="0"/>
              </a:rPr>
              <a:t>           </a:t>
            </a:r>
          </a:p>
          <a:p>
            <a:pPr marL="0" indent="0">
              <a:lnSpc>
                <a:spcPts val="1425"/>
              </a:lnSpc>
              <a:spcBef>
                <a:spcPts val="0"/>
              </a:spcBef>
              <a:buNone/>
            </a:pPr>
            <a:r>
              <a:rPr lang="en-GB" sz="1100" b="0" dirty="0">
                <a:solidFill>
                  <a:srgbClr val="CCCCCC"/>
                </a:solidFill>
                <a:effectLst/>
                <a:latin typeface="Consolas" panose="020B0609020204030204" pitchFamily="49" charset="0"/>
              </a:rPr>
              <a:t>            </a:t>
            </a:r>
          </a:p>
          <a:p>
            <a:pPr marL="0" indent="0">
              <a:lnSpc>
                <a:spcPts val="1425"/>
              </a:lnSpc>
              <a:spcBef>
                <a:spcPts val="0"/>
              </a:spcBef>
              <a:buNone/>
            </a:pPr>
            <a:r>
              <a:rPr lang="en-GB" sz="1100" b="0" dirty="0">
                <a:solidFill>
                  <a:srgbClr val="CCCCCC"/>
                </a:solidFill>
                <a:effectLst/>
                <a:latin typeface="Consolas" panose="020B0609020204030204" pitchFamily="49" charset="0"/>
              </a:rPr>
              <a:t>    </a:t>
            </a:r>
            <a:r>
              <a:rPr lang="en-GB" sz="1100" b="0" dirty="0" err="1">
                <a:solidFill>
                  <a:srgbClr val="4EC9B0"/>
                </a:solidFill>
                <a:effectLst/>
                <a:latin typeface="Consolas" panose="020B0609020204030204" pitchFamily="49" charset="0"/>
              </a:rPr>
              <a:t>cv</a:t>
            </a:r>
            <a:r>
              <a:rPr lang="en-GB" sz="1100" b="0" dirty="0" err="1">
                <a:solidFill>
                  <a:srgbClr val="CCCCCC"/>
                </a:solidFill>
                <a:effectLst/>
                <a:latin typeface="Consolas" panose="020B0609020204030204" pitchFamily="49" charset="0"/>
              </a:rPr>
              <a:t>.imshow</a:t>
            </a:r>
            <a:r>
              <a:rPr lang="en-GB" sz="1100" b="0" dirty="0">
                <a:solidFill>
                  <a:srgbClr val="CCCCCC"/>
                </a:solidFill>
                <a:effectLst/>
                <a:latin typeface="Consolas" panose="020B0609020204030204" pitchFamily="49" charset="0"/>
              </a:rPr>
              <a:t>(</a:t>
            </a:r>
            <a:r>
              <a:rPr lang="en-GB" sz="1100" b="0" dirty="0">
                <a:solidFill>
                  <a:srgbClr val="CE9178"/>
                </a:solidFill>
                <a:effectLst/>
                <a:latin typeface="Consolas" panose="020B0609020204030204" pitchFamily="49" charset="0"/>
              </a:rPr>
              <a:t>"capture"</a:t>
            </a:r>
            <a:r>
              <a:rPr lang="en-GB" sz="1100" b="0" dirty="0">
                <a:solidFill>
                  <a:srgbClr val="CCCCCC"/>
                </a:solidFill>
                <a:effectLst/>
                <a:latin typeface="Consolas" panose="020B0609020204030204" pitchFamily="49" charset="0"/>
              </a:rPr>
              <a:t>, </a:t>
            </a:r>
            <a:r>
              <a:rPr lang="en-GB" sz="1100" b="0" dirty="0" err="1">
                <a:solidFill>
                  <a:srgbClr val="9CDCFE"/>
                </a:solidFill>
                <a:effectLst/>
                <a:latin typeface="Consolas" panose="020B0609020204030204" pitchFamily="49" charset="0"/>
              </a:rPr>
              <a:t>img</a:t>
            </a:r>
            <a:r>
              <a:rPr lang="en-GB" sz="1100" b="0" dirty="0">
                <a:solidFill>
                  <a:srgbClr val="CCCCCC"/>
                </a:solidFill>
                <a:effectLst/>
                <a:latin typeface="Consolas" panose="020B0609020204030204" pitchFamily="49" charset="0"/>
              </a:rPr>
              <a:t>)</a:t>
            </a:r>
          </a:p>
          <a:p>
            <a:pPr marL="0" indent="0">
              <a:lnSpc>
                <a:spcPts val="1425"/>
              </a:lnSpc>
              <a:spcBef>
                <a:spcPts val="0"/>
              </a:spcBef>
              <a:buNone/>
            </a:pPr>
            <a:br>
              <a:rPr lang="en-GB" sz="1100" b="0" dirty="0">
                <a:solidFill>
                  <a:srgbClr val="CCCCCC"/>
                </a:solidFill>
                <a:effectLst/>
                <a:latin typeface="Consolas" panose="020B0609020204030204" pitchFamily="49" charset="0"/>
              </a:rPr>
            </a:br>
            <a:r>
              <a:rPr lang="en-GB" sz="1100" b="0" dirty="0">
                <a:solidFill>
                  <a:srgbClr val="CCCCCC"/>
                </a:solidFill>
                <a:effectLst/>
                <a:latin typeface="Consolas" panose="020B0609020204030204" pitchFamily="49" charset="0"/>
              </a:rPr>
              <a:t>    </a:t>
            </a:r>
            <a:r>
              <a:rPr lang="en-GB" sz="1100" b="0" dirty="0">
                <a:solidFill>
                  <a:srgbClr val="9CDCFE"/>
                </a:solidFill>
                <a:effectLst/>
                <a:latin typeface="Consolas" panose="020B0609020204030204" pitchFamily="49" charset="0"/>
              </a:rPr>
              <a:t>k</a:t>
            </a:r>
            <a:r>
              <a:rPr lang="en-GB" sz="1100" b="0" dirty="0">
                <a:solidFill>
                  <a:srgbClr val="CCCCCC"/>
                </a:solidFill>
                <a:effectLst/>
                <a:latin typeface="Consolas" panose="020B0609020204030204" pitchFamily="49" charset="0"/>
              </a:rPr>
              <a:t> </a:t>
            </a:r>
            <a:r>
              <a:rPr lang="en-GB" sz="1100" b="0" dirty="0">
                <a:solidFill>
                  <a:srgbClr val="D4D4D4"/>
                </a:solidFill>
                <a:effectLst/>
                <a:latin typeface="Consolas" panose="020B0609020204030204" pitchFamily="49" charset="0"/>
              </a:rPr>
              <a:t>=</a:t>
            </a:r>
            <a:r>
              <a:rPr lang="en-GB" sz="1100" b="0" dirty="0">
                <a:solidFill>
                  <a:srgbClr val="CCCCCC"/>
                </a:solidFill>
                <a:effectLst/>
                <a:latin typeface="Consolas" panose="020B0609020204030204" pitchFamily="49" charset="0"/>
              </a:rPr>
              <a:t> </a:t>
            </a:r>
            <a:r>
              <a:rPr lang="en-GB" sz="1100" b="0" dirty="0" err="1">
                <a:solidFill>
                  <a:srgbClr val="4EC9B0"/>
                </a:solidFill>
                <a:effectLst/>
                <a:latin typeface="Consolas" panose="020B0609020204030204" pitchFamily="49" charset="0"/>
              </a:rPr>
              <a:t>cv</a:t>
            </a:r>
            <a:r>
              <a:rPr lang="en-GB" sz="1100" b="0" dirty="0" err="1">
                <a:solidFill>
                  <a:srgbClr val="CCCCCC"/>
                </a:solidFill>
                <a:effectLst/>
                <a:latin typeface="Consolas" panose="020B0609020204030204" pitchFamily="49" charset="0"/>
              </a:rPr>
              <a:t>.waitKey</a:t>
            </a:r>
            <a:r>
              <a:rPr lang="en-GB" sz="1100" b="0" dirty="0">
                <a:solidFill>
                  <a:srgbClr val="CCCCCC"/>
                </a:solidFill>
                <a:effectLst/>
                <a:latin typeface="Consolas" panose="020B0609020204030204" pitchFamily="49" charset="0"/>
              </a:rPr>
              <a:t>(</a:t>
            </a:r>
            <a:r>
              <a:rPr lang="en-GB" sz="1100" b="0" dirty="0">
                <a:solidFill>
                  <a:srgbClr val="B5CEA8"/>
                </a:solidFill>
                <a:effectLst/>
                <a:latin typeface="Consolas" panose="020B0609020204030204" pitchFamily="49" charset="0"/>
              </a:rPr>
              <a:t>1</a:t>
            </a:r>
            <a:r>
              <a:rPr lang="en-GB" sz="1100" b="0" dirty="0">
                <a:solidFill>
                  <a:srgbClr val="CCCCCC"/>
                </a:solidFill>
                <a:effectLst/>
                <a:latin typeface="Consolas" panose="020B0609020204030204" pitchFamily="49" charset="0"/>
              </a:rPr>
              <a:t>)</a:t>
            </a:r>
          </a:p>
          <a:p>
            <a:pPr marL="0" indent="0">
              <a:lnSpc>
                <a:spcPts val="1425"/>
              </a:lnSpc>
              <a:spcBef>
                <a:spcPts val="0"/>
              </a:spcBef>
              <a:buNone/>
            </a:pPr>
            <a:r>
              <a:rPr lang="en-GB" sz="1100" b="0" dirty="0">
                <a:solidFill>
                  <a:srgbClr val="CCCCCC"/>
                </a:solidFill>
                <a:effectLst/>
                <a:latin typeface="Consolas" panose="020B0609020204030204" pitchFamily="49" charset="0"/>
              </a:rPr>
              <a:t>    </a:t>
            </a:r>
            <a:r>
              <a:rPr lang="en-GB" sz="1100" b="0" dirty="0">
                <a:solidFill>
                  <a:srgbClr val="C586C0"/>
                </a:solidFill>
                <a:effectLst/>
                <a:latin typeface="Consolas" panose="020B0609020204030204" pitchFamily="49" charset="0"/>
              </a:rPr>
              <a:t>if</a:t>
            </a:r>
            <a:r>
              <a:rPr lang="en-GB" sz="1100" b="0" dirty="0">
                <a:solidFill>
                  <a:srgbClr val="CCCCCC"/>
                </a:solidFill>
                <a:effectLst/>
                <a:latin typeface="Consolas" panose="020B0609020204030204" pitchFamily="49" charset="0"/>
              </a:rPr>
              <a:t> </a:t>
            </a:r>
            <a:r>
              <a:rPr lang="en-GB" sz="1100" b="0" dirty="0">
                <a:solidFill>
                  <a:srgbClr val="9CDCFE"/>
                </a:solidFill>
                <a:effectLst/>
                <a:latin typeface="Consolas" panose="020B0609020204030204" pitchFamily="49" charset="0"/>
              </a:rPr>
              <a:t>k</a:t>
            </a:r>
            <a:r>
              <a:rPr lang="en-GB" sz="1100" b="0" dirty="0">
                <a:solidFill>
                  <a:srgbClr val="D4D4D4"/>
                </a:solidFill>
                <a:effectLst/>
                <a:latin typeface="Consolas" panose="020B0609020204030204" pitchFamily="49" charset="0"/>
              </a:rPr>
              <a:t>%</a:t>
            </a:r>
            <a:r>
              <a:rPr lang="en-GB" sz="1100" b="0" dirty="0">
                <a:solidFill>
                  <a:srgbClr val="B5CEA8"/>
                </a:solidFill>
                <a:effectLst/>
                <a:latin typeface="Consolas" panose="020B0609020204030204" pitchFamily="49" charset="0"/>
              </a:rPr>
              <a:t>256</a:t>
            </a:r>
            <a:r>
              <a:rPr lang="en-GB" sz="1100" b="0" dirty="0">
                <a:solidFill>
                  <a:srgbClr val="CCCCCC"/>
                </a:solidFill>
                <a:effectLst/>
                <a:latin typeface="Consolas" panose="020B0609020204030204" pitchFamily="49" charset="0"/>
              </a:rPr>
              <a:t> </a:t>
            </a:r>
            <a:r>
              <a:rPr lang="en-GB" sz="1100" b="0" dirty="0">
                <a:solidFill>
                  <a:srgbClr val="D4D4D4"/>
                </a:solidFill>
                <a:effectLst/>
                <a:latin typeface="Consolas" panose="020B0609020204030204" pitchFamily="49" charset="0"/>
              </a:rPr>
              <a:t>==</a:t>
            </a:r>
            <a:r>
              <a:rPr lang="en-GB" sz="1100" b="0" dirty="0">
                <a:solidFill>
                  <a:srgbClr val="CCCCCC"/>
                </a:solidFill>
                <a:effectLst/>
                <a:latin typeface="Consolas" panose="020B0609020204030204" pitchFamily="49" charset="0"/>
              </a:rPr>
              <a:t> </a:t>
            </a:r>
            <a:r>
              <a:rPr lang="en-GB" sz="1100" b="0" dirty="0">
                <a:solidFill>
                  <a:srgbClr val="B5CEA8"/>
                </a:solidFill>
                <a:effectLst/>
                <a:latin typeface="Consolas" panose="020B0609020204030204" pitchFamily="49" charset="0"/>
              </a:rPr>
              <a:t>27</a:t>
            </a:r>
            <a:r>
              <a:rPr lang="en-GB" sz="1100" b="0" dirty="0">
                <a:solidFill>
                  <a:srgbClr val="CCCCCC"/>
                </a:solidFill>
                <a:effectLst/>
                <a:latin typeface="Consolas" panose="020B0609020204030204" pitchFamily="49" charset="0"/>
              </a:rPr>
              <a:t>:</a:t>
            </a:r>
          </a:p>
          <a:p>
            <a:pPr marL="0" indent="0">
              <a:lnSpc>
                <a:spcPts val="1425"/>
              </a:lnSpc>
              <a:spcBef>
                <a:spcPts val="0"/>
              </a:spcBef>
              <a:buNone/>
            </a:pPr>
            <a:r>
              <a:rPr lang="en-GB" sz="1100" b="0" dirty="0">
                <a:solidFill>
                  <a:srgbClr val="CCCCCC"/>
                </a:solidFill>
                <a:effectLst/>
                <a:latin typeface="Consolas" panose="020B0609020204030204" pitchFamily="49" charset="0"/>
              </a:rPr>
              <a:t>        </a:t>
            </a:r>
            <a:r>
              <a:rPr lang="en-GB" sz="1100" b="0" dirty="0">
                <a:solidFill>
                  <a:srgbClr val="6A9955"/>
                </a:solidFill>
                <a:effectLst/>
                <a:latin typeface="Consolas" panose="020B0609020204030204" pitchFamily="49" charset="0"/>
              </a:rPr>
              <a:t># ESC pressed</a:t>
            </a:r>
            <a:endParaRPr lang="en-GB" sz="1100" b="0" dirty="0">
              <a:solidFill>
                <a:srgbClr val="CCCCCC"/>
              </a:solidFill>
              <a:effectLst/>
              <a:latin typeface="Consolas" panose="020B0609020204030204" pitchFamily="49" charset="0"/>
            </a:endParaRPr>
          </a:p>
          <a:p>
            <a:pPr marL="0" indent="0">
              <a:lnSpc>
                <a:spcPts val="1425"/>
              </a:lnSpc>
              <a:spcBef>
                <a:spcPts val="0"/>
              </a:spcBef>
              <a:buNone/>
            </a:pPr>
            <a:r>
              <a:rPr lang="en-GB" sz="1100" b="0" dirty="0">
                <a:solidFill>
                  <a:srgbClr val="CCCCCC"/>
                </a:solidFill>
                <a:effectLst/>
                <a:latin typeface="Consolas" panose="020B0609020204030204" pitchFamily="49" charset="0"/>
              </a:rPr>
              <a:t>        </a:t>
            </a:r>
            <a:r>
              <a:rPr lang="en-GB" sz="1100" b="0" dirty="0">
                <a:solidFill>
                  <a:srgbClr val="DCDCAA"/>
                </a:solidFill>
                <a:effectLst/>
                <a:latin typeface="Consolas" panose="020B0609020204030204" pitchFamily="49" charset="0"/>
              </a:rPr>
              <a:t>print</a:t>
            </a:r>
            <a:r>
              <a:rPr lang="en-GB" sz="1100" b="0" dirty="0">
                <a:solidFill>
                  <a:srgbClr val="CCCCCC"/>
                </a:solidFill>
                <a:effectLst/>
                <a:latin typeface="Consolas" panose="020B0609020204030204" pitchFamily="49" charset="0"/>
              </a:rPr>
              <a:t>(</a:t>
            </a:r>
            <a:r>
              <a:rPr lang="en-GB" sz="1100" b="0" dirty="0">
                <a:solidFill>
                  <a:srgbClr val="CE9178"/>
                </a:solidFill>
                <a:effectLst/>
                <a:latin typeface="Consolas" panose="020B0609020204030204" pitchFamily="49" charset="0"/>
              </a:rPr>
              <a:t>"Escape hit, closing..."</a:t>
            </a:r>
            <a:r>
              <a:rPr lang="en-GB" sz="1100" b="0" dirty="0">
                <a:solidFill>
                  <a:srgbClr val="CCCCCC"/>
                </a:solidFill>
                <a:effectLst/>
                <a:latin typeface="Consolas" panose="020B0609020204030204" pitchFamily="49" charset="0"/>
              </a:rPr>
              <a:t>)</a:t>
            </a:r>
          </a:p>
          <a:p>
            <a:pPr marL="0" indent="0">
              <a:lnSpc>
                <a:spcPts val="1425"/>
              </a:lnSpc>
              <a:spcBef>
                <a:spcPts val="0"/>
              </a:spcBef>
              <a:buNone/>
            </a:pPr>
            <a:r>
              <a:rPr lang="en-GB" sz="1100" b="0" dirty="0">
                <a:solidFill>
                  <a:srgbClr val="CCCCCC"/>
                </a:solidFill>
                <a:effectLst/>
                <a:latin typeface="Consolas" panose="020B0609020204030204" pitchFamily="49" charset="0"/>
              </a:rPr>
              <a:t>        </a:t>
            </a:r>
            <a:r>
              <a:rPr lang="en-GB" sz="1100" b="0" dirty="0">
                <a:solidFill>
                  <a:srgbClr val="C586C0"/>
                </a:solidFill>
                <a:effectLst/>
                <a:latin typeface="Consolas" panose="020B0609020204030204" pitchFamily="49" charset="0"/>
              </a:rPr>
              <a:t>break</a:t>
            </a:r>
            <a:endParaRPr lang="en-GB" sz="1100" b="0" dirty="0">
              <a:solidFill>
                <a:srgbClr val="CCCCCC"/>
              </a:solidFill>
              <a:effectLst/>
              <a:latin typeface="Consolas" panose="020B0609020204030204" pitchFamily="49" charset="0"/>
            </a:endParaRPr>
          </a:p>
          <a:p>
            <a:pPr marL="0" indent="0">
              <a:lnSpc>
                <a:spcPts val="1425"/>
              </a:lnSpc>
              <a:spcBef>
                <a:spcPts val="0"/>
              </a:spcBef>
              <a:buNone/>
            </a:pPr>
            <a:br>
              <a:rPr lang="en-GB" sz="1100" b="0" dirty="0">
                <a:solidFill>
                  <a:srgbClr val="CCCCCC"/>
                </a:solidFill>
                <a:effectLst/>
                <a:latin typeface="Consolas" panose="020B0609020204030204" pitchFamily="49" charset="0"/>
              </a:rPr>
            </a:br>
            <a:r>
              <a:rPr lang="en-GB" sz="1100" b="0" dirty="0" err="1">
                <a:solidFill>
                  <a:srgbClr val="9CDCFE"/>
                </a:solidFill>
                <a:effectLst/>
                <a:latin typeface="Consolas" panose="020B0609020204030204" pitchFamily="49" charset="0"/>
              </a:rPr>
              <a:t>cam</a:t>
            </a:r>
            <a:r>
              <a:rPr lang="en-GB" sz="1100" b="0" dirty="0" err="1">
                <a:solidFill>
                  <a:srgbClr val="CCCCCC"/>
                </a:solidFill>
                <a:effectLst/>
                <a:latin typeface="Consolas" panose="020B0609020204030204" pitchFamily="49" charset="0"/>
              </a:rPr>
              <a:t>.release</a:t>
            </a:r>
            <a:r>
              <a:rPr lang="en-GB" sz="1100" b="0" dirty="0">
                <a:solidFill>
                  <a:srgbClr val="CCCCCC"/>
                </a:solidFill>
                <a:effectLst/>
                <a:latin typeface="Consolas" panose="020B0609020204030204" pitchFamily="49" charset="0"/>
              </a:rPr>
              <a:t>()</a:t>
            </a:r>
          </a:p>
          <a:p>
            <a:pPr marL="0" indent="0">
              <a:lnSpc>
                <a:spcPts val="1425"/>
              </a:lnSpc>
              <a:spcBef>
                <a:spcPts val="0"/>
              </a:spcBef>
              <a:buNone/>
            </a:pPr>
            <a:r>
              <a:rPr lang="en-GB" sz="1100" b="0" dirty="0" err="1">
                <a:solidFill>
                  <a:srgbClr val="4EC9B0"/>
                </a:solidFill>
                <a:effectLst/>
                <a:latin typeface="Consolas" panose="020B0609020204030204" pitchFamily="49" charset="0"/>
              </a:rPr>
              <a:t>cv</a:t>
            </a:r>
            <a:r>
              <a:rPr lang="en-GB" sz="1100" b="0" dirty="0" err="1">
                <a:solidFill>
                  <a:srgbClr val="CCCCCC"/>
                </a:solidFill>
                <a:effectLst/>
                <a:latin typeface="Consolas" panose="020B0609020204030204" pitchFamily="49" charset="0"/>
              </a:rPr>
              <a:t>.destroyAllWindows</a:t>
            </a:r>
            <a:r>
              <a:rPr lang="en-GB" sz="1100" b="0" dirty="0">
                <a:solidFill>
                  <a:srgbClr val="CCCCCC"/>
                </a:solidFill>
                <a:effectLst/>
                <a:latin typeface="Consolas" panose="020B0609020204030204" pitchFamily="49" charset="0"/>
              </a:rPr>
              <a:t>()</a:t>
            </a:r>
          </a:p>
          <a:p>
            <a:pPr marL="0" indent="0">
              <a:lnSpc>
                <a:spcPct val="100000"/>
              </a:lnSpc>
              <a:spcBef>
                <a:spcPts val="0"/>
              </a:spcBef>
              <a:buNone/>
            </a:pPr>
            <a:endParaRPr lang="en-GB" sz="1600" b="0" dirty="0">
              <a:solidFill>
                <a:srgbClr val="CCCCCC"/>
              </a:solidFill>
              <a:effectLst/>
              <a:latin typeface="Consolas" panose="020B0609020204030204" pitchFamily="49" charset="0"/>
            </a:endParaRPr>
          </a:p>
        </p:txBody>
      </p:sp>
    </p:spTree>
    <p:extLst>
      <p:ext uri="{BB962C8B-B14F-4D97-AF65-F5344CB8AC3E}">
        <p14:creationId xmlns:p14="http://schemas.microsoft.com/office/powerpoint/2010/main" val="407495885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E5D39CB-F5B5-3356-820D-412938B04A41}"/>
              </a:ext>
            </a:extLst>
          </p:cNvPr>
          <p:cNvSpPr>
            <a:spLocks noGrp="1"/>
          </p:cNvSpPr>
          <p:nvPr>
            <p:ph sz="half" idx="1"/>
          </p:nvPr>
        </p:nvSpPr>
        <p:spPr/>
        <p:txBody>
          <a:bodyPr>
            <a:normAutofit fontScale="92500" lnSpcReduction="10000"/>
          </a:bodyPr>
          <a:lstStyle/>
          <a:p>
            <a:pPr>
              <a:lnSpc>
                <a:spcPct val="150000"/>
              </a:lnSpc>
            </a:pPr>
            <a:r>
              <a:rPr lang="en-GB" sz="1600" dirty="0"/>
              <a:t>ArUco markers can be used to detect the position and orientation of an object.</a:t>
            </a:r>
          </a:p>
          <a:p>
            <a:pPr>
              <a:lnSpc>
                <a:spcPct val="150000"/>
              </a:lnSpc>
            </a:pPr>
            <a:r>
              <a:rPr lang="en-GB" sz="1600" dirty="0"/>
              <a:t>In other words, determine the position and orientation of a marker relative to the camera frame (or vice versa). </a:t>
            </a:r>
          </a:p>
          <a:p>
            <a:pPr>
              <a:lnSpc>
                <a:spcPct val="150000"/>
              </a:lnSpc>
            </a:pPr>
            <a:r>
              <a:rPr lang="en-GB" sz="1600" dirty="0"/>
              <a:t>This is very useful in robotics to determine the position of the robot relative to a fixed marker, or in augmented reality, to determine the position of the camera relative to a marker.</a:t>
            </a:r>
          </a:p>
          <a:p>
            <a:pPr>
              <a:lnSpc>
                <a:spcPct val="150000"/>
              </a:lnSpc>
            </a:pPr>
            <a:r>
              <a:rPr lang="en-GB" sz="1600" dirty="0"/>
              <a:t>To this end, a calibration process must be performed to obtain the “intrinsic parameters of the camera”</a:t>
            </a:r>
          </a:p>
        </p:txBody>
      </p:sp>
      <p:sp>
        <p:nvSpPr>
          <p:cNvPr id="4" name="Title 3">
            <a:extLst>
              <a:ext uri="{FF2B5EF4-FFF2-40B4-BE49-F238E27FC236}">
                <a16:creationId xmlns:a16="http://schemas.microsoft.com/office/drawing/2014/main" id="{B6933F28-295B-69E6-06F8-72198CF58F21}"/>
              </a:ext>
            </a:extLst>
          </p:cNvPr>
          <p:cNvSpPr>
            <a:spLocks noGrp="1"/>
          </p:cNvSpPr>
          <p:nvPr>
            <p:ph type="title"/>
          </p:nvPr>
        </p:nvSpPr>
        <p:spPr/>
        <p:txBody>
          <a:bodyPr/>
          <a:lstStyle/>
          <a:p>
            <a:r>
              <a:rPr lang="en-GB" dirty="0"/>
              <a:t>ArUco Markers Detection</a:t>
            </a:r>
          </a:p>
        </p:txBody>
      </p:sp>
      <p:pic>
        <p:nvPicPr>
          <p:cNvPr id="10" name="Content Placeholder 9">
            <a:extLst>
              <a:ext uri="{FF2B5EF4-FFF2-40B4-BE49-F238E27FC236}">
                <a16:creationId xmlns:a16="http://schemas.microsoft.com/office/drawing/2014/main" id="{0201E07C-CAE2-E844-36CA-A60DBD77A364}"/>
              </a:ext>
            </a:extLst>
          </p:cNvPr>
          <p:cNvPicPr>
            <a:picLocks noGrp="1" noChangeAspect="1"/>
          </p:cNvPicPr>
          <p:nvPr>
            <p:ph sz="half" idx="2"/>
          </p:nvPr>
        </p:nvPicPr>
        <p:blipFill>
          <a:blip r:embed="rId2"/>
          <a:stretch>
            <a:fillRect/>
          </a:stretch>
        </p:blipFill>
        <p:spPr>
          <a:xfrm>
            <a:off x="6172200" y="1961039"/>
            <a:ext cx="5181600" cy="4080509"/>
          </a:xfrm>
        </p:spPr>
      </p:pic>
    </p:spTree>
    <p:extLst>
      <p:ext uri="{BB962C8B-B14F-4D97-AF65-F5344CB8AC3E}">
        <p14:creationId xmlns:p14="http://schemas.microsoft.com/office/powerpoint/2010/main" val="16922688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AC7FC74-C047-07CF-C1EE-6EDE8E6DF1DF}"/>
              </a:ext>
            </a:extLst>
          </p:cNvPr>
          <p:cNvSpPr>
            <a:spLocks noGrp="1"/>
          </p:cNvSpPr>
          <p:nvPr>
            <p:ph sz="half" idx="1"/>
          </p:nvPr>
        </p:nvSpPr>
        <p:spPr/>
        <p:txBody>
          <a:bodyPr>
            <a:normAutofit/>
          </a:bodyPr>
          <a:lstStyle/>
          <a:p>
            <a:pPr>
              <a:lnSpc>
                <a:spcPct val="170000"/>
              </a:lnSpc>
            </a:pPr>
            <a:r>
              <a:rPr lang="en-GB" sz="1600" dirty="0"/>
              <a:t>Camera calibration refers to obtaining all the parameters regarding the camera to determine an accurate relationship between a 3D point in the real world and its corresponding 2D projection.</a:t>
            </a:r>
          </a:p>
          <a:p>
            <a:pPr>
              <a:lnSpc>
                <a:spcPct val="170000"/>
              </a:lnSpc>
            </a:pPr>
            <a:r>
              <a:rPr lang="en-GB" sz="1600" dirty="0"/>
              <a:t>The camera’s parameters can be classified into external or extrinsic and internal or intrinsic parameters.</a:t>
            </a:r>
          </a:p>
        </p:txBody>
      </p:sp>
      <p:pic>
        <p:nvPicPr>
          <p:cNvPr id="5" name="Content Placeholder 4">
            <a:extLst>
              <a:ext uri="{FF2B5EF4-FFF2-40B4-BE49-F238E27FC236}">
                <a16:creationId xmlns:a16="http://schemas.microsoft.com/office/drawing/2014/main" id="{F625F3EB-E1D3-A9D7-F3B5-1DDAC402F7B9}"/>
              </a:ext>
            </a:extLst>
          </p:cNvPr>
          <p:cNvPicPr>
            <a:picLocks noGrp="1" noChangeAspect="1"/>
          </p:cNvPicPr>
          <p:nvPr>
            <p:ph sz="half" idx="2"/>
          </p:nvPr>
        </p:nvPicPr>
        <p:blipFill>
          <a:blip r:embed="rId2">
            <a:extLst>
              <a:ext uri="{96DAC541-7B7A-43D3-8B79-37D633B846F1}">
                <asvg:svgBlip xmlns:asvg="http://schemas.microsoft.com/office/drawing/2016/SVG/main" r:embed="rId3"/>
              </a:ext>
            </a:extLst>
          </a:blip>
          <a:srcRect/>
          <a:stretch/>
        </p:blipFill>
        <p:spPr>
          <a:xfrm>
            <a:off x="5702798" y="2588743"/>
            <a:ext cx="6489202" cy="2691098"/>
          </a:xfrm>
          <a:prstGeom prst="rect">
            <a:avLst/>
          </a:prstGeom>
        </p:spPr>
      </p:pic>
      <p:sp>
        <p:nvSpPr>
          <p:cNvPr id="4" name="Title 3">
            <a:extLst>
              <a:ext uri="{FF2B5EF4-FFF2-40B4-BE49-F238E27FC236}">
                <a16:creationId xmlns:a16="http://schemas.microsoft.com/office/drawing/2014/main" id="{6F829913-E41E-97C3-EDC3-4905BE77F812}"/>
              </a:ext>
            </a:extLst>
          </p:cNvPr>
          <p:cNvSpPr>
            <a:spLocks noGrp="1"/>
          </p:cNvSpPr>
          <p:nvPr>
            <p:ph type="title"/>
          </p:nvPr>
        </p:nvSpPr>
        <p:spPr/>
        <p:txBody>
          <a:bodyPr/>
          <a:lstStyle/>
          <a:p>
            <a:r>
              <a:rPr lang="en-GB" dirty="0"/>
              <a:t>Camera Calibration</a:t>
            </a:r>
          </a:p>
        </p:txBody>
      </p:sp>
    </p:spTree>
    <p:extLst>
      <p:ext uri="{BB962C8B-B14F-4D97-AF65-F5344CB8AC3E}">
        <p14:creationId xmlns:p14="http://schemas.microsoft.com/office/powerpoint/2010/main" val="102960226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CD79A6-4A87-AD1F-09B5-7114EF8A4388}"/>
            </a:ext>
          </a:extLst>
        </p:cNvPr>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79623497-C25E-8057-9E4D-705BF5B4B55B}"/>
              </a:ext>
            </a:extLst>
          </p:cNvPr>
          <p:cNvPicPr>
            <a:picLocks noGrp="1" noChangeAspect="1"/>
          </p:cNvPicPr>
          <p:nvPr>
            <p:ph sz="half" idx="1"/>
          </p:nvPr>
        </p:nvPicPr>
        <p:blipFill>
          <a:blip r:embed="rId2">
            <a:extLst>
              <a:ext uri="{96DAC541-7B7A-43D3-8B79-37D633B846F1}">
                <asvg:svgBlip xmlns:asvg="http://schemas.microsoft.com/office/drawing/2016/SVG/main" r:embed="rId3"/>
              </a:ext>
            </a:extLst>
          </a:blip>
          <a:srcRect/>
          <a:stretch/>
        </p:blipFill>
        <p:spPr>
          <a:xfrm>
            <a:off x="148669" y="2228527"/>
            <a:ext cx="5871132" cy="3428201"/>
          </a:xfrm>
          <a:prstGeom prst="rect">
            <a:avLst/>
          </a:prstGeom>
        </p:spPr>
      </p:pic>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72BE890A-8596-36FA-171E-D711095EDE3F}"/>
                  </a:ext>
                </a:extLst>
              </p:cNvPr>
              <p:cNvSpPr>
                <a:spLocks noGrp="1"/>
              </p:cNvSpPr>
              <p:nvPr>
                <p:ph sz="half" idx="2"/>
              </p:nvPr>
            </p:nvSpPr>
            <p:spPr/>
            <p:txBody>
              <a:bodyPr>
                <a:normAutofit fontScale="70000" lnSpcReduction="20000"/>
              </a:bodyPr>
              <a:lstStyle/>
              <a:p>
                <a:pPr>
                  <a:lnSpc>
                    <a:spcPct val="170000"/>
                  </a:lnSpc>
                </a:pPr>
                <a:r>
                  <a:rPr lang="en-GB" sz="2000" b="1" dirty="0"/>
                  <a:t>Extrinsic parameters: </a:t>
                </a:r>
                <a:r>
                  <a:rPr lang="en-GB" sz="2000" dirty="0"/>
                  <a:t>Parameters required to transform a Point </a:t>
                </a:r>
                <a14:m>
                  <m:oMath xmlns:m="http://schemas.openxmlformats.org/officeDocument/2006/math">
                    <m:r>
                      <a:rPr lang="en-GB" sz="2000" b="1" i="1" smtClean="0">
                        <a:latin typeface="Cambria Math" panose="02040503050406030204" pitchFamily="18" charset="0"/>
                      </a:rPr>
                      <m:t>𝑷</m:t>
                    </m:r>
                  </m:oMath>
                </a14:m>
                <a:r>
                  <a:rPr lang="en-GB" sz="2000" dirty="0"/>
                  <a:t> in a world coordinate system </a:t>
                </a:r>
                <a14:m>
                  <m:oMath xmlns:m="http://schemas.openxmlformats.org/officeDocument/2006/math">
                    <m:r>
                      <a:rPr lang="en-GB" sz="2000" b="1" i="1" smtClean="0">
                        <a:latin typeface="Cambria Math" panose="02040503050406030204" pitchFamily="18" charset="0"/>
                      </a:rPr>
                      <m:t>𝑾</m:t>
                    </m:r>
                  </m:oMath>
                </a14:m>
                <a:r>
                  <a:rPr lang="en-GB" sz="2000" b="1" dirty="0"/>
                  <a:t> </a:t>
                </a:r>
                <a:r>
                  <a:rPr lang="en-GB" sz="2000" dirty="0"/>
                  <a:t>to a point in the camera coordinate system</a:t>
                </a:r>
                <a:r>
                  <a:rPr lang="en-GB" sz="2000" b="1" dirty="0"/>
                  <a:t> </a:t>
                </a:r>
                <a14:m>
                  <m:oMath xmlns:m="http://schemas.openxmlformats.org/officeDocument/2006/math">
                    <m:r>
                      <a:rPr lang="en-GB" sz="2000" b="1" i="1" smtClean="0">
                        <a:latin typeface="Cambria Math" panose="02040503050406030204" pitchFamily="18" charset="0"/>
                      </a:rPr>
                      <m:t>𝑪</m:t>
                    </m:r>
                  </m:oMath>
                </a14:m>
                <a:r>
                  <a:rPr lang="en-GB" sz="2000" b="1" dirty="0"/>
                  <a:t> </a:t>
                </a:r>
                <a:r>
                  <a:rPr lang="en-GB" sz="2000" dirty="0"/>
                  <a:t>(3D point to 3D point). In other words, refers to the pose (rotation and translation) of the camera with respect to a world coordinate system.</a:t>
                </a:r>
              </a:p>
              <a:p>
                <a:pPr>
                  <a:lnSpc>
                    <a:spcPct val="170000"/>
                  </a:lnSpc>
                </a:pPr>
                <a:r>
                  <a:rPr lang="en-GB" sz="2000" b="1" dirty="0"/>
                  <a:t>Intrinsic parameters: </a:t>
                </a:r>
                <a:r>
                  <a:rPr lang="en-GB" sz="2000" dirty="0"/>
                  <a:t>Parameters regarding the internal lens system (focal length, optical centre/principal point, distortion coefficients, etc.). In other words, the parameters that transform a Point </a:t>
                </a:r>
                <a14:m>
                  <m:oMath xmlns:m="http://schemas.openxmlformats.org/officeDocument/2006/math">
                    <m:r>
                      <a:rPr lang="en-GB" sz="2000" b="1" i="1" smtClean="0">
                        <a:latin typeface="Cambria Math" panose="02040503050406030204" pitchFamily="18" charset="0"/>
                      </a:rPr>
                      <m:t>𝑷</m:t>
                    </m:r>
                  </m:oMath>
                </a14:m>
                <a:r>
                  <a:rPr lang="en-GB" sz="2000" b="1" dirty="0"/>
                  <a:t> </a:t>
                </a:r>
                <a:r>
                  <a:rPr lang="en-GB" sz="2000" dirty="0"/>
                  <a:t>in the camera coordinate system</a:t>
                </a:r>
                <a:r>
                  <a:rPr lang="en-GB" sz="2000" b="1" dirty="0"/>
                  <a:t> </a:t>
                </a:r>
                <a14:m>
                  <m:oMath xmlns:m="http://schemas.openxmlformats.org/officeDocument/2006/math">
                    <m:r>
                      <a:rPr lang="en-GB" sz="2000" b="1" i="1" smtClean="0">
                        <a:latin typeface="Cambria Math" panose="02040503050406030204" pitchFamily="18" charset="0"/>
                      </a:rPr>
                      <m:t>𝑾</m:t>
                    </m:r>
                  </m:oMath>
                </a14:m>
                <a:r>
                  <a:rPr lang="en-GB" sz="2000" b="1" dirty="0"/>
                  <a:t> </a:t>
                </a:r>
                <a:r>
                  <a:rPr lang="en-GB" sz="2000" dirty="0"/>
                  <a:t>to the Image Plane </a:t>
                </a:r>
                <a14:m>
                  <m:oMath xmlns:m="http://schemas.openxmlformats.org/officeDocument/2006/math">
                    <m:r>
                      <a:rPr lang="en-GB" sz="2000" b="1" i="1" smtClean="0">
                        <a:latin typeface="Cambria Math" panose="02040503050406030204" pitchFamily="18" charset="0"/>
                      </a:rPr>
                      <m:t>𝑰</m:t>
                    </m:r>
                  </m:oMath>
                </a14:m>
                <a:r>
                  <a:rPr lang="en-GB" sz="2000" b="1" dirty="0"/>
                  <a:t>.</a:t>
                </a:r>
              </a:p>
              <a:p>
                <a:endParaRPr lang="en-GB" dirty="0"/>
              </a:p>
            </p:txBody>
          </p:sp>
        </mc:Choice>
        <mc:Fallback>
          <p:sp>
            <p:nvSpPr>
              <p:cNvPr id="3" name="Content Placeholder 2">
                <a:extLst>
                  <a:ext uri="{FF2B5EF4-FFF2-40B4-BE49-F238E27FC236}">
                    <a16:creationId xmlns:a16="http://schemas.microsoft.com/office/drawing/2014/main" id="{72BE890A-8596-36FA-171E-D711095EDE3F}"/>
                  </a:ext>
                </a:extLst>
              </p:cNvPr>
              <p:cNvSpPr>
                <a:spLocks noGrp="1" noRot="1" noChangeAspect="1" noMove="1" noResize="1" noEditPoints="1" noAdjustHandles="1" noChangeArrowheads="1" noChangeShapeType="1" noTextEdit="1"/>
              </p:cNvSpPr>
              <p:nvPr>
                <p:ph sz="half" idx="2"/>
              </p:nvPr>
            </p:nvSpPr>
            <p:spPr>
              <a:blipFill>
                <a:blip r:embed="rId4"/>
                <a:stretch>
                  <a:fillRect l="-235" r="-941"/>
                </a:stretch>
              </a:blipFill>
            </p:spPr>
            <p:txBody>
              <a:bodyPr/>
              <a:lstStyle/>
              <a:p>
                <a:r>
                  <a:rPr lang="en-GB">
                    <a:noFill/>
                  </a:rPr>
                  <a:t> </a:t>
                </a:r>
              </a:p>
            </p:txBody>
          </p:sp>
        </mc:Fallback>
      </mc:AlternateContent>
      <p:sp>
        <p:nvSpPr>
          <p:cNvPr id="4" name="Title 3">
            <a:extLst>
              <a:ext uri="{FF2B5EF4-FFF2-40B4-BE49-F238E27FC236}">
                <a16:creationId xmlns:a16="http://schemas.microsoft.com/office/drawing/2014/main" id="{17A219B7-E07F-0932-4F56-F904A9A31EAD}"/>
              </a:ext>
            </a:extLst>
          </p:cNvPr>
          <p:cNvSpPr>
            <a:spLocks noGrp="1"/>
          </p:cNvSpPr>
          <p:nvPr>
            <p:ph type="title"/>
          </p:nvPr>
        </p:nvSpPr>
        <p:spPr/>
        <p:txBody>
          <a:bodyPr/>
          <a:lstStyle/>
          <a:p>
            <a:r>
              <a:rPr lang="en-GB" dirty="0"/>
              <a:t>Camera Calibration</a:t>
            </a:r>
          </a:p>
        </p:txBody>
      </p:sp>
    </p:spTree>
    <p:extLst>
      <p:ext uri="{BB962C8B-B14F-4D97-AF65-F5344CB8AC3E}">
        <p14:creationId xmlns:p14="http://schemas.microsoft.com/office/powerpoint/2010/main" val="386556623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A20A3B-B597-EB85-DBD3-E2D19BF9917B}"/>
            </a:ext>
          </a:extLst>
        </p:cNvPr>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4FC8F7FC-A56F-7E1E-92BA-CBA298E505F3}"/>
              </a:ext>
            </a:extLst>
          </p:cNvPr>
          <p:cNvPicPr>
            <a:picLocks noGrp="1" noChangeAspect="1"/>
          </p:cNvPicPr>
          <p:nvPr>
            <p:ph sz="half" idx="1"/>
          </p:nvPr>
        </p:nvPicPr>
        <p:blipFill>
          <a:blip r:embed="rId2">
            <a:extLst>
              <a:ext uri="{96DAC541-7B7A-43D3-8B79-37D633B846F1}">
                <asvg:svgBlip xmlns:asvg="http://schemas.microsoft.com/office/drawing/2016/SVG/main" r:embed="rId3"/>
              </a:ext>
            </a:extLst>
          </a:blip>
          <a:srcRect/>
          <a:stretch/>
        </p:blipFill>
        <p:spPr>
          <a:xfrm>
            <a:off x="148669" y="2228527"/>
            <a:ext cx="5871132" cy="3428201"/>
          </a:xfrm>
          <a:prstGeom prst="rect">
            <a:avLst/>
          </a:prstGeom>
        </p:spPr>
      </p:pic>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2ADF12BB-0A52-2061-9A57-F91066B4C347}"/>
                  </a:ext>
                </a:extLst>
              </p:cNvPr>
              <p:cNvSpPr>
                <a:spLocks noGrp="1"/>
              </p:cNvSpPr>
              <p:nvPr>
                <p:ph sz="half" idx="2"/>
              </p:nvPr>
            </p:nvSpPr>
            <p:spPr/>
            <p:txBody>
              <a:bodyPr>
                <a:normAutofit/>
              </a:bodyPr>
              <a:lstStyle/>
              <a:p>
                <a:pPr>
                  <a:lnSpc>
                    <a:spcPct val="160000"/>
                  </a:lnSpc>
                </a:pPr>
                <a:r>
                  <a:rPr lang="en-GB" sz="1600" dirty="0"/>
                  <a:t>The transformation can then be defined as follows.</a:t>
                </a:r>
              </a:p>
              <a:p>
                <a:pPr marL="0" indent="0">
                  <a:lnSpc>
                    <a:spcPct val="160000"/>
                  </a:lnSpc>
                  <a:buNone/>
                </a:pPr>
                <a14:m>
                  <m:oMathPara xmlns:m="http://schemas.openxmlformats.org/officeDocument/2006/math">
                    <m:oMathParaPr>
                      <m:jc m:val="centerGroup"/>
                    </m:oMathParaPr>
                    <m:oMath xmlns:m="http://schemas.openxmlformats.org/officeDocument/2006/math">
                      <m:sSub>
                        <m:sSubPr>
                          <m:ctrlPr>
                            <a:rPr lang="en-GB" sz="1600" b="1" smtClean="0">
                              <a:latin typeface="Cambria Math" panose="02040503050406030204" pitchFamily="18" charset="0"/>
                            </a:rPr>
                          </m:ctrlPr>
                        </m:sSubPr>
                        <m:e>
                          <m:r>
                            <a:rPr lang="en-GB" sz="1600" b="1" i="0" smtClean="0">
                              <a:latin typeface="Cambria Math" panose="02040503050406030204" pitchFamily="18" charset="0"/>
                            </a:rPr>
                            <m:t>𝐱</m:t>
                          </m:r>
                        </m:e>
                        <m:sub>
                          <m:r>
                            <a:rPr lang="en-GB" sz="1600" b="1" i="0" smtClean="0">
                              <a:latin typeface="Cambria Math" panose="02040503050406030204" pitchFamily="18" charset="0"/>
                            </a:rPr>
                            <m:t>𝐈</m:t>
                          </m:r>
                        </m:sub>
                      </m:sSub>
                      <m:r>
                        <a:rPr lang="en-GB" sz="1600" b="1" i="0" smtClean="0">
                          <a:latin typeface="Cambria Math" panose="02040503050406030204" pitchFamily="18" charset="0"/>
                        </a:rPr>
                        <m:t>=</m:t>
                      </m:r>
                      <m:r>
                        <a:rPr lang="en-GB" sz="1600" b="1" i="0" smtClean="0">
                          <a:latin typeface="Cambria Math" panose="02040503050406030204" pitchFamily="18" charset="0"/>
                        </a:rPr>
                        <m:t>𝐊</m:t>
                      </m:r>
                      <m:d>
                        <m:dPr>
                          <m:begChr m:val="["/>
                          <m:endChr m:val="]"/>
                          <m:ctrlPr>
                            <a:rPr lang="en-GB" sz="1600" b="1" smtClean="0">
                              <a:latin typeface="Cambria Math" panose="02040503050406030204" pitchFamily="18" charset="0"/>
                            </a:rPr>
                          </m:ctrlPr>
                        </m:dPr>
                        <m:e>
                          <m:r>
                            <a:rPr lang="en-GB" sz="1600" b="1" i="0" smtClean="0">
                              <a:latin typeface="Cambria Math" panose="02040503050406030204" pitchFamily="18" charset="0"/>
                            </a:rPr>
                            <m:t>𝐑</m:t>
                          </m:r>
                        </m:e>
                        <m:e>
                          <m:r>
                            <a:rPr lang="en-GB" sz="1600" b="1" i="0" smtClean="0">
                              <a:latin typeface="Cambria Math" panose="02040503050406030204" pitchFamily="18" charset="0"/>
                            </a:rPr>
                            <m:t>𝐭</m:t>
                          </m:r>
                        </m:e>
                      </m:d>
                      <m:sSub>
                        <m:sSubPr>
                          <m:ctrlPr>
                            <a:rPr lang="en-GB" sz="1600" b="1" smtClean="0">
                              <a:latin typeface="Cambria Math" panose="02040503050406030204" pitchFamily="18" charset="0"/>
                            </a:rPr>
                          </m:ctrlPr>
                        </m:sSubPr>
                        <m:e>
                          <m:r>
                            <a:rPr lang="en-GB" sz="1600" b="1" i="0" smtClean="0">
                              <a:latin typeface="Cambria Math" panose="02040503050406030204" pitchFamily="18" charset="0"/>
                            </a:rPr>
                            <m:t>𝐗</m:t>
                          </m:r>
                        </m:e>
                        <m:sub>
                          <m:r>
                            <a:rPr lang="en-GB" sz="1600" b="1" i="0" smtClean="0">
                              <a:latin typeface="Cambria Math" panose="02040503050406030204" pitchFamily="18" charset="0"/>
                            </a:rPr>
                            <m:t>𝐖</m:t>
                          </m:r>
                        </m:sub>
                      </m:sSub>
                    </m:oMath>
                  </m:oMathPara>
                </a14:m>
                <a:endParaRPr lang="en-GB" sz="1600" b="1" dirty="0"/>
              </a:p>
              <a:p>
                <a:pPr marL="0" indent="0">
                  <a:lnSpc>
                    <a:spcPct val="160000"/>
                  </a:lnSpc>
                  <a:buNone/>
                </a:pPr>
                <a:r>
                  <a:rPr lang="en-GB" sz="1600" dirty="0"/>
                  <a:t>Where, </a:t>
                </a:r>
                <a14:m>
                  <m:oMath xmlns:m="http://schemas.openxmlformats.org/officeDocument/2006/math">
                    <m:sSub>
                      <m:sSubPr>
                        <m:ctrlPr>
                          <a:rPr lang="en-GB" sz="1600" b="1" i="0" smtClean="0">
                            <a:latin typeface="Cambria Math" panose="02040503050406030204" pitchFamily="18" charset="0"/>
                          </a:rPr>
                        </m:ctrlPr>
                      </m:sSubPr>
                      <m:e>
                        <m:r>
                          <a:rPr lang="en-GB" sz="1600" b="1" i="0" smtClean="0">
                            <a:latin typeface="Cambria Math" panose="02040503050406030204" pitchFamily="18" charset="0"/>
                          </a:rPr>
                          <m:t>𝐱</m:t>
                        </m:r>
                      </m:e>
                      <m:sub>
                        <m:r>
                          <a:rPr lang="en-GB" sz="1600" b="1" i="0" smtClean="0">
                            <a:latin typeface="Cambria Math" panose="02040503050406030204" pitchFamily="18" charset="0"/>
                          </a:rPr>
                          <m:t>𝐈</m:t>
                        </m:r>
                      </m:sub>
                    </m:sSub>
                  </m:oMath>
                </a14:m>
                <a:r>
                  <a:rPr lang="en-GB" sz="1600" dirty="0"/>
                  <a:t> is any point </a:t>
                </a:r>
                <a14:m>
                  <m:oMath xmlns:m="http://schemas.openxmlformats.org/officeDocument/2006/math">
                    <m:sSub>
                      <m:sSubPr>
                        <m:ctrlPr>
                          <a:rPr lang="en-GB" sz="1600" b="1" i="1">
                            <a:latin typeface="Cambria Math" panose="02040503050406030204" pitchFamily="18" charset="0"/>
                          </a:rPr>
                        </m:ctrlPr>
                      </m:sSubPr>
                      <m:e>
                        <m:r>
                          <a:rPr lang="en-GB" sz="1600" b="1" i="1" smtClean="0">
                            <a:latin typeface="Cambria Math" panose="02040503050406030204" pitchFamily="18" charset="0"/>
                          </a:rPr>
                          <m:t>𝑷</m:t>
                        </m:r>
                      </m:e>
                      <m:sub>
                        <m:r>
                          <a:rPr lang="en-GB" sz="1600" b="1">
                            <a:latin typeface="Cambria Math" panose="02040503050406030204" pitchFamily="18" charset="0"/>
                          </a:rPr>
                          <m:t>𝐈</m:t>
                        </m:r>
                      </m:sub>
                    </m:sSub>
                  </m:oMath>
                </a14:m>
                <a:r>
                  <a:rPr lang="en-GB" sz="1600" dirty="0"/>
                  <a:t> on the Image plane </a:t>
                </a:r>
                <a14:m>
                  <m:oMath xmlns:m="http://schemas.openxmlformats.org/officeDocument/2006/math">
                    <m:r>
                      <a:rPr lang="en-GB" sz="1600" b="1" i="1" smtClean="0">
                        <a:latin typeface="Cambria Math" panose="02040503050406030204" pitchFamily="18" charset="0"/>
                      </a:rPr>
                      <m:t>𝑰</m:t>
                    </m:r>
                  </m:oMath>
                </a14:m>
                <a:r>
                  <a:rPr lang="en-GB" sz="1600" dirty="0"/>
                  <a:t>, </a:t>
                </a:r>
                <a14:m>
                  <m:oMath xmlns:m="http://schemas.openxmlformats.org/officeDocument/2006/math">
                    <m:sSub>
                      <m:sSubPr>
                        <m:ctrlPr>
                          <a:rPr lang="en-GB" sz="1600" b="1" smtClean="0">
                            <a:latin typeface="Cambria Math" panose="02040503050406030204" pitchFamily="18" charset="0"/>
                          </a:rPr>
                        </m:ctrlPr>
                      </m:sSubPr>
                      <m:e>
                        <m:r>
                          <a:rPr lang="en-GB" sz="1600" b="1" i="0" smtClean="0">
                            <a:latin typeface="Cambria Math" panose="02040503050406030204" pitchFamily="18" charset="0"/>
                          </a:rPr>
                          <m:t>𝐗</m:t>
                        </m:r>
                      </m:e>
                      <m:sub>
                        <m:r>
                          <a:rPr lang="en-GB" sz="1600" b="1" i="0" smtClean="0">
                            <a:latin typeface="Cambria Math" panose="02040503050406030204" pitchFamily="18" charset="0"/>
                          </a:rPr>
                          <m:t>𝐖</m:t>
                        </m:r>
                      </m:sub>
                    </m:sSub>
                  </m:oMath>
                </a14:m>
                <a:r>
                  <a:rPr lang="en-GB" sz="1600" dirty="0"/>
                  <a:t> is any point </a:t>
                </a:r>
                <a14:m>
                  <m:oMath xmlns:m="http://schemas.openxmlformats.org/officeDocument/2006/math">
                    <m:r>
                      <a:rPr lang="en-GB" sz="1600" b="1" i="1" smtClean="0">
                        <a:latin typeface="Cambria Math" panose="02040503050406030204" pitchFamily="18" charset="0"/>
                      </a:rPr>
                      <m:t>𝑷</m:t>
                    </m:r>
                  </m:oMath>
                </a14:m>
                <a:r>
                  <a:rPr lang="en-GB" sz="1600" dirty="0"/>
                  <a:t> in the world frame, </a:t>
                </a:r>
                <a14:m>
                  <m:oMath xmlns:m="http://schemas.openxmlformats.org/officeDocument/2006/math">
                    <m:r>
                      <a:rPr lang="en-GB" sz="1600" b="1" i="1" smtClean="0">
                        <a:latin typeface="Cambria Math" panose="02040503050406030204" pitchFamily="18" charset="0"/>
                      </a:rPr>
                      <m:t>𝑹</m:t>
                    </m:r>
                    <m:r>
                      <a:rPr lang="en-GB" sz="1600" b="1" i="1" smtClean="0">
                        <a:latin typeface="Cambria Math" panose="02040503050406030204" pitchFamily="18" charset="0"/>
                      </a:rPr>
                      <m:t>|</m:t>
                    </m:r>
                    <m:r>
                      <a:rPr lang="en-GB" sz="1600" b="1" i="1" smtClean="0">
                        <a:latin typeface="Cambria Math" panose="02040503050406030204" pitchFamily="18" charset="0"/>
                      </a:rPr>
                      <m:t>𝒕</m:t>
                    </m:r>
                  </m:oMath>
                </a14:m>
                <a:r>
                  <a:rPr lang="en-GB" sz="1600" dirty="0"/>
                  <a:t> is the rotation matrix and translation  vector between the World frame </a:t>
                </a:r>
                <a14:m>
                  <m:oMath xmlns:m="http://schemas.openxmlformats.org/officeDocument/2006/math">
                    <m:r>
                      <a:rPr lang="en-GB" sz="1600" b="1" i="1" smtClean="0">
                        <a:latin typeface="Cambria Math" panose="02040503050406030204" pitchFamily="18" charset="0"/>
                      </a:rPr>
                      <m:t>𝑾</m:t>
                    </m:r>
                  </m:oMath>
                </a14:m>
                <a:r>
                  <a:rPr lang="en-GB" sz="1600" dirty="0"/>
                  <a:t> to the camera frame </a:t>
                </a:r>
                <a14:m>
                  <m:oMath xmlns:m="http://schemas.openxmlformats.org/officeDocument/2006/math">
                    <m:r>
                      <a:rPr lang="en-GB" sz="1600" b="1" i="1" smtClean="0">
                        <a:latin typeface="Cambria Math" panose="02040503050406030204" pitchFamily="18" charset="0"/>
                      </a:rPr>
                      <m:t>𝑪</m:t>
                    </m:r>
                  </m:oMath>
                </a14:m>
                <a:r>
                  <a:rPr lang="en-GB" sz="1600" b="1" dirty="0"/>
                  <a:t>, </a:t>
                </a:r>
                <a14:m>
                  <m:oMath xmlns:m="http://schemas.openxmlformats.org/officeDocument/2006/math">
                    <m:r>
                      <a:rPr lang="en-GB" sz="1600" b="1" i="1" smtClean="0">
                        <a:latin typeface="Cambria Math" panose="02040503050406030204" pitchFamily="18" charset="0"/>
                      </a:rPr>
                      <m:t>𝑲</m:t>
                    </m:r>
                  </m:oMath>
                </a14:m>
                <a:r>
                  <a:rPr lang="en-GB" sz="1600" b="1" dirty="0"/>
                  <a:t> </a:t>
                </a:r>
                <a:r>
                  <a:rPr lang="en-GB" sz="1600" dirty="0"/>
                  <a:t>intrinsic parameter matrix, to transform the point in the camera frame </a:t>
                </a:r>
                <a14:m>
                  <m:oMath xmlns:m="http://schemas.openxmlformats.org/officeDocument/2006/math">
                    <m:r>
                      <a:rPr lang="en-GB" sz="1600" b="1" i="1" smtClean="0">
                        <a:latin typeface="Cambria Math" panose="02040503050406030204" pitchFamily="18" charset="0"/>
                      </a:rPr>
                      <m:t>𝑪</m:t>
                    </m:r>
                  </m:oMath>
                </a14:m>
                <a:r>
                  <a:rPr lang="en-GB" sz="1600" b="1" dirty="0"/>
                  <a:t> </a:t>
                </a:r>
                <a:r>
                  <a:rPr lang="en-GB" sz="1600" dirty="0"/>
                  <a:t>to the Image frame </a:t>
                </a:r>
                <a14:m>
                  <m:oMath xmlns:m="http://schemas.openxmlformats.org/officeDocument/2006/math">
                    <m:r>
                      <a:rPr lang="en-GB" sz="1600" b="1" i="1" smtClean="0">
                        <a:latin typeface="Cambria Math" panose="02040503050406030204" pitchFamily="18" charset="0"/>
                      </a:rPr>
                      <m:t>𝑰</m:t>
                    </m:r>
                  </m:oMath>
                </a14:m>
                <a:r>
                  <a:rPr lang="en-GB" sz="1600" b="1" dirty="0"/>
                  <a:t>.</a:t>
                </a:r>
              </a:p>
            </p:txBody>
          </p:sp>
        </mc:Choice>
        <mc:Fallback>
          <p:sp>
            <p:nvSpPr>
              <p:cNvPr id="3" name="Content Placeholder 2">
                <a:extLst>
                  <a:ext uri="{FF2B5EF4-FFF2-40B4-BE49-F238E27FC236}">
                    <a16:creationId xmlns:a16="http://schemas.microsoft.com/office/drawing/2014/main" id="{2ADF12BB-0A52-2061-9A57-F91066B4C347}"/>
                  </a:ext>
                </a:extLst>
              </p:cNvPr>
              <p:cNvSpPr>
                <a:spLocks noGrp="1" noRot="1" noChangeAspect="1" noMove="1" noResize="1" noEditPoints="1" noAdjustHandles="1" noChangeArrowheads="1" noChangeShapeType="1" noTextEdit="1"/>
              </p:cNvSpPr>
              <p:nvPr>
                <p:ph sz="half" idx="2"/>
              </p:nvPr>
            </p:nvSpPr>
            <p:spPr>
              <a:blipFill>
                <a:blip r:embed="rId4"/>
                <a:stretch>
                  <a:fillRect l="-706" r="-824"/>
                </a:stretch>
              </a:blipFill>
            </p:spPr>
            <p:txBody>
              <a:bodyPr/>
              <a:lstStyle/>
              <a:p>
                <a:r>
                  <a:rPr lang="en-GB">
                    <a:noFill/>
                  </a:rPr>
                  <a:t> </a:t>
                </a:r>
              </a:p>
            </p:txBody>
          </p:sp>
        </mc:Fallback>
      </mc:AlternateContent>
      <p:sp>
        <p:nvSpPr>
          <p:cNvPr id="4" name="Title 3">
            <a:extLst>
              <a:ext uri="{FF2B5EF4-FFF2-40B4-BE49-F238E27FC236}">
                <a16:creationId xmlns:a16="http://schemas.microsoft.com/office/drawing/2014/main" id="{6BA4FC0E-0F71-6BBD-CE59-110AD9AEE64A}"/>
              </a:ext>
            </a:extLst>
          </p:cNvPr>
          <p:cNvSpPr>
            <a:spLocks noGrp="1"/>
          </p:cNvSpPr>
          <p:nvPr>
            <p:ph type="title"/>
          </p:nvPr>
        </p:nvSpPr>
        <p:spPr/>
        <p:txBody>
          <a:bodyPr/>
          <a:lstStyle/>
          <a:p>
            <a:r>
              <a:rPr lang="en-GB" dirty="0"/>
              <a:t>Camera Calibration</a:t>
            </a:r>
          </a:p>
        </p:txBody>
      </p:sp>
    </p:spTree>
    <p:extLst>
      <p:ext uri="{BB962C8B-B14F-4D97-AF65-F5344CB8AC3E}">
        <p14:creationId xmlns:p14="http://schemas.microsoft.com/office/powerpoint/2010/main" val="180247007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1D8565-BA63-9EC8-14D5-427BAC221631}"/>
            </a:ext>
          </a:extLst>
        </p:cNvPr>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02933AC1-20D1-25D9-9986-F31B24A96266}"/>
              </a:ext>
            </a:extLst>
          </p:cNvPr>
          <p:cNvPicPr>
            <a:picLocks noGrp="1" noChangeAspect="1"/>
          </p:cNvPicPr>
          <p:nvPr>
            <p:ph sz="half" idx="1"/>
          </p:nvPr>
        </p:nvPicPr>
        <p:blipFill>
          <a:blip r:embed="rId2">
            <a:extLst>
              <a:ext uri="{96DAC541-7B7A-43D3-8B79-37D633B846F1}">
                <asvg:svgBlip xmlns:asvg="http://schemas.microsoft.com/office/drawing/2016/SVG/main" r:embed="rId3"/>
              </a:ext>
            </a:extLst>
          </a:blip>
          <a:srcRect/>
          <a:stretch/>
        </p:blipFill>
        <p:spPr>
          <a:xfrm>
            <a:off x="148669" y="2228527"/>
            <a:ext cx="5871132" cy="3428201"/>
          </a:xfrm>
          <a:prstGeom prst="rect">
            <a:avLst/>
          </a:prstGeom>
        </p:spPr>
      </p:pic>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2D4A67BC-A720-F702-AC6C-CE83B06BFA80}"/>
                  </a:ext>
                </a:extLst>
              </p:cNvPr>
              <p:cNvSpPr>
                <a:spLocks noGrp="1"/>
              </p:cNvSpPr>
              <p:nvPr>
                <p:ph sz="half" idx="2"/>
              </p:nvPr>
            </p:nvSpPr>
            <p:spPr/>
            <p:txBody>
              <a:bodyPr>
                <a:normAutofit/>
              </a:bodyPr>
              <a:lstStyle/>
              <a:p>
                <a:pPr>
                  <a:lnSpc>
                    <a:spcPct val="160000"/>
                  </a:lnSpc>
                  <a:spcBef>
                    <a:spcPts val="0"/>
                  </a:spcBef>
                </a:pPr>
                <a:r>
                  <a:rPr lang="en-GB" sz="1600" b="1" dirty="0"/>
                  <a:t>The Extrinsic parameter matrix </a:t>
                </a:r>
                <a:r>
                  <a:rPr lang="en-GB" sz="1600" dirty="0"/>
                  <a:t>is defined as follows (please note that it is typically depicted using homogeneous coordinates)</a:t>
                </a:r>
              </a:p>
              <a:p>
                <a:pPr marL="0" indent="0">
                  <a:lnSpc>
                    <a:spcPct val="160000"/>
                  </a:lnSpc>
                  <a:spcBef>
                    <a:spcPts val="0"/>
                  </a:spcBef>
                  <a:buNone/>
                </a:pPr>
                <a14:m>
                  <m:oMathPara xmlns:m="http://schemas.openxmlformats.org/officeDocument/2006/math">
                    <m:oMathParaPr>
                      <m:jc m:val="centerGroup"/>
                    </m:oMathParaPr>
                    <m:oMath xmlns:m="http://schemas.openxmlformats.org/officeDocument/2006/math">
                      <m:r>
                        <a:rPr lang="en-GB" sz="1600" b="1" i="1" smtClean="0">
                          <a:latin typeface="Cambria Math" panose="02040503050406030204" pitchFamily="18" charset="0"/>
                        </a:rPr>
                        <m:t>[</m:t>
                      </m:r>
                      <m:r>
                        <a:rPr lang="en-GB" sz="1600" b="1" i="1" smtClean="0">
                          <a:latin typeface="Cambria Math" panose="02040503050406030204" pitchFamily="18" charset="0"/>
                        </a:rPr>
                        <m:t>𝑹</m:t>
                      </m:r>
                      <m:r>
                        <a:rPr lang="en-GB" sz="1600" b="1" i="1" smtClean="0">
                          <a:latin typeface="Cambria Math" panose="02040503050406030204" pitchFamily="18" charset="0"/>
                        </a:rPr>
                        <m:t>|</m:t>
                      </m:r>
                      <m:r>
                        <a:rPr lang="en-GB" sz="1600" b="1" i="1" smtClean="0">
                          <a:latin typeface="Cambria Math" panose="02040503050406030204" pitchFamily="18" charset="0"/>
                        </a:rPr>
                        <m:t>𝒕</m:t>
                      </m:r>
                      <m:r>
                        <a:rPr lang="en-GB" sz="1600" b="1" i="1" smtClean="0">
                          <a:latin typeface="Cambria Math" panose="02040503050406030204" pitchFamily="18" charset="0"/>
                        </a:rPr>
                        <m:t>]=</m:t>
                      </m:r>
                      <m:d>
                        <m:dPr>
                          <m:begChr m:val="["/>
                          <m:endChr m:val="]"/>
                          <m:ctrlPr>
                            <a:rPr lang="en-GB" sz="1600" b="1" i="1" smtClean="0">
                              <a:latin typeface="Cambria Math" panose="02040503050406030204" pitchFamily="18" charset="0"/>
                            </a:rPr>
                          </m:ctrlPr>
                        </m:dPr>
                        <m:e>
                          <m:m>
                            <m:mPr>
                              <m:mcs>
                                <m:mc>
                                  <m:mcPr>
                                    <m:count m:val="4"/>
                                    <m:mcJc m:val="center"/>
                                  </m:mcPr>
                                </m:mc>
                              </m:mcs>
                              <m:ctrlPr>
                                <a:rPr lang="en-GB" sz="1600" i="1" smtClean="0">
                                  <a:latin typeface="Cambria Math" panose="02040503050406030204" pitchFamily="18" charset="0"/>
                                </a:rPr>
                              </m:ctrlPr>
                            </m:mPr>
                            <m:mr>
                              <m:e>
                                <m:sSub>
                                  <m:sSubPr>
                                    <m:ctrlPr>
                                      <a:rPr lang="en-GB" sz="1600" i="1" smtClean="0">
                                        <a:latin typeface="Cambria Math" panose="02040503050406030204" pitchFamily="18" charset="0"/>
                                      </a:rPr>
                                    </m:ctrlPr>
                                  </m:sSubPr>
                                  <m:e>
                                    <m:r>
                                      <m:rPr>
                                        <m:brk m:alnAt="7"/>
                                      </m:rPr>
                                      <a:rPr lang="en-GB" sz="1600" b="0" i="1" smtClean="0">
                                        <a:latin typeface="Cambria Math" panose="02040503050406030204" pitchFamily="18" charset="0"/>
                                      </a:rPr>
                                      <m:t>𝑟</m:t>
                                    </m:r>
                                  </m:e>
                                  <m:sub>
                                    <m:r>
                                      <m:rPr>
                                        <m:brk m:alnAt="7"/>
                                      </m:rPr>
                                      <a:rPr lang="en-GB" sz="1600" b="0" i="1" smtClean="0">
                                        <a:latin typeface="Cambria Math" panose="02040503050406030204" pitchFamily="18" charset="0"/>
                                      </a:rPr>
                                      <m:t>1</m:t>
                                    </m:r>
                                  </m:sub>
                                </m:sSub>
                              </m:e>
                              <m:e>
                                <m:sSub>
                                  <m:sSubPr>
                                    <m:ctrlPr>
                                      <a:rPr lang="en-GB" sz="1600" i="1" smtClean="0">
                                        <a:latin typeface="Cambria Math" panose="02040503050406030204" pitchFamily="18" charset="0"/>
                                      </a:rPr>
                                    </m:ctrlPr>
                                  </m:sSubPr>
                                  <m:e>
                                    <m:r>
                                      <a:rPr lang="en-GB" sz="1600" b="0" i="1" smtClean="0">
                                        <a:latin typeface="Cambria Math" panose="02040503050406030204" pitchFamily="18" charset="0"/>
                                      </a:rPr>
                                      <m:t>𝑟</m:t>
                                    </m:r>
                                  </m:e>
                                  <m:sub>
                                    <m:r>
                                      <a:rPr lang="en-GB" sz="1600" b="0" i="1" smtClean="0">
                                        <a:latin typeface="Cambria Math" panose="02040503050406030204" pitchFamily="18" charset="0"/>
                                      </a:rPr>
                                      <m:t>2</m:t>
                                    </m:r>
                                  </m:sub>
                                </m:sSub>
                              </m:e>
                              <m:e>
                                <m:sSub>
                                  <m:sSubPr>
                                    <m:ctrlPr>
                                      <a:rPr lang="en-GB" sz="1600" i="1" smtClean="0">
                                        <a:latin typeface="Cambria Math" panose="02040503050406030204" pitchFamily="18" charset="0"/>
                                      </a:rPr>
                                    </m:ctrlPr>
                                  </m:sSubPr>
                                  <m:e>
                                    <m:r>
                                      <a:rPr lang="en-GB" sz="1600" b="0" i="1" smtClean="0">
                                        <a:latin typeface="Cambria Math" panose="02040503050406030204" pitchFamily="18" charset="0"/>
                                      </a:rPr>
                                      <m:t>𝑟</m:t>
                                    </m:r>
                                  </m:e>
                                  <m:sub>
                                    <m:r>
                                      <a:rPr lang="en-GB" sz="1600" b="0" i="1" smtClean="0">
                                        <a:latin typeface="Cambria Math" panose="02040503050406030204" pitchFamily="18" charset="0"/>
                                      </a:rPr>
                                      <m:t>3</m:t>
                                    </m:r>
                                  </m:sub>
                                </m:sSub>
                              </m:e>
                              <m:e>
                                <m:sSub>
                                  <m:sSubPr>
                                    <m:ctrlPr>
                                      <a:rPr lang="en-GB" sz="1600" i="1" smtClean="0">
                                        <a:latin typeface="Cambria Math" panose="02040503050406030204" pitchFamily="18" charset="0"/>
                                      </a:rPr>
                                    </m:ctrlPr>
                                  </m:sSubPr>
                                  <m:e>
                                    <m:r>
                                      <a:rPr lang="en-GB" sz="1600" b="0" i="1" smtClean="0">
                                        <a:latin typeface="Cambria Math" panose="02040503050406030204" pitchFamily="18" charset="0"/>
                                      </a:rPr>
                                      <m:t>𝑡</m:t>
                                    </m:r>
                                  </m:e>
                                  <m:sub>
                                    <m:r>
                                      <a:rPr lang="en-GB" sz="1600" b="0" i="1" smtClean="0">
                                        <a:latin typeface="Cambria Math" panose="02040503050406030204" pitchFamily="18" charset="0"/>
                                      </a:rPr>
                                      <m:t>1</m:t>
                                    </m:r>
                                  </m:sub>
                                </m:sSub>
                              </m:e>
                            </m:mr>
                            <m:mr>
                              <m:e>
                                <m:sSub>
                                  <m:sSubPr>
                                    <m:ctrlPr>
                                      <a:rPr lang="en-GB" sz="1600" i="1" smtClean="0">
                                        <a:latin typeface="Cambria Math" panose="02040503050406030204" pitchFamily="18" charset="0"/>
                                      </a:rPr>
                                    </m:ctrlPr>
                                  </m:sSubPr>
                                  <m:e>
                                    <m:r>
                                      <a:rPr lang="en-GB" sz="1600" b="0" i="1" smtClean="0">
                                        <a:latin typeface="Cambria Math" panose="02040503050406030204" pitchFamily="18" charset="0"/>
                                      </a:rPr>
                                      <m:t>𝑟</m:t>
                                    </m:r>
                                  </m:e>
                                  <m:sub>
                                    <m:r>
                                      <a:rPr lang="en-GB" sz="1600" b="0" i="1" smtClean="0">
                                        <a:latin typeface="Cambria Math" panose="02040503050406030204" pitchFamily="18" charset="0"/>
                                      </a:rPr>
                                      <m:t>4</m:t>
                                    </m:r>
                                  </m:sub>
                                </m:sSub>
                              </m:e>
                              <m:e>
                                <m:sSub>
                                  <m:sSubPr>
                                    <m:ctrlPr>
                                      <a:rPr lang="en-GB" sz="1600" i="1" smtClean="0">
                                        <a:latin typeface="Cambria Math" panose="02040503050406030204" pitchFamily="18" charset="0"/>
                                      </a:rPr>
                                    </m:ctrlPr>
                                  </m:sSubPr>
                                  <m:e>
                                    <m:r>
                                      <a:rPr lang="en-GB" sz="1600" b="0" i="1" smtClean="0">
                                        <a:latin typeface="Cambria Math" panose="02040503050406030204" pitchFamily="18" charset="0"/>
                                      </a:rPr>
                                      <m:t>𝑟</m:t>
                                    </m:r>
                                  </m:e>
                                  <m:sub>
                                    <m:r>
                                      <a:rPr lang="en-GB" sz="1600" b="0" i="1" smtClean="0">
                                        <a:latin typeface="Cambria Math" panose="02040503050406030204" pitchFamily="18" charset="0"/>
                                      </a:rPr>
                                      <m:t>5</m:t>
                                    </m:r>
                                  </m:sub>
                                </m:sSub>
                              </m:e>
                              <m:e>
                                <m:sSub>
                                  <m:sSubPr>
                                    <m:ctrlPr>
                                      <a:rPr lang="en-GB" sz="1600" i="1" smtClean="0">
                                        <a:latin typeface="Cambria Math" panose="02040503050406030204" pitchFamily="18" charset="0"/>
                                      </a:rPr>
                                    </m:ctrlPr>
                                  </m:sSubPr>
                                  <m:e>
                                    <m:r>
                                      <a:rPr lang="en-GB" sz="1600" b="0" i="1" smtClean="0">
                                        <a:latin typeface="Cambria Math" panose="02040503050406030204" pitchFamily="18" charset="0"/>
                                      </a:rPr>
                                      <m:t>𝑟</m:t>
                                    </m:r>
                                  </m:e>
                                  <m:sub>
                                    <m:r>
                                      <a:rPr lang="en-GB" sz="1600" b="0" i="1" smtClean="0">
                                        <a:latin typeface="Cambria Math" panose="02040503050406030204" pitchFamily="18" charset="0"/>
                                      </a:rPr>
                                      <m:t>6</m:t>
                                    </m:r>
                                  </m:sub>
                                </m:sSub>
                              </m:e>
                              <m:e>
                                <m:sSub>
                                  <m:sSubPr>
                                    <m:ctrlPr>
                                      <a:rPr lang="en-GB" sz="1600" i="1" smtClean="0">
                                        <a:latin typeface="Cambria Math" panose="02040503050406030204" pitchFamily="18" charset="0"/>
                                      </a:rPr>
                                    </m:ctrlPr>
                                  </m:sSubPr>
                                  <m:e>
                                    <m:r>
                                      <a:rPr lang="en-GB" sz="1600" b="0" i="1" smtClean="0">
                                        <a:latin typeface="Cambria Math" panose="02040503050406030204" pitchFamily="18" charset="0"/>
                                      </a:rPr>
                                      <m:t>𝑡</m:t>
                                    </m:r>
                                  </m:e>
                                  <m:sub>
                                    <m:r>
                                      <a:rPr lang="en-GB" sz="1600" b="0" i="1" smtClean="0">
                                        <a:latin typeface="Cambria Math" panose="02040503050406030204" pitchFamily="18" charset="0"/>
                                      </a:rPr>
                                      <m:t>2</m:t>
                                    </m:r>
                                  </m:sub>
                                </m:sSub>
                              </m:e>
                            </m:mr>
                            <m:mr>
                              <m:e>
                                <m:sSub>
                                  <m:sSubPr>
                                    <m:ctrlPr>
                                      <a:rPr lang="en-GB" sz="1600" i="1" smtClean="0">
                                        <a:latin typeface="Cambria Math" panose="02040503050406030204" pitchFamily="18" charset="0"/>
                                      </a:rPr>
                                    </m:ctrlPr>
                                  </m:sSubPr>
                                  <m:e>
                                    <m:r>
                                      <a:rPr lang="en-GB" sz="1600" b="0" i="1" smtClean="0">
                                        <a:latin typeface="Cambria Math" panose="02040503050406030204" pitchFamily="18" charset="0"/>
                                      </a:rPr>
                                      <m:t>𝑟</m:t>
                                    </m:r>
                                  </m:e>
                                  <m:sub>
                                    <m:r>
                                      <a:rPr lang="en-GB" sz="1600" b="0" i="1" smtClean="0">
                                        <a:latin typeface="Cambria Math" panose="02040503050406030204" pitchFamily="18" charset="0"/>
                                      </a:rPr>
                                      <m:t>7</m:t>
                                    </m:r>
                                  </m:sub>
                                </m:sSub>
                              </m:e>
                              <m:e>
                                <m:sSub>
                                  <m:sSubPr>
                                    <m:ctrlPr>
                                      <a:rPr lang="en-GB" sz="1600" i="1" smtClean="0">
                                        <a:latin typeface="Cambria Math" panose="02040503050406030204" pitchFamily="18" charset="0"/>
                                      </a:rPr>
                                    </m:ctrlPr>
                                  </m:sSubPr>
                                  <m:e>
                                    <m:r>
                                      <a:rPr lang="en-GB" sz="1600" b="0" i="1" smtClean="0">
                                        <a:latin typeface="Cambria Math" panose="02040503050406030204" pitchFamily="18" charset="0"/>
                                      </a:rPr>
                                      <m:t>𝑟</m:t>
                                    </m:r>
                                  </m:e>
                                  <m:sub>
                                    <m:r>
                                      <a:rPr lang="en-GB" sz="1600" b="0" i="1" smtClean="0">
                                        <a:latin typeface="Cambria Math" panose="02040503050406030204" pitchFamily="18" charset="0"/>
                                      </a:rPr>
                                      <m:t>8</m:t>
                                    </m:r>
                                  </m:sub>
                                </m:sSub>
                              </m:e>
                              <m:e>
                                <m:sSub>
                                  <m:sSubPr>
                                    <m:ctrlPr>
                                      <a:rPr lang="en-GB" sz="1600" i="1" smtClean="0">
                                        <a:latin typeface="Cambria Math" panose="02040503050406030204" pitchFamily="18" charset="0"/>
                                      </a:rPr>
                                    </m:ctrlPr>
                                  </m:sSubPr>
                                  <m:e>
                                    <m:r>
                                      <a:rPr lang="en-GB" sz="1600" b="0" i="1" smtClean="0">
                                        <a:latin typeface="Cambria Math" panose="02040503050406030204" pitchFamily="18" charset="0"/>
                                      </a:rPr>
                                      <m:t>𝑟</m:t>
                                    </m:r>
                                  </m:e>
                                  <m:sub>
                                    <m:r>
                                      <a:rPr lang="en-GB" sz="1600" b="0" i="1" smtClean="0">
                                        <a:latin typeface="Cambria Math" panose="02040503050406030204" pitchFamily="18" charset="0"/>
                                      </a:rPr>
                                      <m:t>9</m:t>
                                    </m:r>
                                  </m:sub>
                                </m:sSub>
                              </m:e>
                              <m:e>
                                <m:sSub>
                                  <m:sSubPr>
                                    <m:ctrlPr>
                                      <a:rPr lang="en-GB" sz="1600" i="1" smtClean="0">
                                        <a:latin typeface="Cambria Math" panose="02040503050406030204" pitchFamily="18" charset="0"/>
                                      </a:rPr>
                                    </m:ctrlPr>
                                  </m:sSubPr>
                                  <m:e>
                                    <m:r>
                                      <a:rPr lang="en-GB" sz="1600" b="0" i="1" smtClean="0">
                                        <a:latin typeface="Cambria Math" panose="02040503050406030204" pitchFamily="18" charset="0"/>
                                      </a:rPr>
                                      <m:t>𝑡</m:t>
                                    </m:r>
                                  </m:e>
                                  <m:sub>
                                    <m:r>
                                      <a:rPr lang="en-GB" sz="1600" b="0" i="1" smtClean="0">
                                        <a:latin typeface="Cambria Math" panose="02040503050406030204" pitchFamily="18" charset="0"/>
                                      </a:rPr>
                                      <m:t>3</m:t>
                                    </m:r>
                                  </m:sub>
                                </m:sSub>
                              </m:e>
                            </m:mr>
                          </m:m>
                        </m:e>
                      </m:d>
                    </m:oMath>
                  </m:oMathPara>
                </a14:m>
                <a:endParaRPr lang="en-GB" sz="1600" b="1" dirty="0"/>
              </a:p>
              <a:p>
                <a:pPr marL="0" indent="0">
                  <a:lnSpc>
                    <a:spcPct val="160000"/>
                  </a:lnSpc>
                  <a:spcBef>
                    <a:spcPts val="0"/>
                  </a:spcBef>
                  <a:buNone/>
                </a:pPr>
                <a:r>
                  <a:rPr lang="en-GB" sz="1600" dirty="0"/>
                  <a:t>Where, </a:t>
                </a:r>
                <a14:m>
                  <m:oMath xmlns:m="http://schemas.openxmlformats.org/officeDocument/2006/math">
                    <m:sSub>
                      <m:sSubPr>
                        <m:ctrlPr>
                          <a:rPr lang="en-GB" sz="1600"/>
                        </m:ctrlPr>
                      </m:sSubPr>
                      <m:e>
                        <m:r>
                          <a:rPr lang="en-GB" sz="1600" b="0" i="1" smtClean="0">
                            <a:latin typeface="Cambria Math" panose="02040503050406030204" pitchFamily="18" charset="0"/>
                          </a:rPr>
                          <m:t>𝑟</m:t>
                        </m:r>
                      </m:e>
                      <m:sub>
                        <m:r>
                          <m:rPr>
                            <m:sty m:val="p"/>
                          </m:rPr>
                          <a:rPr lang="en-GB" sz="1600" b="0" i="0" smtClean="0">
                            <a:latin typeface="Cambria Math" panose="02040503050406030204" pitchFamily="18" charset="0"/>
                          </a:rPr>
                          <m:t>n</m:t>
                        </m:r>
                      </m:sub>
                    </m:sSub>
                    <m:r>
                      <a:rPr lang="en-GB" sz="1600"/>
                      <m:t>,</m:t>
                    </m:r>
                    <m:sSub>
                      <m:sSubPr>
                        <m:ctrlPr>
                          <a:rPr lang="en-GB" sz="1600"/>
                        </m:ctrlPr>
                      </m:sSubPr>
                      <m:e>
                        <m:r>
                          <a:rPr lang="en-GB" sz="1600" b="0" i="1" smtClean="0">
                            <a:latin typeface="Cambria Math" panose="02040503050406030204" pitchFamily="18" charset="0"/>
                          </a:rPr>
                          <m:t>𝑡</m:t>
                        </m:r>
                      </m:e>
                      <m:sub>
                        <m:r>
                          <m:rPr>
                            <m:sty m:val="p"/>
                          </m:rPr>
                          <a:rPr lang="en-GB" sz="1600" b="0" i="0" smtClean="0">
                            <a:latin typeface="Cambria Math" panose="02040503050406030204" pitchFamily="18" charset="0"/>
                          </a:rPr>
                          <m:t>n</m:t>
                        </m:r>
                      </m:sub>
                    </m:sSub>
                  </m:oMath>
                </a14:m>
                <a:r>
                  <a:rPr lang="en-GB" sz="1600" dirty="0"/>
                  <a:t> are the translation and rotation parameters of the of the camera coordinate frame </a:t>
                </a:r>
                <a14:m>
                  <m:oMath xmlns:m="http://schemas.openxmlformats.org/officeDocument/2006/math">
                    <m:r>
                      <a:rPr lang="en-GB" sz="1600" b="1" i="1" smtClean="0">
                        <a:latin typeface="Cambria Math" panose="02040503050406030204" pitchFamily="18" charset="0"/>
                      </a:rPr>
                      <m:t>𝑪</m:t>
                    </m:r>
                  </m:oMath>
                </a14:m>
                <a:r>
                  <a:rPr lang="en-GB" sz="1600" dirty="0"/>
                  <a:t> with respect to the world frame </a:t>
                </a:r>
                <a14:m>
                  <m:oMath xmlns:m="http://schemas.openxmlformats.org/officeDocument/2006/math">
                    <m:r>
                      <a:rPr lang="en-GB" sz="1600" b="1" i="1" smtClean="0">
                        <a:latin typeface="Cambria Math" panose="02040503050406030204" pitchFamily="18" charset="0"/>
                      </a:rPr>
                      <m:t>𝑾</m:t>
                    </m:r>
                  </m:oMath>
                </a14:m>
                <a:r>
                  <a:rPr lang="en-GB" sz="1600" b="1" dirty="0"/>
                  <a:t>.</a:t>
                </a:r>
              </a:p>
              <a:p>
                <a:pPr marL="0" indent="0">
                  <a:lnSpc>
                    <a:spcPct val="160000"/>
                  </a:lnSpc>
                  <a:spcBef>
                    <a:spcPts val="0"/>
                  </a:spcBef>
                  <a:buNone/>
                </a:pPr>
                <a:r>
                  <a:rPr lang="en-GB" sz="1600" dirty="0"/>
                  <a:t> </a:t>
                </a:r>
              </a:p>
            </p:txBody>
          </p:sp>
        </mc:Choice>
        <mc:Fallback>
          <p:sp>
            <p:nvSpPr>
              <p:cNvPr id="3" name="Content Placeholder 2">
                <a:extLst>
                  <a:ext uri="{FF2B5EF4-FFF2-40B4-BE49-F238E27FC236}">
                    <a16:creationId xmlns:a16="http://schemas.microsoft.com/office/drawing/2014/main" id="{2D4A67BC-A720-F702-AC6C-CE83B06BFA80}"/>
                  </a:ext>
                </a:extLst>
              </p:cNvPr>
              <p:cNvSpPr>
                <a:spLocks noGrp="1" noRot="1" noChangeAspect="1" noMove="1" noResize="1" noEditPoints="1" noAdjustHandles="1" noChangeArrowheads="1" noChangeShapeType="1" noTextEdit="1"/>
              </p:cNvSpPr>
              <p:nvPr>
                <p:ph sz="half" idx="2"/>
              </p:nvPr>
            </p:nvSpPr>
            <p:spPr>
              <a:blipFill>
                <a:blip r:embed="rId4"/>
                <a:stretch>
                  <a:fillRect l="-706" r="-1059"/>
                </a:stretch>
              </a:blipFill>
            </p:spPr>
            <p:txBody>
              <a:bodyPr/>
              <a:lstStyle/>
              <a:p>
                <a:r>
                  <a:rPr lang="en-GB">
                    <a:noFill/>
                  </a:rPr>
                  <a:t> </a:t>
                </a:r>
              </a:p>
            </p:txBody>
          </p:sp>
        </mc:Fallback>
      </mc:AlternateContent>
      <p:sp>
        <p:nvSpPr>
          <p:cNvPr id="4" name="Title 3">
            <a:extLst>
              <a:ext uri="{FF2B5EF4-FFF2-40B4-BE49-F238E27FC236}">
                <a16:creationId xmlns:a16="http://schemas.microsoft.com/office/drawing/2014/main" id="{A338F789-B093-B340-E79C-39F666965C90}"/>
              </a:ext>
            </a:extLst>
          </p:cNvPr>
          <p:cNvSpPr>
            <a:spLocks noGrp="1"/>
          </p:cNvSpPr>
          <p:nvPr>
            <p:ph type="title"/>
          </p:nvPr>
        </p:nvSpPr>
        <p:spPr/>
        <p:txBody>
          <a:bodyPr/>
          <a:lstStyle/>
          <a:p>
            <a:r>
              <a:rPr lang="en-GB" dirty="0"/>
              <a:t>Camera Calibration</a:t>
            </a:r>
          </a:p>
        </p:txBody>
      </p:sp>
      <p:cxnSp>
        <p:nvCxnSpPr>
          <p:cNvPr id="6" name="Straight Connector 5">
            <a:extLst>
              <a:ext uri="{FF2B5EF4-FFF2-40B4-BE49-F238E27FC236}">
                <a16:creationId xmlns:a16="http://schemas.microsoft.com/office/drawing/2014/main" id="{64B57FB5-87D3-8247-95F6-07E041A46B50}"/>
              </a:ext>
            </a:extLst>
          </p:cNvPr>
          <p:cNvCxnSpPr/>
          <p:nvPr/>
        </p:nvCxnSpPr>
        <p:spPr>
          <a:xfrm>
            <a:off x="9502589" y="3290048"/>
            <a:ext cx="0" cy="815788"/>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3299313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B2FABE-7B45-79EA-8D97-841E0355E523}"/>
            </a:ext>
          </a:extLst>
        </p:cNvPr>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35D15E24-12F3-1A4F-9670-6695728A7242}"/>
              </a:ext>
            </a:extLst>
          </p:cNvPr>
          <p:cNvPicPr>
            <a:picLocks noGrp="1" noChangeAspect="1"/>
          </p:cNvPicPr>
          <p:nvPr>
            <p:ph sz="half" idx="1"/>
          </p:nvPr>
        </p:nvPicPr>
        <p:blipFill>
          <a:blip r:embed="rId2">
            <a:extLst>
              <a:ext uri="{96DAC541-7B7A-43D3-8B79-37D633B846F1}">
                <asvg:svgBlip xmlns:asvg="http://schemas.microsoft.com/office/drawing/2016/SVG/main" r:embed="rId3"/>
              </a:ext>
            </a:extLst>
          </a:blip>
          <a:srcRect/>
          <a:stretch/>
        </p:blipFill>
        <p:spPr>
          <a:xfrm>
            <a:off x="148669" y="2228527"/>
            <a:ext cx="5871132" cy="3428201"/>
          </a:xfrm>
          <a:prstGeom prst="rect">
            <a:avLst/>
          </a:prstGeom>
        </p:spPr>
      </p:pic>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5FEA9C22-80EA-BC3C-BAD9-48CDC65325E8}"/>
                  </a:ext>
                </a:extLst>
              </p:cNvPr>
              <p:cNvSpPr>
                <a:spLocks noGrp="1"/>
              </p:cNvSpPr>
              <p:nvPr>
                <p:ph sz="half" idx="2"/>
              </p:nvPr>
            </p:nvSpPr>
            <p:spPr/>
            <p:txBody>
              <a:bodyPr>
                <a:normAutofit fontScale="92500"/>
              </a:bodyPr>
              <a:lstStyle/>
              <a:p>
                <a:pPr>
                  <a:lnSpc>
                    <a:spcPct val="160000"/>
                  </a:lnSpc>
                  <a:spcBef>
                    <a:spcPts val="0"/>
                  </a:spcBef>
                </a:pPr>
                <a:r>
                  <a:rPr lang="en-GB" sz="1600" dirty="0"/>
                  <a:t>The Intrinsic parameter matrix is defined as follows (please note that it is typically depicted using homogeneous coordinates)</a:t>
                </a:r>
              </a:p>
              <a:p>
                <a:pPr marL="0" indent="0">
                  <a:lnSpc>
                    <a:spcPct val="160000"/>
                  </a:lnSpc>
                  <a:spcBef>
                    <a:spcPts val="0"/>
                  </a:spcBef>
                  <a:spcAft>
                    <a:spcPts val="600"/>
                  </a:spcAft>
                  <a:buNone/>
                </a:pPr>
                <a14:m>
                  <m:oMathPara xmlns:m="http://schemas.openxmlformats.org/officeDocument/2006/math">
                    <m:oMathParaPr>
                      <m:jc m:val="centerGroup"/>
                    </m:oMathParaPr>
                    <m:oMath xmlns:m="http://schemas.openxmlformats.org/officeDocument/2006/math">
                      <m:r>
                        <a:rPr lang="en-GB" sz="1600" b="1" i="1" smtClean="0">
                          <a:latin typeface="Cambria Math" panose="02040503050406030204" pitchFamily="18" charset="0"/>
                        </a:rPr>
                        <m:t>𝑲</m:t>
                      </m:r>
                      <m:r>
                        <a:rPr lang="en-GB" sz="1600" b="1" i="1" smtClean="0">
                          <a:latin typeface="Cambria Math" panose="02040503050406030204" pitchFamily="18" charset="0"/>
                        </a:rPr>
                        <m:t>=</m:t>
                      </m:r>
                      <m:d>
                        <m:dPr>
                          <m:begChr m:val="["/>
                          <m:endChr m:val="]"/>
                          <m:ctrlPr>
                            <a:rPr lang="en-GB" sz="1600" b="1" i="1" smtClean="0">
                              <a:latin typeface="Cambria Math" panose="02040503050406030204" pitchFamily="18" charset="0"/>
                            </a:rPr>
                          </m:ctrlPr>
                        </m:dPr>
                        <m:e>
                          <m:m>
                            <m:mPr>
                              <m:mcs>
                                <m:mc>
                                  <m:mcPr>
                                    <m:count m:val="3"/>
                                    <m:mcJc m:val="center"/>
                                  </m:mcPr>
                                </m:mc>
                              </m:mcs>
                              <m:ctrlPr>
                                <a:rPr lang="en-GB" sz="1600" i="1" smtClean="0">
                                  <a:latin typeface="Cambria Math" panose="02040503050406030204" pitchFamily="18" charset="0"/>
                                </a:rPr>
                              </m:ctrlPr>
                            </m:mPr>
                            <m:mr>
                              <m:e>
                                <m:sSub>
                                  <m:sSubPr>
                                    <m:ctrlPr>
                                      <a:rPr lang="en-GB" sz="1600" i="1" smtClean="0">
                                        <a:latin typeface="Cambria Math" panose="02040503050406030204" pitchFamily="18" charset="0"/>
                                      </a:rPr>
                                    </m:ctrlPr>
                                  </m:sSubPr>
                                  <m:e>
                                    <m:r>
                                      <m:rPr>
                                        <m:brk m:alnAt="7"/>
                                      </m:rPr>
                                      <a:rPr lang="en-GB" sz="1600" b="0" i="1" smtClean="0">
                                        <a:latin typeface="Cambria Math" panose="02040503050406030204" pitchFamily="18" charset="0"/>
                                      </a:rPr>
                                      <m:t>𝑓</m:t>
                                    </m:r>
                                  </m:e>
                                  <m:sub>
                                    <m:r>
                                      <m:rPr>
                                        <m:brk m:alnAt="7"/>
                                      </m:rPr>
                                      <a:rPr lang="en-GB" sz="1600" b="0" i="1" smtClean="0">
                                        <a:latin typeface="Cambria Math" panose="02040503050406030204" pitchFamily="18" charset="0"/>
                                      </a:rPr>
                                      <m:t>𝑥</m:t>
                                    </m:r>
                                  </m:sub>
                                </m:sSub>
                              </m:e>
                              <m:e>
                                <m:r>
                                  <a:rPr lang="en-GB" sz="1600" b="0" i="1" smtClean="0">
                                    <a:latin typeface="Cambria Math" panose="02040503050406030204" pitchFamily="18" charset="0"/>
                                  </a:rPr>
                                  <m:t>0</m:t>
                                </m:r>
                              </m:e>
                              <m:e>
                                <m:sSub>
                                  <m:sSubPr>
                                    <m:ctrlPr>
                                      <a:rPr lang="en-GB" sz="1600" i="1" smtClean="0">
                                        <a:latin typeface="Cambria Math" panose="02040503050406030204" pitchFamily="18" charset="0"/>
                                      </a:rPr>
                                    </m:ctrlPr>
                                  </m:sSubPr>
                                  <m:e>
                                    <m:r>
                                      <a:rPr lang="en-GB" sz="1600" b="0" i="1" smtClean="0">
                                        <a:latin typeface="Cambria Math" panose="02040503050406030204" pitchFamily="18" charset="0"/>
                                      </a:rPr>
                                      <m:t>𝑐</m:t>
                                    </m:r>
                                  </m:e>
                                  <m:sub>
                                    <m:r>
                                      <a:rPr lang="en-GB" sz="1600" b="0" i="1" smtClean="0">
                                        <a:latin typeface="Cambria Math" panose="02040503050406030204" pitchFamily="18" charset="0"/>
                                      </a:rPr>
                                      <m:t>𝑥</m:t>
                                    </m:r>
                                  </m:sub>
                                </m:sSub>
                              </m:e>
                            </m:mr>
                            <m:mr>
                              <m:e>
                                <m:r>
                                  <a:rPr lang="en-GB" sz="1600" b="0" i="1" smtClean="0">
                                    <a:latin typeface="Cambria Math" panose="02040503050406030204" pitchFamily="18" charset="0"/>
                                  </a:rPr>
                                  <m:t>0</m:t>
                                </m:r>
                              </m:e>
                              <m:e>
                                <m:sSub>
                                  <m:sSubPr>
                                    <m:ctrlPr>
                                      <a:rPr lang="en-GB" sz="1600" i="1" smtClean="0">
                                        <a:latin typeface="Cambria Math" panose="02040503050406030204" pitchFamily="18" charset="0"/>
                                      </a:rPr>
                                    </m:ctrlPr>
                                  </m:sSubPr>
                                  <m:e>
                                    <m:r>
                                      <a:rPr lang="en-GB" sz="1600" b="0" i="1" smtClean="0">
                                        <a:latin typeface="Cambria Math" panose="02040503050406030204" pitchFamily="18" charset="0"/>
                                      </a:rPr>
                                      <m:t>𝑓</m:t>
                                    </m:r>
                                  </m:e>
                                  <m:sub>
                                    <m:r>
                                      <a:rPr lang="en-GB" sz="1600" b="0" i="1" smtClean="0">
                                        <a:latin typeface="Cambria Math" panose="02040503050406030204" pitchFamily="18" charset="0"/>
                                      </a:rPr>
                                      <m:t>𝑦</m:t>
                                    </m:r>
                                  </m:sub>
                                </m:sSub>
                              </m:e>
                              <m:e>
                                <m:sSub>
                                  <m:sSubPr>
                                    <m:ctrlPr>
                                      <a:rPr lang="en-GB" sz="1600" i="1" smtClean="0">
                                        <a:latin typeface="Cambria Math" panose="02040503050406030204" pitchFamily="18" charset="0"/>
                                      </a:rPr>
                                    </m:ctrlPr>
                                  </m:sSubPr>
                                  <m:e>
                                    <m:r>
                                      <a:rPr lang="en-GB" sz="1600" b="0" i="1" smtClean="0">
                                        <a:latin typeface="Cambria Math" panose="02040503050406030204" pitchFamily="18" charset="0"/>
                                      </a:rPr>
                                      <m:t>𝑐</m:t>
                                    </m:r>
                                  </m:e>
                                  <m:sub>
                                    <m:r>
                                      <a:rPr lang="en-GB" sz="1600" b="0" i="1" smtClean="0">
                                        <a:latin typeface="Cambria Math" panose="02040503050406030204" pitchFamily="18" charset="0"/>
                                      </a:rPr>
                                      <m:t>𝑦</m:t>
                                    </m:r>
                                  </m:sub>
                                </m:sSub>
                              </m:e>
                            </m:mr>
                            <m:mr>
                              <m:e>
                                <m:r>
                                  <a:rPr lang="en-GB" sz="1600" b="0" i="1" smtClean="0">
                                    <a:latin typeface="Cambria Math" panose="02040503050406030204" pitchFamily="18" charset="0"/>
                                  </a:rPr>
                                  <m:t>0</m:t>
                                </m:r>
                              </m:e>
                              <m:e>
                                <m:r>
                                  <a:rPr lang="en-GB" sz="1600" b="0" i="1" smtClean="0">
                                    <a:latin typeface="Cambria Math" panose="02040503050406030204" pitchFamily="18" charset="0"/>
                                  </a:rPr>
                                  <m:t>0</m:t>
                                </m:r>
                              </m:e>
                              <m:e>
                                <m:r>
                                  <a:rPr lang="en-GB" sz="1600" b="0" i="1" smtClean="0">
                                    <a:latin typeface="Cambria Math" panose="02040503050406030204" pitchFamily="18" charset="0"/>
                                  </a:rPr>
                                  <m:t>1</m:t>
                                </m:r>
                              </m:e>
                            </m:mr>
                          </m:m>
                        </m:e>
                      </m:d>
                    </m:oMath>
                  </m:oMathPara>
                </a14:m>
                <a:endParaRPr lang="en-GB" sz="1600" b="1" dirty="0"/>
              </a:p>
              <a:p>
                <a:pPr marL="0" indent="0">
                  <a:lnSpc>
                    <a:spcPct val="160000"/>
                  </a:lnSpc>
                  <a:spcBef>
                    <a:spcPts val="0"/>
                  </a:spcBef>
                  <a:buNone/>
                </a:pPr>
                <a:r>
                  <a:rPr lang="en-GB" sz="1600" dirty="0"/>
                  <a:t>Where, </a:t>
                </a:r>
                <a14:m>
                  <m:oMath xmlns:m="http://schemas.openxmlformats.org/officeDocument/2006/math">
                    <m:sSub>
                      <m:sSubPr>
                        <m:ctrlPr>
                          <a:rPr lang="en-GB" sz="1600"/>
                        </m:ctrlPr>
                      </m:sSubPr>
                      <m:e>
                        <m:r>
                          <a:rPr lang="en-GB" sz="1600"/>
                          <m:t>𝑓</m:t>
                        </m:r>
                      </m:e>
                      <m:sub>
                        <m:r>
                          <a:rPr lang="en-GB" sz="1600"/>
                          <m:t>𝑥</m:t>
                        </m:r>
                      </m:sub>
                    </m:sSub>
                    <m:r>
                      <a:rPr lang="en-GB" sz="1600"/>
                      <m:t>,</m:t>
                    </m:r>
                    <m:sSub>
                      <m:sSubPr>
                        <m:ctrlPr>
                          <a:rPr lang="en-GB" sz="1600"/>
                        </m:ctrlPr>
                      </m:sSubPr>
                      <m:e>
                        <m:r>
                          <a:rPr lang="en-GB" sz="1600"/>
                          <m:t>𝑓</m:t>
                        </m:r>
                      </m:e>
                      <m:sub>
                        <m:r>
                          <a:rPr lang="en-GB" sz="1600"/>
                          <m:t>𝑦</m:t>
                        </m:r>
                      </m:sub>
                    </m:sSub>
                  </m:oMath>
                </a14:m>
                <a:r>
                  <a:rPr lang="en-GB" sz="1600" dirty="0"/>
                  <a:t> are the focal lengths with respect to </a:t>
                </a:r>
                <a14:m>
                  <m:oMath xmlns:m="http://schemas.openxmlformats.org/officeDocument/2006/math">
                    <m:r>
                      <a:rPr lang="en-GB" sz="1600" b="0" i="1" smtClean="0">
                        <a:latin typeface="Cambria Math" panose="02040503050406030204" pitchFamily="18" charset="0"/>
                      </a:rPr>
                      <m:t>𝑥</m:t>
                    </m:r>
                  </m:oMath>
                </a14:m>
                <a:r>
                  <a:rPr lang="en-GB" sz="1600" dirty="0"/>
                  <a:t> and </a:t>
                </a:r>
                <a14:m>
                  <m:oMath xmlns:m="http://schemas.openxmlformats.org/officeDocument/2006/math">
                    <m:r>
                      <a:rPr lang="en-GB" sz="1600" b="0" i="1" smtClean="0">
                        <a:latin typeface="Cambria Math" panose="02040503050406030204" pitchFamily="18" charset="0"/>
                      </a:rPr>
                      <m:t>𝑦</m:t>
                    </m:r>
                  </m:oMath>
                </a14:m>
                <a:r>
                  <a:rPr lang="en-GB" sz="1600" dirty="0"/>
                  <a:t> respectively </a:t>
                </a:r>
                <a14:m>
                  <m:oMath xmlns:m="http://schemas.openxmlformats.org/officeDocument/2006/math">
                    <m:sSub>
                      <m:sSubPr>
                        <m:ctrlPr>
                          <a:rPr lang="en-GB" sz="1600" b="0" i="1" smtClean="0">
                            <a:latin typeface="Cambria Math" panose="02040503050406030204" pitchFamily="18" charset="0"/>
                          </a:rPr>
                        </m:ctrlPr>
                      </m:sSubPr>
                      <m:e>
                        <m:r>
                          <a:rPr lang="en-GB" sz="1600" b="0" i="1" smtClean="0">
                            <a:latin typeface="Cambria Math" panose="02040503050406030204" pitchFamily="18" charset="0"/>
                          </a:rPr>
                          <m:t>𝑐</m:t>
                        </m:r>
                      </m:e>
                      <m:sub>
                        <m:r>
                          <a:rPr lang="en-GB" sz="1600" b="0" i="1" smtClean="0">
                            <a:latin typeface="Cambria Math" panose="02040503050406030204" pitchFamily="18" charset="0"/>
                          </a:rPr>
                          <m:t>𝑥</m:t>
                        </m:r>
                      </m:sub>
                    </m:sSub>
                  </m:oMath>
                </a14:m>
                <a:r>
                  <a:rPr lang="en-GB" sz="1600" dirty="0"/>
                  <a:t> and </a:t>
                </a:r>
                <a14:m>
                  <m:oMath xmlns:m="http://schemas.openxmlformats.org/officeDocument/2006/math">
                    <m:sSub>
                      <m:sSubPr>
                        <m:ctrlPr>
                          <a:rPr lang="en-GB" sz="1600" b="0" i="1" smtClean="0">
                            <a:latin typeface="Cambria Math" panose="02040503050406030204" pitchFamily="18" charset="0"/>
                          </a:rPr>
                        </m:ctrlPr>
                      </m:sSubPr>
                      <m:e>
                        <m:r>
                          <a:rPr lang="en-GB" sz="1600" b="0" i="1" smtClean="0">
                            <a:latin typeface="Cambria Math" panose="02040503050406030204" pitchFamily="18" charset="0"/>
                          </a:rPr>
                          <m:t>𝑐</m:t>
                        </m:r>
                      </m:e>
                      <m:sub>
                        <m:r>
                          <a:rPr lang="en-GB" sz="1600" b="0" i="1" smtClean="0">
                            <a:latin typeface="Cambria Math" panose="02040503050406030204" pitchFamily="18" charset="0"/>
                          </a:rPr>
                          <m:t>𝑦</m:t>
                        </m:r>
                      </m:sub>
                    </m:sSub>
                  </m:oMath>
                </a14:m>
                <a:r>
                  <a:rPr lang="en-GB" sz="1600" i="1" dirty="0"/>
                  <a:t> </a:t>
                </a:r>
                <a:r>
                  <a:rPr lang="en-GB" sz="1600" dirty="0"/>
                  <a:t>are the </a:t>
                </a:r>
                <a14:m>
                  <m:oMath xmlns:m="http://schemas.openxmlformats.org/officeDocument/2006/math">
                    <m:r>
                      <a:rPr lang="en-GB" sz="1600" i="1" dirty="0" smtClean="0">
                        <a:latin typeface="Cambria Math" panose="02040503050406030204" pitchFamily="18" charset="0"/>
                      </a:rPr>
                      <m:t>𝑥</m:t>
                    </m:r>
                    <m:r>
                      <a:rPr lang="en-GB" sz="1600" i="1" dirty="0" smtClean="0">
                        <a:latin typeface="Cambria Math" panose="02040503050406030204" pitchFamily="18" charset="0"/>
                      </a:rPr>
                      <m:t>,</m:t>
                    </m:r>
                    <m:r>
                      <a:rPr lang="en-GB" sz="1600" i="1" dirty="0" smtClean="0">
                        <a:latin typeface="Cambria Math" panose="02040503050406030204" pitchFamily="18" charset="0"/>
                      </a:rPr>
                      <m:t>𝑦</m:t>
                    </m:r>
                  </m:oMath>
                </a14:m>
                <a:r>
                  <a:rPr lang="en-GB" sz="1600" dirty="0"/>
                  <a:t> coordinates of the optical centre (typically image centre).</a:t>
                </a:r>
              </a:p>
              <a:p>
                <a:pPr marL="0" indent="0">
                  <a:lnSpc>
                    <a:spcPct val="160000"/>
                  </a:lnSpc>
                  <a:spcBef>
                    <a:spcPts val="0"/>
                  </a:spcBef>
                  <a:buNone/>
                </a:pPr>
                <a:r>
                  <a:rPr lang="en-GB" sz="1600" dirty="0"/>
                  <a:t> </a:t>
                </a:r>
              </a:p>
              <a:p>
                <a:pPr marL="0" indent="0">
                  <a:lnSpc>
                    <a:spcPct val="160000"/>
                  </a:lnSpc>
                  <a:spcBef>
                    <a:spcPts val="0"/>
                  </a:spcBef>
                  <a:buNone/>
                </a:pPr>
                <a:endParaRPr lang="en-GB" sz="1600" b="1" dirty="0"/>
              </a:p>
            </p:txBody>
          </p:sp>
        </mc:Choice>
        <mc:Fallback>
          <p:sp>
            <p:nvSpPr>
              <p:cNvPr id="3" name="Content Placeholder 2">
                <a:extLst>
                  <a:ext uri="{FF2B5EF4-FFF2-40B4-BE49-F238E27FC236}">
                    <a16:creationId xmlns:a16="http://schemas.microsoft.com/office/drawing/2014/main" id="{5FEA9C22-80EA-BC3C-BAD9-48CDC65325E8}"/>
                  </a:ext>
                </a:extLst>
              </p:cNvPr>
              <p:cNvSpPr>
                <a:spLocks noGrp="1" noRot="1" noChangeAspect="1" noMove="1" noResize="1" noEditPoints="1" noAdjustHandles="1" noChangeArrowheads="1" noChangeShapeType="1" noTextEdit="1"/>
              </p:cNvSpPr>
              <p:nvPr>
                <p:ph sz="half" idx="2"/>
              </p:nvPr>
            </p:nvSpPr>
            <p:spPr>
              <a:blipFill>
                <a:blip r:embed="rId4"/>
                <a:stretch>
                  <a:fillRect l="-471" r="-353"/>
                </a:stretch>
              </a:blipFill>
            </p:spPr>
            <p:txBody>
              <a:bodyPr/>
              <a:lstStyle/>
              <a:p>
                <a:r>
                  <a:rPr lang="en-GB">
                    <a:noFill/>
                  </a:rPr>
                  <a:t> </a:t>
                </a:r>
              </a:p>
            </p:txBody>
          </p:sp>
        </mc:Fallback>
      </mc:AlternateContent>
      <p:sp>
        <p:nvSpPr>
          <p:cNvPr id="4" name="Title 3">
            <a:extLst>
              <a:ext uri="{FF2B5EF4-FFF2-40B4-BE49-F238E27FC236}">
                <a16:creationId xmlns:a16="http://schemas.microsoft.com/office/drawing/2014/main" id="{4FC36229-1F1D-46C1-174F-4FC25FBE5401}"/>
              </a:ext>
            </a:extLst>
          </p:cNvPr>
          <p:cNvSpPr>
            <a:spLocks noGrp="1"/>
          </p:cNvSpPr>
          <p:nvPr>
            <p:ph type="title"/>
          </p:nvPr>
        </p:nvSpPr>
        <p:spPr/>
        <p:txBody>
          <a:bodyPr/>
          <a:lstStyle/>
          <a:p>
            <a:r>
              <a:rPr lang="en-GB" dirty="0"/>
              <a:t>Camera Calibration</a:t>
            </a:r>
          </a:p>
        </p:txBody>
      </p:sp>
    </p:spTree>
    <p:extLst>
      <p:ext uri="{BB962C8B-B14F-4D97-AF65-F5344CB8AC3E}">
        <p14:creationId xmlns:p14="http://schemas.microsoft.com/office/powerpoint/2010/main" val="324714310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D93959-C9B2-B9EA-53FA-C814A0D005A6}"/>
            </a:ext>
          </a:extLst>
        </p:cNvPr>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DF73F8BE-485E-29BA-01EB-62354C1FB50D}"/>
                  </a:ext>
                </a:extLst>
              </p:cNvPr>
              <p:cNvSpPr>
                <a:spLocks noGrp="1"/>
              </p:cNvSpPr>
              <p:nvPr>
                <p:ph sz="half" idx="2"/>
              </p:nvPr>
            </p:nvSpPr>
            <p:spPr>
              <a:xfrm>
                <a:off x="6096000" y="1864659"/>
                <a:ext cx="5903257" cy="4388508"/>
              </a:xfrm>
            </p:spPr>
            <p:txBody>
              <a:bodyPr>
                <a:noAutofit/>
              </a:bodyPr>
              <a:lstStyle/>
              <a:p>
                <a:pPr>
                  <a:lnSpc>
                    <a:spcPct val="150000"/>
                  </a:lnSpc>
                  <a:spcAft>
                    <a:spcPts val="750"/>
                  </a:spcAft>
                </a:pPr>
                <a:r>
                  <a:rPr lang="en-GB" sz="1600" b="1" dirty="0"/>
                  <a:t>The radial distortion </a:t>
                </a:r>
                <a:r>
                  <a:rPr lang="en-GB" sz="1600" dirty="0"/>
                  <a:t>(barrel/pincushion) occurs because light rays bend more near the edges of a lens than they do at its optical </a:t>
                </a:r>
                <a:r>
                  <a:rPr lang="en-GB" sz="1600" dirty="0" err="1"/>
                  <a:t>center</a:t>
                </a:r>
                <a:r>
                  <a:rPr lang="en-GB" sz="1600" dirty="0"/>
                  <a:t>. </a:t>
                </a:r>
              </a:p>
              <a:p>
                <a:pPr>
                  <a:lnSpc>
                    <a:spcPct val="150000"/>
                  </a:lnSpc>
                  <a:spcAft>
                    <a:spcPts val="750"/>
                  </a:spcAft>
                </a:pPr>
                <a:r>
                  <a:rPr lang="en-GB" sz="1600" dirty="0"/>
                  <a:t>The smaller the lens, the greater the distortion. This can be modelled as:</a:t>
                </a:r>
              </a:p>
              <a:p>
                <a:pPr marL="0" indent="0">
                  <a:lnSpc>
                    <a:spcPct val="150000"/>
                  </a:lnSpc>
                  <a:spcAft>
                    <a:spcPts val="750"/>
                  </a:spcAft>
                  <a:buNone/>
                </a:pPr>
                <a14:m>
                  <m:oMathPara xmlns:m="http://schemas.openxmlformats.org/officeDocument/2006/math">
                    <m:oMathParaPr>
                      <m:jc m:val="centerGroup"/>
                    </m:oMathParaPr>
                    <m:oMath xmlns:m="http://schemas.openxmlformats.org/officeDocument/2006/math">
                      <m:sSub>
                        <m:sSubPr>
                          <m:ctrlPr>
                            <a:rPr lang="en-GB" sz="1600" i="1">
                              <a:latin typeface="Cambria Math" panose="02040503050406030204" pitchFamily="18" charset="0"/>
                            </a:rPr>
                          </m:ctrlPr>
                        </m:sSubPr>
                        <m:e>
                          <m:r>
                            <a:rPr lang="en-GB" sz="1600" i="1">
                              <a:latin typeface="Cambria Math" panose="02040503050406030204" pitchFamily="18" charset="0"/>
                            </a:rPr>
                            <m:t>𝑥</m:t>
                          </m:r>
                        </m:e>
                        <m:sub>
                          <m:r>
                            <a:rPr lang="en-GB" sz="1600" i="1">
                              <a:latin typeface="Cambria Math" panose="02040503050406030204" pitchFamily="18" charset="0"/>
                            </a:rPr>
                            <m:t>𝑑𝑖𝑠𝑡𝑜𝑟𝑡𝑒𝑑</m:t>
                          </m:r>
                        </m:sub>
                      </m:sSub>
                      <m:r>
                        <a:rPr lang="en-GB" sz="1600" i="1">
                          <a:latin typeface="Cambria Math" panose="02040503050406030204" pitchFamily="18" charset="0"/>
                        </a:rPr>
                        <m:t>=</m:t>
                      </m:r>
                      <m:r>
                        <a:rPr lang="pt-BR" sz="1600" i="1" dirty="0">
                          <a:latin typeface="Cambria Math" panose="02040503050406030204" pitchFamily="18" charset="0"/>
                        </a:rPr>
                        <m:t>𝑥</m:t>
                      </m:r>
                      <m:d>
                        <m:dPr>
                          <m:ctrlPr>
                            <a:rPr lang="pt-BR" sz="1600" i="1" dirty="0">
                              <a:latin typeface="Cambria Math" panose="02040503050406030204" pitchFamily="18" charset="0"/>
                            </a:rPr>
                          </m:ctrlPr>
                        </m:dPr>
                        <m:e>
                          <m:r>
                            <a:rPr lang="pt-BR" sz="1600" i="1" dirty="0">
                              <a:latin typeface="Cambria Math" panose="02040503050406030204" pitchFamily="18" charset="0"/>
                            </a:rPr>
                            <m:t>1</m:t>
                          </m:r>
                          <m:r>
                            <a:rPr lang="pt-BR" sz="1600" i="1" dirty="0">
                              <a:latin typeface="Cambria Math" panose="02040503050406030204" pitchFamily="18" charset="0"/>
                            </a:rPr>
                            <m:t> + </m:t>
                          </m:r>
                          <m:r>
                            <a:rPr lang="pt-BR" sz="1600" i="1" dirty="0">
                              <a:latin typeface="Cambria Math" panose="02040503050406030204" pitchFamily="18" charset="0"/>
                            </a:rPr>
                            <m:t>𝑘</m:t>
                          </m:r>
                          <m:r>
                            <a:rPr lang="pt-BR" sz="1600" i="1" dirty="0">
                              <a:latin typeface="Cambria Math" panose="02040503050406030204" pitchFamily="18" charset="0"/>
                            </a:rPr>
                            <m:t>1</m:t>
                          </m:r>
                          <m:r>
                            <a:rPr lang="en-GB" sz="1600" b="0" i="1" dirty="0" smtClean="0">
                              <a:latin typeface="Cambria Math" panose="02040503050406030204" pitchFamily="18" charset="0"/>
                            </a:rPr>
                            <m:t>⋅</m:t>
                          </m:r>
                          <m:r>
                            <a:rPr lang="pt-BR" sz="1600" i="1" dirty="0">
                              <a:latin typeface="Cambria Math" panose="02040503050406030204" pitchFamily="18" charset="0"/>
                            </a:rPr>
                            <m:t>𝑟</m:t>
                          </m:r>
                          <m:r>
                            <a:rPr lang="pt-BR" sz="1600" i="1" dirty="0">
                              <a:latin typeface="Cambria Math" panose="02040503050406030204" pitchFamily="18" charset="0"/>
                            </a:rPr>
                            <m:t>2</m:t>
                          </m:r>
                          <m:r>
                            <a:rPr lang="pt-BR" sz="1600" i="1" dirty="0">
                              <a:latin typeface="Cambria Math" panose="02040503050406030204" pitchFamily="18" charset="0"/>
                            </a:rPr>
                            <m:t> + </m:t>
                          </m:r>
                          <m:r>
                            <a:rPr lang="pt-BR" sz="1600" i="1" dirty="0">
                              <a:latin typeface="Cambria Math" panose="02040503050406030204" pitchFamily="18" charset="0"/>
                            </a:rPr>
                            <m:t>𝑘</m:t>
                          </m:r>
                          <m:r>
                            <a:rPr lang="pt-BR" sz="1600" i="1" dirty="0">
                              <a:latin typeface="Cambria Math" panose="02040503050406030204" pitchFamily="18" charset="0"/>
                            </a:rPr>
                            <m:t>2</m:t>
                          </m:r>
                          <m:r>
                            <a:rPr lang="en-GB" sz="1600" b="0" i="1" dirty="0" smtClean="0">
                              <a:latin typeface="Cambria Math" panose="02040503050406030204" pitchFamily="18" charset="0"/>
                            </a:rPr>
                            <m:t>⋅</m:t>
                          </m:r>
                          <m:r>
                            <a:rPr lang="pt-BR" sz="1600" i="1" dirty="0">
                              <a:latin typeface="Cambria Math" panose="02040503050406030204" pitchFamily="18" charset="0"/>
                            </a:rPr>
                            <m:t>𝑟</m:t>
                          </m:r>
                          <m:r>
                            <a:rPr lang="pt-BR" sz="1600" i="1" dirty="0">
                              <a:latin typeface="Cambria Math" panose="02040503050406030204" pitchFamily="18" charset="0"/>
                            </a:rPr>
                            <m:t>4</m:t>
                          </m:r>
                          <m:r>
                            <a:rPr lang="pt-BR" sz="1600" i="1" dirty="0">
                              <a:latin typeface="Cambria Math" panose="02040503050406030204" pitchFamily="18" charset="0"/>
                            </a:rPr>
                            <m:t> + </m:t>
                          </m:r>
                          <m:r>
                            <a:rPr lang="pt-BR" sz="1600" i="1" dirty="0">
                              <a:latin typeface="Cambria Math" panose="02040503050406030204" pitchFamily="18" charset="0"/>
                            </a:rPr>
                            <m:t>𝑘</m:t>
                          </m:r>
                          <m:r>
                            <a:rPr lang="pt-BR" sz="1600" i="1" dirty="0">
                              <a:latin typeface="Cambria Math" panose="02040503050406030204" pitchFamily="18" charset="0"/>
                            </a:rPr>
                            <m:t>3</m:t>
                          </m:r>
                          <m:r>
                            <a:rPr lang="en-GB" sz="1600" b="0" i="1" dirty="0" smtClean="0">
                              <a:latin typeface="Cambria Math" panose="02040503050406030204" pitchFamily="18" charset="0"/>
                            </a:rPr>
                            <m:t>⋅</m:t>
                          </m:r>
                          <m:r>
                            <a:rPr lang="pt-BR" sz="1600" i="1" dirty="0">
                              <a:latin typeface="Cambria Math" panose="02040503050406030204" pitchFamily="18" charset="0"/>
                            </a:rPr>
                            <m:t>𝑟</m:t>
                          </m:r>
                          <m:r>
                            <a:rPr lang="pt-BR" sz="1600" i="1" dirty="0">
                              <a:latin typeface="Cambria Math" panose="02040503050406030204" pitchFamily="18" charset="0"/>
                            </a:rPr>
                            <m:t>6</m:t>
                          </m:r>
                        </m:e>
                      </m:d>
                    </m:oMath>
                    <m:oMath xmlns:m="http://schemas.openxmlformats.org/officeDocument/2006/math">
                      <m:sSub>
                        <m:sSubPr>
                          <m:ctrlPr>
                            <a:rPr lang="en-GB" sz="1600" b="0" i="1" dirty="0" smtClean="0">
                              <a:latin typeface="Cambria Math" panose="02040503050406030204" pitchFamily="18" charset="0"/>
                            </a:rPr>
                          </m:ctrlPr>
                        </m:sSubPr>
                        <m:e>
                          <m:r>
                            <a:rPr lang="pt-BR" sz="1600" i="1" dirty="0">
                              <a:latin typeface="Cambria Math" panose="02040503050406030204" pitchFamily="18" charset="0"/>
                            </a:rPr>
                            <m:t>𝑦</m:t>
                          </m:r>
                        </m:e>
                        <m:sub>
                          <m:r>
                            <a:rPr lang="pt-BR" sz="1600" i="1" dirty="0">
                              <a:latin typeface="Cambria Math" panose="02040503050406030204" pitchFamily="18" charset="0"/>
                            </a:rPr>
                            <m:t>𝑑𝑖𝑠𝑡𝑜𝑟𝑡𝑒𝑑</m:t>
                          </m:r>
                        </m:sub>
                      </m:sSub>
                      <m:r>
                        <a:rPr lang="pt-BR" sz="1600" i="1" dirty="0">
                          <a:latin typeface="Cambria Math" panose="02040503050406030204" pitchFamily="18" charset="0"/>
                        </a:rPr>
                        <m:t>= </m:t>
                      </m:r>
                      <m:r>
                        <a:rPr lang="pt-BR" sz="1600" i="1" dirty="0">
                          <a:latin typeface="Cambria Math" panose="02040503050406030204" pitchFamily="18" charset="0"/>
                        </a:rPr>
                        <m:t>𝑦</m:t>
                      </m:r>
                      <m:r>
                        <a:rPr lang="pt-BR" sz="1600" i="1" dirty="0">
                          <a:latin typeface="Cambria Math" panose="02040503050406030204" pitchFamily="18" charset="0"/>
                        </a:rPr>
                        <m:t>(</m:t>
                      </m:r>
                      <m:r>
                        <a:rPr lang="pt-BR" sz="1600" i="1" dirty="0">
                          <a:latin typeface="Cambria Math" panose="02040503050406030204" pitchFamily="18" charset="0"/>
                        </a:rPr>
                        <m:t>1</m:t>
                      </m:r>
                      <m:r>
                        <a:rPr lang="pt-BR" sz="1600" i="1" dirty="0">
                          <a:latin typeface="Cambria Math" panose="02040503050406030204" pitchFamily="18" charset="0"/>
                        </a:rPr>
                        <m:t> + </m:t>
                      </m:r>
                      <m:r>
                        <a:rPr lang="pt-BR" sz="1600" i="1" dirty="0">
                          <a:latin typeface="Cambria Math" panose="02040503050406030204" pitchFamily="18" charset="0"/>
                        </a:rPr>
                        <m:t>𝑘</m:t>
                      </m:r>
                      <m:r>
                        <a:rPr lang="pt-BR" sz="1600" i="1" dirty="0">
                          <a:latin typeface="Cambria Math" panose="02040503050406030204" pitchFamily="18" charset="0"/>
                        </a:rPr>
                        <m:t>1</m:t>
                      </m:r>
                      <m:r>
                        <a:rPr lang="en-GB" sz="1600" b="0" i="1" dirty="0" smtClean="0">
                          <a:latin typeface="Cambria Math" panose="02040503050406030204" pitchFamily="18" charset="0"/>
                        </a:rPr>
                        <m:t>⋅</m:t>
                      </m:r>
                      <m:r>
                        <a:rPr lang="pt-BR" sz="1600" i="1" dirty="0">
                          <a:latin typeface="Cambria Math" panose="02040503050406030204" pitchFamily="18" charset="0"/>
                        </a:rPr>
                        <m:t>𝑟</m:t>
                      </m:r>
                      <m:r>
                        <a:rPr lang="pt-BR" sz="1600" i="1" dirty="0">
                          <a:latin typeface="Cambria Math" panose="02040503050406030204" pitchFamily="18" charset="0"/>
                        </a:rPr>
                        <m:t>2</m:t>
                      </m:r>
                      <m:r>
                        <a:rPr lang="pt-BR" sz="1600" i="1" dirty="0">
                          <a:latin typeface="Cambria Math" panose="02040503050406030204" pitchFamily="18" charset="0"/>
                        </a:rPr>
                        <m:t> + </m:t>
                      </m:r>
                      <m:r>
                        <a:rPr lang="pt-BR" sz="1600" i="1" dirty="0">
                          <a:latin typeface="Cambria Math" panose="02040503050406030204" pitchFamily="18" charset="0"/>
                        </a:rPr>
                        <m:t>𝑘</m:t>
                      </m:r>
                      <m:r>
                        <a:rPr lang="pt-BR" sz="1600" i="1" dirty="0">
                          <a:latin typeface="Cambria Math" panose="02040503050406030204" pitchFamily="18" charset="0"/>
                        </a:rPr>
                        <m:t>2</m:t>
                      </m:r>
                      <m:r>
                        <a:rPr lang="en-GB" sz="1600" b="0" i="1" dirty="0" smtClean="0">
                          <a:latin typeface="Cambria Math" panose="02040503050406030204" pitchFamily="18" charset="0"/>
                        </a:rPr>
                        <m:t>⋅</m:t>
                      </m:r>
                      <m:r>
                        <a:rPr lang="pt-BR" sz="1600" i="1" dirty="0">
                          <a:latin typeface="Cambria Math" panose="02040503050406030204" pitchFamily="18" charset="0"/>
                        </a:rPr>
                        <m:t>𝑟</m:t>
                      </m:r>
                      <m:r>
                        <a:rPr lang="pt-BR" sz="1600" i="1" dirty="0">
                          <a:latin typeface="Cambria Math" panose="02040503050406030204" pitchFamily="18" charset="0"/>
                        </a:rPr>
                        <m:t>4</m:t>
                      </m:r>
                      <m:r>
                        <a:rPr lang="pt-BR" sz="1600" i="1" dirty="0">
                          <a:latin typeface="Cambria Math" panose="02040503050406030204" pitchFamily="18" charset="0"/>
                        </a:rPr>
                        <m:t> + </m:t>
                      </m:r>
                      <m:r>
                        <a:rPr lang="pt-BR" sz="1600" i="1" dirty="0">
                          <a:latin typeface="Cambria Math" panose="02040503050406030204" pitchFamily="18" charset="0"/>
                        </a:rPr>
                        <m:t>𝑘</m:t>
                      </m:r>
                      <m:r>
                        <a:rPr lang="pt-BR" sz="1600" i="1" dirty="0">
                          <a:latin typeface="Cambria Math" panose="02040503050406030204" pitchFamily="18" charset="0"/>
                        </a:rPr>
                        <m:t>3</m:t>
                      </m:r>
                      <m:r>
                        <a:rPr lang="en-GB" sz="1600" b="0" i="1" dirty="0" smtClean="0">
                          <a:latin typeface="Cambria Math" panose="02040503050406030204" pitchFamily="18" charset="0"/>
                        </a:rPr>
                        <m:t>⋅</m:t>
                      </m:r>
                      <m:r>
                        <a:rPr lang="pt-BR" sz="1600" i="1" dirty="0">
                          <a:latin typeface="Cambria Math" panose="02040503050406030204" pitchFamily="18" charset="0"/>
                        </a:rPr>
                        <m:t>𝑟</m:t>
                      </m:r>
                      <m:r>
                        <a:rPr lang="pt-BR" sz="1600" i="1" dirty="0">
                          <a:latin typeface="Cambria Math" panose="02040503050406030204" pitchFamily="18" charset="0"/>
                        </a:rPr>
                        <m:t>6</m:t>
                      </m:r>
                      <m:r>
                        <a:rPr lang="pt-BR" sz="1600" i="1" dirty="0">
                          <a:latin typeface="Cambria Math" panose="02040503050406030204" pitchFamily="18" charset="0"/>
                        </a:rPr>
                        <m:t>)</m:t>
                      </m:r>
                    </m:oMath>
                  </m:oMathPara>
                </a14:m>
                <a:endParaRPr lang="en-GB" sz="1600" i="1" dirty="0"/>
              </a:p>
              <a:p>
                <a:pPr marL="0" indent="0">
                  <a:lnSpc>
                    <a:spcPct val="150000"/>
                  </a:lnSpc>
                  <a:spcAft>
                    <a:spcPts val="750"/>
                  </a:spcAft>
                  <a:buNone/>
                </a:pPr>
                <a:r>
                  <a:rPr lang="en-GB" sz="1600" dirty="0"/>
                  <a:t>Where </a:t>
                </a:r>
                <a14:m>
                  <m:oMath xmlns:m="http://schemas.openxmlformats.org/officeDocument/2006/math">
                    <m:r>
                      <a:rPr lang="en-GB" sz="1600"/>
                      <m:t>𝑥</m:t>
                    </m:r>
                    <m:r>
                      <a:rPr lang="en-GB" sz="1600"/>
                      <m:t>,</m:t>
                    </m:r>
                    <m:r>
                      <a:rPr lang="en-GB" sz="1600"/>
                      <m:t>𝑦</m:t>
                    </m:r>
                  </m:oMath>
                </a14:m>
                <a:r>
                  <a:rPr lang="en-GB" sz="1600" dirty="0"/>
                  <a:t> are the pixel location normalised (measured from the centre of the image), </a:t>
                </a:r>
                <a14:m>
                  <m:oMath xmlns:m="http://schemas.openxmlformats.org/officeDocument/2006/math">
                    <m:sSub>
                      <m:sSubPr>
                        <m:ctrlPr>
                          <a:rPr lang="en-GB" sz="1600"/>
                        </m:ctrlPr>
                      </m:sSubPr>
                      <m:e>
                        <m:r>
                          <a:rPr lang="en-GB" sz="1600"/>
                          <m:t>𝑘</m:t>
                        </m:r>
                      </m:e>
                      <m:sub>
                        <m:r>
                          <a:rPr lang="en-GB" sz="1600"/>
                          <m:t>1</m:t>
                        </m:r>
                      </m:sub>
                    </m:sSub>
                    <m:r>
                      <a:rPr lang="en-GB" sz="1600"/>
                      <m:t>, </m:t>
                    </m:r>
                    <m:sSub>
                      <m:sSubPr>
                        <m:ctrlPr>
                          <a:rPr lang="en-GB" sz="1600"/>
                        </m:ctrlPr>
                      </m:sSubPr>
                      <m:e>
                        <m:r>
                          <a:rPr lang="en-GB" sz="1600"/>
                          <m:t>𝑘</m:t>
                        </m:r>
                      </m:e>
                      <m:sub>
                        <m:r>
                          <a:rPr lang="en-GB" sz="1600"/>
                          <m:t>2</m:t>
                        </m:r>
                      </m:sub>
                    </m:sSub>
                    <m:r>
                      <a:rPr lang="en-GB" sz="1600"/>
                      <m:t> </m:t>
                    </m:r>
                    <m:r>
                      <a:rPr lang="en-GB" sz="1600"/>
                      <m:t>𝑎𝑛𝑑</m:t>
                    </m:r>
                    <m:r>
                      <a:rPr lang="en-GB" sz="1600"/>
                      <m:t> </m:t>
                    </m:r>
                    <m:sSub>
                      <m:sSubPr>
                        <m:ctrlPr>
                          <a:rPr lang="en-GB" sz="1600"/>
                        </m:ctrlPr>
                      </m:sSubPr>
                      <m:e>
                        <m:r>
                          <a:rPr lang="en-GB" sz="1600"/>
                          <m:t>𝑘</m:t>
                        </m:r>
                      </m:e>
                      <m:sub>
                        <m:r>
                          <a:rPr lang="en-GB" sz="1600"/>
                          <m:t>3</m:t>
                        </m:r>
                      </m:sub>
                    </m:sSub>
                  </m:oMath>
                </a14:m>
                <a:r>
                  <a:rPr lang="en-GB" sz="1600" dirty="0"/>
                  <a:t> are the radial distortion coefficients and </a:t>
                </a:r>
                <a14:m>
                  <m:oMath xmlns:m="http://schemas.openxmlformats.org/officeDocument/2006/math">
                    <m:r>
                      <a:rPr lang="en-GB" sz="1600"/>
                      <m:t>𝑟</m:t>
                    </m:r>
                  </m:oMath>
                </a14:m>
                <a:r>
                  <a:rPr lang="en-GB" sz="1600" dirty="0"/>
                  <a:t> is the radius i.e., </a:t>
                </a:r>
                <a14:m>
                  <m:oMath xmlns:m="http://schemas.openxmlformats.org/officeDocument/2006/math">
                    <m:sSup>
                      <m:sSupPr>
                        <m:ctrlPr>
                          <a:rPr lang="en-GB" sz="1600"/>
                        </m:ctrlPr>
                      </m:sSupPr>
                      <m:e>
                        <m:r>
                          <a:rPr lang="en-GB" sz="1600"/>
                          <m:t>𝑟</m:t>
                        </m:r>
                      </m:e>
                      <m:sup>
                        <m:r>
                          <a:rPr lang="en-GB" sz="1600"/>
                          <m:t>2</m:t>
                        </m:r>
                      </m:sup>
                    </m:sSup>
                    <m:r>
                      <a:rPr lang="en-GB" sz="1600"/>
                      <m:t>=</m:t>
                    </m:r>
                    <m:sSup>
                      <m:sSupPr>
                        <m:ctrlPr>
                          <a:rPr lang="en-GB" sz="1600"/>
                        </m:ctrlPr>
                      </m:sSupPr>
                      <m:e>
                        <m:r>
                          <a:rPr lang="en-GB" sz="1600"/>
                          <m:t>𝑥</m:t>
                        </m:r>
                      </m:e>
                      <m:sup>
                        <m:r>
                          <a:rPr lang="en-GB" sz="1600"/>
                          <m:t>2</m:t>
                        </m:r>
                      </m:sup>
                    </m:sSup>
                    <m:r>
                      <a:rPr lang="en-GB" sz="1600"/>
                      <m:t>+</m:t>
                    </m:r>
                    <m:sSup>
                      <m:sSupPr>
                        <m:ctrlPr>
                          <a:rPr lang="en-GB" sz="1600"/>
                        </m:ctrlPr>
                      </m:sSupPr>
                      <m:e>
                        <m:r>
                          <a:rPr lang="en-GB" sz="1600"/>
                          <m:t>𝑦</m:t>
                        </m:r>
                      </m:e>
                      <m:sup>
                        <m:r>
                          <a:rPr lang="en-GB" sz="1600"/>
                          <m:t>2</m:t>
                        </m:r>
                      </m:sup>
                    </m:sSup>
                  </m:oMath>
                </a14:m>
                <a:endParaRPr lang="en-GB" sz="1600" b="1" dirty="0"/>
              </a:p>
            </p:txBody>
          </p:sp>
        </mc:Choice>
        <mc:Fallback>
          <p:sp>
            <p:nvSpPr>
              <p:cNvPr id="3" name="Content Placeholder 2">
                <a:extLst>
                  <a:ext uri="{FF2B5EF4-FFF2-40B4-BE49-F238E27FC236}">
                    <a16:creationId xmlns:a16="http://schemas.microsoft.com/office/drawing/2014/main" id="{DF73F8BE-485E-29BA-01EB-62354C1FB50D}"/>
                  </a:ext>
                </a:extLst>
              </p:cNvPr>
              <p:cNvSpPr>
                <a:spLocks noGrp="1" noRot="1" noChangeAspect="1" noMove="1" noResize="1" noEditPoints="1" noAdjustHandles="1" noChangeArrowheads="1" noChangeShapeType="1" noTextEdit="1"/>
              </p:cNvSpPr>
              <p:nvPr>
                <p:ph sz="half" idx="2"/>
              </p:nvPr>
            </p:nvSpPr>
            <p:spPr>
              <a:xfrm>
                <a:off x="6096000" y="1864659"/>
                <a:ext cx="5903257" cy="4388508"/>
              </a:xfrm>
              <a:blipFill>
                <a:blip r:embed="rId2"/>
                <a:stretch>
                  <a:fillRect l="-517" r="-620"/>
                </a:stretch>
              </a:blipFill>
            </p:spPr>
            <p:txBody>
              <a:bodyPr/>
              <a:lstStyle/>
              <a:p>
                <a:r>
                  <a:rPr lang="en-GB">
                    <a:noFill/>
                  </a:rPr>
                  <a:t> </a:t>
                </a:r>
              </a:p>
            </p:txBody>
          </p:sp>
        </mc:Fallback>
      </mc:AlternateContent>
      <p:sp>
        <p:nvSpPr>
          <p:cNvPr id="4" name="Title 3">
            <a:extLst>
              <a:ext uri="{FF2B5EF4-FFF2-40B4-BE49-F238E27FC236}">
                <a16:creationId xmlns:a16="http://schemas.microsoft.com/office/drawing/2014/main" id="{681CBFEF-4121-8179-1165-E60F32E2CC36}"/>
              </a:ext>
            </a:extLst>
          </p:cNvPr>
          <p:cNvSpPr>
            <a:spLocks noGrp="1"/>
          </p:cNvSpPr>
          <p:nvPr>
            <p:ph type="title"/>
          </p:nvPr>
        </p:nvSpPr>
        <p:spPr/>
        <p:txBody>
          <a:bodyPr/>
          <a:lstStyle/>
          <a:p>
            <a:r>
              <a:rPr lang="en-GB" dirty="0"/>
              <a:t>Camera Calibration</a:t>
            </a:r>
          </a:p>
        </p:txBody>
      </p:sp>
      <p:pic>
        <p:nvPicPr>
          <p:cNvPr id="1026" name="Picture 2" descr="Three grids that each represent a type of distortion. One with pincushion distortion (positive radial displacement), one with no distortion, and one with barrel distortion (negative radial displacement)">
            <a:extLst>
              <a:ext uri="{FF2B5EF4-FFF2-40B4-BE49-F238E27FC236}">
                <a16:creationId xmlns:a16="http://schemas.microsoft.com/office/drawing/2014/main" id="{699EF39A-C2A9-68B0-986F-939E402F2EC1}"/>
              </a:ext>
            </a:extLst>
          </p:cNvPr>
          <p:cNvPicPr>
            <a:picLocks noGrp="1" noChangeAspect="1" noChangeArrowheads="1"/>
          </p:cNvPicPr>
          <p:nvPr>
            <p:ph sz="half" idx="1"/>
          </p:nvPr>
        </p:nvPicPr>
        <p:blipFill>
          <a:blip r:embed="rId3">
            <a:extLst>
              <a:ext uri="{28A0092B-C50C-407E-A947-70E740481C1C}">
                <a14:useLocalDpi xmlns:a14="http://schemas.microsoft.com/office/drawing/2010/main" val="0"/>
              </a:ext>
            </a:extLst>
          </a:blip>
          <a:srcRect/>
          <a:stretch>
            <a:fillRect/>
          </a:stretch>
        </p:blipFill>
        <p:spPr bwMode="auto">
          <a:xfrm>
            <a:off x="569259" y="3672237"/>
            <a:ext cx="5181600" cy="1414144"/>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406FF554-4689-CDAA-CB99-E0DCF5D9FD76}"/>
              </a:ext>
            </a:extLst>
          </p:cNvPr>
          <p:cNvSpPr txBox="1"/>
          <p:nvPr/>
        </p:nvSpPr>
        <p:spPr>
          <a:xfrm>
            <a:off x="569259" y="6023074"/>
            <a:ext cx="3361765" cy="307777"/>
          </a:xfrm>
          <a:prstGeom prst="rect">
            <a:avLst/>
          </a:prstGeom>
          <a:noFill/>
        </p:spPr>
        <p:txBody>
          <a:bodyPr wrap="square" rtlCol="0">
            <a:spAutoFit/>
          </a:bodyPr>
          <a:lstStyle/>
          <a:p>
            <a:r>
              <a:rPr lang="en-GB" sz="1400" dirty="0"/>
              <a:t>*Images courtesy of </a:t>
            </a:r>
            <a:r>
              <a:rPr lang="en-GB" sz="1400" dirty="0">
                <a:hlinkClick r:id="rId4"/>
              </a:rPr>
              <a:t>MATLAB</a:t>
            </a:r>
            <a:endParaRPr lang="en-GB" sz="1400" dirty="0"/>
          </a:p>
        </p:txBody>
      </p:sp>
      <p:sp>
        <p:nvSpPr>
          <p:cNvPr id="9" name="TextBox 8">
            <a:extLst>
              <a:ext uri="{FF2B5EF4-FFF2-40B4-BE49-F238E27FC236}">
                <a16:creationId xmlns:a16="http://schemas.microsoft.com/office/drawing/2014/main" id="{5B82801E-75E0-2427-7E49-0DD936B0827E}"/>
              </a:ext>
            </a:extLst>
          </p:cNvPr>
          <p:cNvSpPr txBox="1"/>
          <p:nvPr/>
        </p:nvSpPr>
        <p:spPr>
          <a:xfrm>
            <a:off x="421342" y="1582429"/>
            <a:ext cx="5329517" cy="1156407"/>
          </a:xfrm>
          <a:prstGeom prst="rect">
            <a:avLst/>
          </a:prstGeom>
          <a:noFill/>
        </p:spPr>
        <p:txBody>
          <a:bodyPr wrap="square">
            <a:spAutoFit/>
          </a:bodyPr>
          <a:lstStyle/>
          <a:p>
            <a:pPr>
              <a:lnSpc>
                <a:spcPct val="150000"/>
              </a:lnSpc>
              <a:spcAft>
                <a:spcPts val="750"/>
              </a:spcAft>
            </a:pPr>
            <a:r>
              <a:rPr lang="en-GB" sz="1600" dirty="0">
                <a:solidFill>
                  <a:schemeClr val="bg2">
                    <a:lumMod val="50000"/>
                  </a:schemeClr>
                </a:solidFill>
                <a:latin typeface="Nexa-Light" panose="01000000000000000000" pitchFamily="2" charset="0"/>
              </a:rPr>
              <a:t>The intrinsic parameters must also consider the different distortions due to the lenses and the camera sensors. </a:t>
            </a:r>
          </a:p>
        </p:txBody>
      </p:sp>
    </p:spTree>
    <p:extLst>
      <p:ext uri="{BB962C8B-B14F-4D97-AF65-F5344CB8AC3E}">
        <p14:creationId xmlns:p14="http://schemas.microsoft.com/office/powerpoint/2010/main" val="420823889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FA542F-3BD1-2179-97F1-BAAEB42A0BB3}"/>
            </a:ext>
          </a:extLst>
        </p:cNvPr>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204E197A-20C8-6F88-B964-541BE4BD73D4}"/>
                  </a:ext>
                </a:extLst>
              </p:cNvPr>
              <p:cNvSpPr>
                <a:spLocks noGrp="1"/>
              </p:cNvSpPr>
              <p:nvPr>
                <p:ph sz="half" idx="2"/>
              </p:nvPr>
            </p:nvSpPr>
            <p:spPr/>
            <p:txBody>
              <a:bodyPr>
                <a:normAutofit/>
              </a:bodyPr>
              <a:lstStyle/>
              <a:p>
                <a:pPr>
                  <a:lnSpc>
                    <a:spcPct val="150000"/>
                  </a:lnSpc>
                  <a:spcAft>
                    <a:spcPts val="750"/>
                  </a:spcAft>
                </a:pPr>
                <a:r>
                  <a:rPr lang="en-GB" sz="1600" dirty="0"/>
                  <a:t>The tangential distortion occurs when the lens and the image plane are not parallel.</a:t>
                </a:r>
              </a:p>
              <a:p>
                <a:pPr marL="0" indent="0">
                  <a:lnSpc>
                    <a:spcPct val="150000"/>
                  </a:lnSpc>
                  <a:spcAft>
                    <a:spcPts val="750"/>
                  </a:spcAft>
                  <a:buNone/>
                </a:pPr>
                <a14:m>
                  <m:oMathPara xmlns:m="http://schemas.openxmlformats.org/officeDocument/2006/math">
                    <m:oMathParaPr>
                      <m:jc m:val="centerGroup"/>
                    </m:oMathParaPr>
                    <m:oMath xmlns:m="http://schemas.openxmlformats.org/officeDocument/2006/math">
                      <m:sSub>
                        <m:sSubPr>
                          <m:ctrlPr>
                            <a:rPr lang="en-GB" sz="1600" i="1" smtClean="0">
                              <a:latin typeface="Cambria Math" panose="02040503050406030204" pitchFamily="18" charset="0"/>
                            </a:rPr>
                          </m:ctrlPr>
                        </m:sSubPr>
                        <m:e>
                          <m:r>
                            <a:rPr lang="en-GB" sz="1600" i="1">
                              <a:latin typeface="Cambria Math" panose="02040503050406030204" pitchFamily="18" charset="0"/>
                            </a:rPr>
                            <m:t>𝑥</m:t>
                          </m:r>
                        </m:e>
                        <m:sub>
                          <m:r>
                            <a:rPr lang="en-GB" sz="1600" i="1">
                              <a:latin typeface="Cambria Math" panose="02040503050406030204" pitchFamily="18" charset="0"/>
                            </a:rPr>
                            <m:t>𝑑𝑖𝑠𝑡𝑜𝑟𝑡𝑒𝑑</m:t>
                          </m:r>
                        </m:sub>
                      </m:sSub>
                      <m:r>
                        <a:rPr lang="en-GB" sz="1600" i="1">
                          <a:latin typeface="Cambria Math" panose="02040503050406030204" pitchFamily="18" charset="0"/>
                        </a:rPr>
                        <m:t>=</m:t>
                      </m:r>
                      <m:r>
                        <a:rPr lang="pt-BR" sz="1600" i="1" dirty="0">
                          <a:latin typeface="Cambria Math" panose="02040503050406030204" pitchFamily="18" charset="0"/>
                        </a:rPr>
                        <m:t>𝑥</m:t>
                      </m:r>
                      <m:r>
                        <a:rPr lang="en-GB" sz="1600" b="0" i="1" dirty="0" smtClean="0">
                          <a:latin typeface="Cambria Math" panose="02040503050406030204" pitchFamily="18" charset="0"/>
                        </a:rPr>
                        <m:t>+[2 </m:t>
                      </m:r>
                      <m:sSub>
                        <m:sSubPr>
                          <m:ctrlPr>
                            <a:rPr lang="en-GB" sz="1600" b="0" i="1" dirty="0" smtClean="0">
                              <a:latin typeface="Cambria Math" panose="02040503050406030204" pitchFamily="18" charset="0"/>
                            </a:rPr>
                          </m:ctrlPr>
                        </m:sSubPr>
                        <m:e>
                          <m:r>
                            <a:rPr lang="en-GB" sz="1600" b="0" i="1" dirty="0" smtClean="0">
                              <a:latin typeface="Cambria Math" panose="02040503050406030204" pitchFamily="18" charset="0"/>
                            </a:rPr>
                            <m:t>𝑝</m:t>
                          </m:r>
                        </m:e>
                        <m:sub>
                          <m:r>
                            <a:rPr lang="en-GB" sz="1600" b="0" i="1" dirty="0" smtClean="0">
                              <a:latin typeface="Cambria Math" panose="02040503050406030204" pitchFamily="18" charset="0"/>
                            </a:rPr>
                            <m:t>1</m:t>
                          </m:r>
                        </m:sub>
                      </m:sSub>
                      <m:r>
                        <a:rPr lang="en-GB" sz="1600" b="0" i="1" dirty="0" smtClean="0">
                          <a:latin typeface="Cambria Math" panose="02040503050406030204" pitchFamily="18" charset="0"/>
                        </a:rPr>
                        <m:t> </m:t>
                      </m:r>
                      <m:r>
                        <a:rPr lang="en-GB" sz="1600" b="0" i="1" dirty="0" smtClean="0">
                          <a:latin typeface="Cambria Math" panose="02040503050406030204" pitchFamily="18" charset="0"/>
                        </a:rPr>
                        <m:t>𝑥</m:t>
                      </m:r>
                      <m:r>
                        <a:rPr lang="en-GB" sz="1600" b="0" i="1" dirty="0" smtClean="0">
                          <a:latin typeface="Cambria Math" panose="02040503050406030204" pitchFamily="18" charset="0"/>
                        </a:rPr>
                        <m:t> </m:t>
                      </m:r>
                      <m:r>
                        <a:rPr lang="en-GB" sz="1600" b="0" i="1" dirty="0" smtClean="0">
                          <a:latin typeface="Cambria Math" panose="02040503050406030204" pitchFamily="18" charset="0"/>
                        </a:rPr>
                        <m:t>𝑦</m:t>
                      </m:r>
                      <m:r>
                        <a:rPr lang="en-GB" sz="1600" b="0" i="1" dirty="0" smtClean="0">
                          <a:latin typeface="Cambria Math" panose="02040503050406030204" pitchFamily="18" charset="0"/>
                        </a:rPr>
                        <m:t>+</m:t>
                      </m:r>
                      <m:sSub>
                        <m:sSubPr>
                          <m:ctrlPr>
                            <a:rPr lang="en-GB" sz="1600" b="0" i="1" dirty="0" smtClean="0">
                              <a:latin typeface="Cambria Math" panose="02040503050406030204" pitchFamily="18" charset="0"/>
                            </a:rPr>
                          </m:ctrlPr>
                        </m:sSubPr>
                        <m:e>
                          <m:r>
                            <a:rPr lang="en-GB" sz="1600" b="0" i="1" dirty="0" smtClean="0">
                              <a:latin typeface="Cambria Math" panose="02040503050406030204" pitchFamily="18" charset="0"/>
                            </a:rPr>
                            <m:t>𝑝</m:t>
                          </m:r>
                        </m:e>
                        <m:sub>
                          <m:r>
                            <a:rPr lang="en-GB" sz="1600" b="0" i="1" dirty="0" smtClean="0">
                              <a:latin typeface="Cambria Math" panose="02040503050406030204" pitchFamily="18" charset="0"/>
                            </a:rPr>
                            <m:t>2</m:t>
                          </m:r>
                        </m:sub>
                      </m:sSub>
                      <m:r>
                        <a:rPr lang="en-GB" sz="1600" b="0" i="1" dirty="0" smtClean="0">
                          <a:latin typeface="Cambria Math" panose="02040503050406030204" pitchFamily="18" charset="0"/>
                        </a:rPr>
                        <m:t> (</m:t>
                      </m:r>
                      <m:sSup>
                        <m:sSupPr>
                          <m:ctrlPr>
                            <a:rPr lang="en-GB" sz="1600" b="0" i="1" dirty="0" smtClean="0">
                              <a:latin typeface="Cambria Math" panose="02040503050406030204" pitchFamily="18" charset="0"/>
                            </a:rPr>
                          </m:ctrlPr>
                        </m:sSupPr>
                        <m:e>
                          <m:r>
                            <a:rPr lang="en-GB" sz="1600" b="0" i="1" dirty="0" smtClean="0">
                              <a:latin typeface="Cambria Math" panose="02040503050406030204" pitchFamily="18" charset="0"/>
                            </a:rPr>
                            <m:t>𝑟</m:t>
                          </m:r>
                        </m:e>
                        <m:sup>
                          <m:r>
                            <a:rPr lang="en-GB" sz="1600" b="0" i="1" dirty="0" smtClean="0">
                              <a:latin typeface="Cambria Math" panose="02040503050406030204" pitchFamily="18" charset="0"/>
                            </a:rPr>
                            <m:t>2</m:t>
                          </m:r>
                        </m:sup>
                      </m:sSup>
                      <m:r>
                        <a:rPr lang="en-GB" sz="1600" b="0" i="1" dirty="0" smtClean="0">
                          <a:latin typeface="Cambria Math" panose="02040503050406030204" pitchFamily="18" charset="0"/>
                        </a:rPr>
                        <m:t>+2</m:t>
                      </m:r>
                      <m:sSup>
                        <m:sSupPr>
                          <m:ctrlPr>
                            <a:rPr lang="en-GB" sz="1600" b="0" i="1" dirty="0" smtClean="0">
                              <a:latin typeface="Cambria Math" panose="02040503050406030204" pitchFamily="18" charset="0"/>
                            </a:rPr>
                          </m:ctrlPr>
                        </m:sSupPr>
                        <m:e>
                          <m:r>
                            <a:rPr lang="en-GB" sz="1600" b="0" i="1" dirty="0" smtClean="0">
                              <a:latin typeface="Cambria Math" panose="02040503050406030204" pitchFamily="18" charset="0"/>
                            </a:rPr>
                            <m:t>𝑥</m:t>
                          </m:r>
                        </m:e>
                        <m:sup>
                          <m:r>
                            <a:rPr lang="en-GB" sz="1600" b="0" i="1" dirty="0" smtClean="0">
                              <a:latin typeface="Cambria Math" panose="02040503050406030204" pitchFamily="18" charset="0"/>
                            </a:rPr>
                            <m:t>2</m:t>
                          </m:r>
                        </m:sup>
                      </m:sSup>
                      <m:r>
                        <a:rPr lang="en-GB" sz="1600" b="0" i="1" dirty="0" smtClean="0">
                          <a:latin typeface="Cambria Math" panose="02040503050406030204" pitchFamily="18" charset="0"/>
                        </a:rPr>
                        <m:t>)]</m:t>
                      </m:r>
                    </m:oMath>
                    <m:oMath xmlns:m="http://schemas.openxmlformats.org/officeDocument/2006/math">
                      <m:sSub>
                        <m:sSubPr>
                          <m:ctrlPr>
                            <a:rPr lang="en-GB" sz="1600" i="1">
                              <a:latin typeface="Cambria Math" panose="02040503050406030204" pitchFamily="18" charset="0"/>
                            </a:rPr>
                          </m:ctrlPr>
                        </m:sSubPr>
                        <m:e>
                          <m:r>
                            <a:rPr lang="en-GB" sz="1600" b="0" i="1" smtClean="0">
                              <a:latin typeface="Cambria Math" panose="02040503050406030204" pitchFamily="18" charset="0"/>
                            </a:rPr>
                            <m:t>𝑦</m:t>
                          </m:r>
                        </m:e>
                        <m:sub>
                          <m:r>
                            <a:rPr lang="en-GB" sz="1600" i="1">
                              <a:latin typeface="Cambria Math" panose="02040503050406030204" pitchFamily="18" charset="0"/>
                            </a:rPr>
                            <m:t>𝑑𝑖𝑠𝑡𝑜𝑟𝑡𝑒𝑑</m:t>
                          </m:r>
                        </m:sub>
                      </m:sSub>
                      <m:r>
                        <a:rPr lang="en-GB" sz="1600" i="1">
                          <a:latin typeface="Cambria Math" panose="02040503050406030204" pitchFamily="18" charset="0"/>
                        </a:rPr>
                        <m:t>=</m:t>
                      </m:r>
                      <m:r>
                        <a:rPr lang="en-GB" sz="1600" b="0" i="1" smtClean="0">
                          <a:latin typeface="Cambria Math" panose="02040503050406030204" pitchFamily="18" charset="0"/>
                        </a:rPr>
                        <m:t>𝑦</m:t>
                      </m:r>
                      <m:r>
                        <a:rPr lang="en-GB" sz="1600" i="1" dirty="0">
                          <a:latin typeface="Cambria Math" panose="02040503050406030204" pitchFamily="18" charset="0"/>
                        </a:rPr>
                        <m:t>+[</m:t>
                      </m:r>
                      <m:sSub>
                        <m:sSubPr>
                          <m:ctrlPr>
                            <a:rPr lang="en-GB" sz="1600" i="1" dirty="0">
                              <a:latin typeface="Cambria Math" panose="02040503050406030204" pitchFamily="18" charset="0"/>
                            </a:rPr>
                          </m:ctrlPr>
                        </m:sSubPr>
                        <m:e>
                          <m:r>
                            <a:rPr lang="en-GB" sz="1600" i="1" dirty="0">
                              <a:latin typeface="Cambria Math" panose="02040503050406030204" pitchFamily="18" charset="0"/>
                            </a:rPr>
                            <m:t>𝑝</m:t>
                          </m:r>
                        </m:e>
                        <m:sub>
                          <m:r>
                            <a:rPr lang="en-GB" sz="1600" i="1" dirty="0">
                              <a:latin typeface="Cambria Math" panose="02040503050406030204" pitchFamily="18" charset="0"/>
                            </a:rPr>
                            <m:t>1</m:t>
                          </m:r>
                        </m:sub>
                      </m:sSub>
                      <m:r>
                        <a:rPr lang="en-GB" sz="1600" b="0" i="1" dirty="0" smtClean="0">
                          <a:latin typeface="Cambria Math" panose="02040503050406030204" pitchFamily="18" charset="0"/>
                        </a:rPr>
                        <m:t> (</m:t>
                      </m:r>
                      <m:sSup>
                        <m:sSupPr>
                          <m:ctrlPr>
                            <a:rPr lang="en-GB" sz="1600" b="0" i="1" dirty="0" smtClean="0">
                              <a:latin typeface="Cambria Math" panose="02040503050406030204" pitchFamily="18" charset="0"/>
                            </a:rPr>
                          </m:ctrlPr>
                        </m:sSupPr>
                        <m:e>
                          <m:r>
                            <a:rPr lang="en-GB" sz="1600" b="0" i="1" dirty="0" smtClean="0">
                              <a:latin typeface="Cambria Math" panose="02040503050406030204" pitchFamily="18" charset="0"/>
                            </a:rPr>
                            <m:t>𝑟</m:t>
                          </m:r>
                        </m:e>
                        <m:sup>
                          <m:r>
                            <a:rPr lang="en-GB" sz="1600" b="0" i="1" dirty="0" smtClean="0">
                              <a:latin typeface="Cambria Math" panose="02040503050406030204" pitchFamily="18" charset="0"/>
                            </a:rPr>
                            <m:t>2</m:t>
                          </m:r>
                        </m:sup>
                      </m:sSup>
                      <m:r>
                        <a:rPr lang="en-GB" sz="1600" b="0" i="1" dirty="0" smtClean="0">
                          <a:latin typeface="Cambria Math" panose="02040503050406030204" pitchFamily="18" charset="0"/>
                        </a:rPr>
                        <m:t>+2</m:t>
                      </m:r>
                      <m:sSup>
                        <m:sSupPr>
                          <m:ctrlPr>
                            <a:rPr lang="en-GB" sz="1600" b="0" i="1" dirty="0" smtClean="0">
                              <a:latin typeface="Cambria Math" panose="02040503050406030204" pitchFamily="18" charset="0"/>
                            </a:rPr>
                          </m:ctrlPr>
                        </m:sSupPr>
                        <m:e>
                          <m:r>
                            <a:rPr lang="en-GB" sz="1600" b="0" i="1" dirty="0" smtClean="0">
                              <a:latin typeface="Cambria Math" panose="02040503050406030204" pitchFamily="18" charset="0"/>
                            </a:rPr>
                            <m:t>𝑦</m:t>
                          </m:r>
                        </m:e>
                        <m:sup>
                          <m:r>
                            <a:rPr lang="en-GB" sz="1600" b="0" i="1" dirty="0" smtClean="0">
                              <a:latin typeface="Cambria Math" panose="02040503050406030204" pitchFamily="18" charset="0"/>
                            </a:rPr>
                            <m:t>2</m:t>
                          </m:r>
                        </m:sup>
                      </m:sSup>
                      <m:r>
                        <a:rPr lang="en-GB" sz="1600" b="0" i="1" dirty="0" smtClean="0">
                          <a:latin typeface="Cambria Math" panose="02040503050406030204" pitchFamily="18" charset="0"/>
                        </a:rPr>
                        <m:t>)</m:t>
                      </m:r>
                      <m:r>
                        <a:rPr lang="en-GB" sz="1600" i="1" dirty="0">
                          <a:latin typeface="Cambria Math" panose="02040503050406030204" pitchFamily="18" charset="0"/>
                        </a:rPr>
                        <m:t>+</m:t>
                      </m:r>
                      <m:r>
                        <a:rPr lang="en-GB" sz="1600" b="0" i="1" dirty="0" smtClean="0">
                          <a:latin typeface="Cambria Math" panose="02040503050406030204" pitchFamily="18" charset="0"/>
                        </a:rPr>
                        <m:t>2 </m:t>
                      </m:r>
                      <m:sSub>
                        <m:sSubPr>
                          <m:ctrlPr>
                            <a:rPr lang="en-GB" sz="1600" i="1" dirty="0">
                              <a:latin typeface="Cambria Math" panose="02040503050406030204" pitchFamily="18" charset="0"/>
                            </a:rPr>
                          </m:ctrlPr>
                        </m:sSubPr>
                        <m:e>
                          <m:r>
                            <a:rPr lang="en-GB" sz="1600" i="1" dirty="0">
                              <a:latin typeface="Cambria Math" panose="02040503050406030204" pitchFamily="18" charset="0"/>
                            </a:rPr>
                            <m:t>𝑝</m:t>
                          </m:r>
                        </m:e>
                        <m:sub>
                          <m:r>
                            <a:rPr lang="en-GB" sz="1600" i="1" dirty="0">
                              <a:latin typeface="Cambria Math" panose="02040503050406030204" pitchFamily="18" charset="0"/>
                            </a:rPr>
                            <m:t>2</m:t>
                          </m:r>
                        </m:sub>
                      </m:sSub>
                      <m:r>
                        <a:rPr lang="en-GB" sz="1600" b="0" i="1" dirty="0" smtClean="0">
                          <a:latin typeface="Cambria Math" panose="02040503050406030204" pitchFamily="18" charset="0"/>
                        </a:rPr>
                        <m:t> </m:t>
                      </m:r>
                      <m:r>
                        <a:rPr lang="en-GB" sz="1600" b="0" i="1" dirty="0" smtClean="0">
                          <a:latin typeface="Cambria Math" panose="02040503050406030204" pitchFamily="18" charset="0"/>
                        </a:rPr>
                        <m:t>𝑥</m:t>
                      </m:r>
                      <m:r>
                        <a:rPr lang="en-GB" sz="1600" b="0" i="1" dirty="0" smtClean="0">
                          <a:latin typeface="Cambria Math" panose="02040503050406030204" pitchFamily="18" charset="0"/>
                        </a:rPr>
                        <m:t> </m:t>
                      </m:r>
                      <m:r>
                        <a:rPr lang="en-GB" sz="1600" b="0" i="1" dirty="0" smtClean="0">
                          <a:latin typeface="Cambria Math" panose="02040503050406030204" pitchFamily="18" charset="0"/>
                        </a:rPr>
                        <m:t>𝑦</m:t>
                      </m:r>
                      <m:r>
                        <a:rPr lang="en-GB" sz="1600" i="1" dirty="0">
                          <a:latin typeface="Cambria Math" panose="02040503050406030204" pitchFamily="18" charset="0"/>
                        </a:rPr>
                        <m:t>]</m:t>
                      </m:r>
                    </m:oMath>
                  </m:oMathPara>
                </a14:m>
                <a:endParaRPr lang="en-GB" sz="1600" i="1" dirty="0">
                  <a:latin typeface="Cambria Math" panose="02040503050406030204" pitchFamily="18" charset="0"/>
                </a:endParaRPr>
              </a:p>
              <a:p>
                <a:pPr>
                  <a:lnSpc>
                    <a:spcPct val="150000"/>
                  </a:lnSpc>
                  <a:spcAft>
                    <a:spcPts val="750"/>
                  </a:spcAft>
                </a:pPr>
                <a:r>
                  <a:rPr lang="en-GB" sz="1600" dirty="0"/>
                  <a:t>As in the previous model, </a:t>
                </a:r>
                <a14:m>
                  <m:oMath xmlns:m="http://schemas.openxmlformats.org/officeDocument/2006/math">
                    <m:r>
                      <a:rPr lang="en-GB" sz="1600" smtClean="0">
                        <a:latin typeface="Cambria Math" panose="02040503050406030204" pitchFamily="18" charset="0"/>
                      </a:rPr>
                      <m:t>𝑥</m:t>
                    </m:r>
                    <m:r>
                      <a:rPr lang="en-GB" sz="1600" smtClean="0">
                        <a:latin typeface="Cambria Math" panose="02040503050406030204" pitchFamily="18" charset="0"/>
                      </a:rPr>
                      <m:t>,</m:t>
                    </m:r>
                    <m:r>
                      <a:rPr lang="en-GB" sz="1600" smtClean="0">
                        <a:latin typeface="Cambria Math" panose="02040503050406030204" pitchFamily="18" charset="0"/>
                      </a:rPr>
                      <m:t>𝑦</m:t>
                    </m:r>
                  </m:oMath>
                </a14:m>
                <a:r>
                  <a:rPr lang="en-GB" sz="1600" dirty="0"/>
                  <a:t> are the pixel location normalised, </a:t>
                </a:r>
                <a14:m>
                  <m:oMath xmlns:m="http://schemas.openxmlformats.org/officeDocument/2006/math">
                    <m:sSub>
                      <m:sSubPr>
                        <m:ctrlPr>
                          <a:rPr lang="en-GB" sz="1600" b="0" i="1" smtClean="0">
                            <a:latin typeface="Cambria Math" panose="02040503050406030204" pitchFamily="18" charset="0"/>
                          </a:rPr>
                        </m:ctrlPr>
                      </m:sSubPr>
                      <m:e>
                        <m:r>
                          <a:rPr lang="en-GB" sz="1600" b="0" i="1" smtClean="0">
                            <a:latin typeface="Cambria Math" panose="02040503050406030204" pitchFamily="18" charset="0"/>
                          </a:rPr>
                          <m:t>𝑝</m:t>
                        </m:r>
                      </m:e>
                      <m:sub>
                        <m:r>
                          <a:rPr lang="en-GB" sz="1600" b="0" i="1" smtClean="0">
                            <a:latin typeface="Cambria Math" panose="02040503050406030204" pitchFamily="18" charset="0"/>
                          </a:rPr>
                          <m:t>1</m:t>
                        </m:r>
                      </m:sub>
                    </m:sSub>
                    <m:r>
                      <a:rPr lang="en-GB" sz="1600" b="0" i="1" smtClean="0">
                        <a:latin typeface="Cambria Math" panose="02040503050406030204" pitchFamily="18" charset="0"/>
                      </a:rPr>
                      <m:t>,</m:t>
                    </m:r>
                    <m:sSub>
                      <m:sSubPr>
                        <m:ctrlPr>
                          <a:rPr lang="en-GB" sz="1600" b="0" i="1" smtClean="0">
                            <a:latin typeface="Cambria Math" panose="02040503050406030204" pitchFamily="18" charset="0"/>
                          </a:rPr>
                        </m:ctrlPr>
                      </m:sSubPr>
                      <m:e>
                        <m:r>
                          <a:rPr lang="en-GB" sz="1600" b="0" i="1" smtClean="0">
                            <a:latin typeface="Cambria Math" panose="02040503050406030204" pitchFamily="18" charset="0"/>
                          </a:rPr>
                          <m:t>𝑝</m:t>
                        </m:r>
                      </m:e>
                      <m:sub>
                        <m:r>
                          <a:rPr lang="en-GB" sz="1600" b="0" i="1" smtClean="0">
                            <a:latin typeface="Cambria Math" panose="02040503050406030204" pitchFamily="18" charset="0"/>
                          </a:rPr>
                          <m:t>2</m:t>
                        </m:r>
                      </m:sub>
                    </m:sSub>
                  </m:oMath>
                </a14:m>
                <a:r>
                  <a:rPr lang="en-GB" sz="1600" i="1" dirty="0">
                    <a:latin typeface="Cambria Math" panose="02040503050406030204" pitchFamily="18" charset="0"/>
                  </a:rPr>
                  <a:t> </a:t>
                </a:r>
                <a:r>
                  <a:rPr lang="en-GB" sz="1600" dirty="0"/>
                  <a:t>are the tangential distortion coefficients. Of the lens, and </a:t>
                </a:r>
                <a14:m>
                  <m:oMath xmlns:m="http://schemas.openxmlformats.org/officeDocument/2006/math">
                    <m:r>
                      <a:rPr lang="en-GB" sz="1600" b="0" i="1" smtClean="0">
                        <a:latin typeface="Cambria Math" panose="02040503050406030204" pitchFamily="18" charset="0"/>
                      </a:rPr>
                      <m:t>𝑟</m:t>
                    </m:r>
                  </m:oMath>
                </a14:m>
                <a:r>
                  <a:rPr lang="en-GB" sz="1600" b="1" dirty="0"/>
                  <a:t> </a:t>
                </a:r>
                <a:r>
                  <a:rPr lang="en-GB" sz="1600" dirty="0"/>
                  <a:t>is the radius from the centre.</a:t>
                </a:r>
              </a:p>
            </p:txBody>
          </p:sp>
        </mc:Choice>
        <mc:Fallback>
          <p:sp>
            <p:nvSpPr>
              <p:cNvPr id="3" name="Content Placeholder 2">
                <a:extLst>
                  <a:ext uri="{FF2B5EF4-FFF2-40B4-BE49-F238E27FC236}">
                    <a16:creationId xmlns:a16="http://schemas.microsoft.com/office/drawing/2014/main" id="{204E197A-20C8-6F88-B964-541BE4BD73D4}"/>
                  </a:ext>
                </a:extLst>
              </p:cNvPr>
              <p:cNvSpPr>
                <a:spLocks noGrp="1" noRot="1" noChangeAspect="1" noMove="1" noResize="1" noEditPoints="1" noAdjustHandles="1" noChangeArrowheads="1" noChangeShapeType="1" noTextEdit="1"/>
              </p:cNvSpPr>
              <p:nvPr>
                <p:ph sz="half" idx="2"/>
              </p:nvPr>
            </p:nvSpPr>
            <p:spPr>
              <a:blipFill>
                <a:blip r:embed="rId2"/>
                <a:stretch>
                  <a:fillRect l="-471"/>
                </a:stretch>
              </a:blipFill>
            </p:spPr>
            <p:txBody>
              <a:bodyPr/>
              <a:lstStyle/>
              <a:p>
                <a:r>
                  <a:rPr lang="en-GB">
                    <a:noFill/>
                  </a:rPr>
                  <a:t> </a:t>
                </a:r>
              </a:p>
            </p:txBody>
          </p:sp>
        </mc:Fallback>
      </mc:AlternateContent>
      <p:sp>
        <p:nvSpPr>
          <p:cNvPr id="4" name="Title 3">
            <a:extLst>
              <a:ext uri="{FF2B5EF4-FFF2-40B4-BE49-F238E27FC236}">
                <a16:creationId xmlns:a16="http://schemas.microsoft.com/office/drawing/2014/main" id="{88FF2CDA-1C04-F91D-1909-B35D061776F8}"/>
              </a:ext>
            </a:extLst>
          </p:cNvPr>
          <p:cNvSpPr>
            <a:spLocks noGrp="1"/>
          </p:cNvSpPr>
          <p:nvPr>
            <p:ph type="title"/>
          </p:nvPr>
        </p:nvSpPr>
        <p:spPr/>
        <p:txBody>
          <a:bodyPr/>
          <a:lstStyle/>
          <a:p>
            <a:r>
              <a:rPr lang="en-GB" dirty="0"/>
              <a:t>Camera Calibration</a:t>
            </a:r>
          </a:p>
        </p:txBody>
      </p:sp>
      <p:sp>
        <p:nvSpPr>
          <p:cNvPr id="7" name="TextBox 6">
            <a:extLst>
              <a:ext uri="{FF2B5EF4-FFF2-40B4-BE49-F238E27FC236}">
                <a16:creationId xmlns:a16="http://schemas.microsoft.com/office/drawing/2014/main" id="{90C7BD92-0905-B087-D1F4-E4E36532FC80}"/>
              </a:ext>
            </a:extLst>
          </p:cNvPr>
          <p:cNvSpPr txBox="1"/>
          <p:nvPr/>
        </p:nvSpPr>
        <p:spPr>
          <a:xfrm>
            <a:off x="569259" y="6023074"/>
            <a:ext cx="3361765" cy="307777"/>
          </a:xfrm>
          <a:prstGeom prst="rect">
            <a:avLst/>
          </a:prstGeom>
          <a:noFill/>
        </p:spPr>
        <p:txBody>
          <a:bodyPr wrap="square" rtlCol="0">
            <a:spAutoFit/>
          </a:bodyPr>
          <a:lstStyle/>
          <a:p>
            <a:r>
              <a:rPr lang="en-GB" sz="1400" dirty="0"/>
              <a:t>*Images courtesy of </a:t>
            </a:r>
            <a:r>
              <a:rPr lang="en-GB" sz="1400" dirty="0">
                <a:hlinkClick r:id="rId3"/>
              </a:rPr>
              <a:t>MATLAB</a:t>
            </a:r>
            <a:endParaRPr lang="en-GB" sz="1400" dirty="0"/>
          </a:p>
        </p:txBody>
      </p:sp>
      <p:pic>
        <p:nvPicPr>
          <p:cNvPr id="5" name="Content Placeholder 4" descr="Comparison of zero tangential distortion and tangential distortion">
            <a:extLst>
              <a:ext uri="{FF2B5EF4-FFF2-40B4-BE49-F238E27FC236}">
                <a16:creationId xmlns:a16="http://schemas.microsoft.com/office/drawing/2014/main" id="{DABF980A-D7C7-D0FE-CF8A-BC5D07F24317}"/>
              </a:ext>
            </a:extLst>
          </p:cNvPr>
          <p:cNvPicPr>
            <a:picLocks noGrp="1" noChangeAspect="1" noChangeArrowheads="1"/>
          </p:cNvPicPr>
          <p:nvPr>
            <p:ph sz="half" idx="1"/>
          </p:nvPr>
        </p:nvPicPr>
        <p:blipFill>
          <a:blip r:embed="rId4">
            <a:extLst>
              <a:ext uri="{28A0092B-C50C-407E-A947-70E740481C1C}">
                <a14:useLocalDpi xmlns:a14="http://schemas.microsoft.com/office/drawing/2010/main" val="0"/>
              </a:ext>
            </a:extLst>
          </a:blip>
          <a:srcRect/>
          <a:stretch>
            <a:fillRect/>
          </a:stretch>
        </p:blipFill>
        <p:spPr bwMode="auto">
          <a:xfrm>
            <a:off x="1001657" y="2508858"/>
            <a:ext cx="4585745" cy="24516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9425523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1AF3C0D2-292B-0B00-F0A9-8EDA822A7CC0}"/>
                  </a:ext>
                </a:extLst>
              </p:cNvPr>
              <p:cNvSpPr>
                <a:spLocks noGrp="1"/>
              </p:cNvSpPr>
              <p:nvPr>
                <p:ph sz="half" idx="1"/>
              </p:nvPr>
            </p:nvSpPr>
            <p:spPr>
              <a:xfrm>
                <a:off x="838200" y="1545476"/>
                <a:ext cx="5181600" cy="4911636"/>
              </a:xfrm>
            </p:spPr>
            <p:txBody>
              <a:bodyPr>
                <a:normAutofit fontScale="92500" lnSpcReduction="10000"/>
              </a:bodyPr>
              <a:lstStyle/>
              <a:p>
                <a:pPr>
                  <a:lnSpc>
                    <a:spcPct val="150000"/>
                  </a:lnSpc>
                </a:pPr>
                <a:r>
                  <a:rPr lang="en-GB" sz="1600" dirty="0"/>
                  <a:t>The goal of the calibration process is to find the parameters of the matrix </a:t>
                </a:r>
                <a14:m>
                  <m:oMath xmlns:m="http://schemas.openxmlformats.org/officeDocument/2006/math">
                    <m:r>
                      <a:rPr lang="en-GB" sz="1600" dirty="0"/>
                      <m:t>𝐾</m:t>
                    </m:r>
                  </m:oMath>
                </a14:m>
                <a:r>
                  <a:rPr lang="en-GB" sz="1600" dirty="0"/>
                  <a:t>, the rotation matrix </a:t>
                </a:r>
                <a14:m>
                  <m:oMath xmlns:m="http://schemas.openxmlformats.org/officeDocument/2006/math">
                    <m:r>
                      <m:rPr>
                        <m:sty m:val="p"/>
                      </m:rPr>
                      <a:rPr lang="en-GB" sz="1600" dirty="0"/>
                      <m:t>R</m:t>
                    </m:r>
                  </m:oMath>
                </a14:m>
                <a:r>
                  <a:rPr lang="en-GB" sz="1600" dirty="0"/>
                  <a:t>, the translation vector </a:t>
                </a:r>
                <a14:m>
                  <m:oMath xmlns:m="http://schemas.openxmlformats.org/officeDocument/2006/math">
                    <m:r>
                      <a:rPr lang="en-GB" sz="1600" dirty="0"/>
                      <m:t>𝑡</m:t>
                    </m:r>
                  </m:oMath>
                </a14:m>
                <a:r>
                  <a:rPr lang="en-GB" sz="1600" dirty="0"/>
                  <a:t> and the distortion coefficients </a:t>
                </a:r>
                <a14:m>
                  <m:oMath xmlns:m="http://schemas.openxmlformats.org/officeDocument/2006/math">
                    <m:sSub>
                      <m:sSubPr>
                        <m:ctrlPr>
                          <a:rPr lang="en-GB" sz="1600"/>
                        </m:ctrlPr>
                      </m:sSubPr>
                      <m:e>
                        <m:r>
                          <m:rPr>
                            <m:sty m:val="p"/>
                          </m:rPr>
                          <a:rPr lang="en-GB" sz="1600"/>
                          <m:t>k</m:t>
                        </m:r>
                      </m:e>
                      <m:sub>
                        <m:r>
                          <a:rPr lang="en-GB" sz="1600"/>
                          <m:t>1</m:t>
                        </m:r>
                      </m:sub>
                    </m:sSub>
                    <m:r>
                      <a:rPr lang="en-GB" sz="1600"/>
                      <m:t>, </m:t>
                    </m:r>
                    <m:sSub>
                      <m:sSubPr>
                        <m:ctrlPr>
                          <a:rPr lang="en-GB" sz="1600"/>
                        </m:ctrlPr>
                      </m:sSubPr>
                      <m:e>
                        <m:r>
                          <a:rPr lang="en-GB" sz="1600"/>
                          <m:t>𝑘</m:t>
                        </m:r>
                      </m:e>
                      <m:sub>
                        <m:r>
                          <a:rPr lang="en-GB" sz="1600"/>
                          <m:t>2</m:t>
                        </m:r>
                      </m:sub>
                    </m:sSub>
                    <m:r>
                      <a:rPr lang="en-GB" sz="1600"/>
                      <m:t>, </m:t>
                    </m:r>
                    <m:sSub>
                      <m:sSubPr>
                        <m:ctrlPr>
                          <a:rPr lang="en-GB" sz="1600"/>
                        </m:ctrlPr>
                      </m:sSubPr>
                      <m:e>
                        <m:r>
                          <a:rPr lang="en-GB" sz="1600"/>
                          <m:t>𝑝</m:t>
                        </m:r>
                      </m:e>
                      <m:sub>
                        <m:r>
                          <a:rPr lang="en-GB" sz="1600"/>
                          <m:t>1</m:t>
                        </m:r>
                      </m:sub>
                    </m:sSub>
                    <m:r>
                      <a:rPr lang="en-GB" sz="1600"/>
                      <m:t>,</m:t>
                    </m:r>
                    <m:sSub>
                      <m:sSubPr>
                        <m:ctrlPr>
                          <a:rPr lang="en-GB" sz="1600"/>
                        </m:ctrlPr>
                      </m:sSubPr>
                      <m:e>
                        <m:r>
                          <a:rPr lang="en-GB" sz="1600"/>
                          <m:t>𝑝</m:t>
                        </m:r>
                      </m:e>
                      <m:sub>
                        <m:r>
                          <a:rPr lang="en-GB" sz="1600"/>
                          <m:t>2</m:t>
                        </m:r>
                      </m:sub>
                    </m:sSub>
                    <m:r>
                      <a:rPr lang="en-GB" sz="1600"/>
                      <m:t>,</m:t>
                    </m:r>
                    <m:sSub>
                      <m:sSubPr>
                        <m:ctrlPr>
                          <a:rPr lang="en-GB" sz="1600"/>
                        </m:ctrlPr>
                      </m:sSubPr>
                      <m:e>
                        <m:r>
                          <a:rPr lang="en-GB" sz="1600"/>
                          <m:t>𝑘</m:t>
                        </m:r>
                      </m:e>
                      <m:sub>
                        <m:r>
                          <a:rPr lang="en-GB" sz="1600"/>
                          <m:t>3</m:t>
                        </m:r>
                      </m:sub>
                    </m:sSub>
                  </m:oMath>
                </a14:m>
                <a:r>
                  <a:rPr lang="en-GB" sz="1600" dirty="0"/>
                  <a:t>.</a:t>
                </a:r>
              </a:p>
              <a:p>
                <a:pPr>
                  <a:lnSpc>
                    <a:spcPct val="150000"/>
                  </a:lnSpc>
                </a:pPr>
                <a:r>
                  <a:rPr lang="en-GB" sz="1600" dirty="0"/>
                  <a:t>This is done by using a set of known 3D points (</a:t>
                </a:r>
                <a14:m>
                  <m:oMath xmlns:m="http://schemas.openxmlformats.org/officeDocument/2006/math">
                    <m:sSub>
                      <m:sSubPr>
                        <m:ctrlPr>
                          <a:rPr lang="en-GB" sz="1600" b="1" dirty="0"/>
                        </m:ctrlPr>
                      </m:sSubPr>
                      <m:e>
                        <m:r>
                          <a:rPr lang="en-GB" sz="1600" b="1" i="1" dirty="0"/>
                          <m:t>𝑿</m:t>
                        </m:r>
                      </m:e>
                      <m:sub>
                        <m:r>
                          <a:rPr lang="en-GB" sz="1600" b="1" i="1" dirty="0"/>
                          <m:t>𝐖</m:t>
                        </m:r>
                      </m:sub>
                    </m:sSub>
                  </m:oMath>
                </a14:m>
                <a:r>
                  <a:rPr lang="en-GB" sz="1600" dirty="0"/>
                  <a:t>) and their corresponding image coordinates </a:t>
                </a:r>
                <a14:m>
                  <m:oMath xmlns:m="http://schemas.openxmlformats.org/officeDocument/2006/math">
                    <m:sSub>
                      <m:sSubPr>
                        <m:ctrlPr>
                          <a:rPr lang="en-GB" sz="1600" b="1">
                            <a:latin typeface="Cambria Math" panose="02040503050406030204" pitchFamily="18" charset="0"/>
                          </a:rPr>
                        </m:ctrlPr>
                      </m:sSubPr>
                      <m:e>
                        <m:r>
                          <a:rPr lang="en-GB" sz="1600" b="1" i="0" smtClean="0">
                            <a:latin typeface="Cambria Math" panose="02040503050406030204" pitchFamily="18" charset="0"/>
                          </a:rPr>
                          <m:t>𝐱</m:t>
                        </m:r>
                      </m:e>
                      <m:sub>
                        <m:r>
                          <a:rPr lang="en-GB" sz="1600" b="1" i="0" smtClean="0">
                            <a:latin typeface="Cambria Math" panose="02040503050406030204" pitchFamily="18" charset="0"/>
                          </a:rPr>
                          <m:t>𝐈</m:t>
                        </m:r>
                      </m:sub>
                    </m:sSub>
                    <m:r>
                      <a:rPr lang="en-GB" sz="1600" i="1" smtClean="0">
                        <a:latin typeface="Cambria Math" panose="02040503050406030204" pitchFamily="18" charset="0"/>
                      </a:rPr>
                      <m:t> </m:t>
                    </m:r>
                  </m:oMath>
                </a14:m>
                <a:r>
                  <a:rPr lang="en-GB" sz="1600" dirty="0"/>
                  <a:t>(</a:t>
                </a:r>
                <a14:m>
                  <m:oMath xmlns:m="http://schemas.openxmlformats.org/officeDocument/2006/math">
                    <m:r>
                      <a:rPr lang="en-GB" sz="1600" dirty="0"/>
                      <m:t>𝑢</m:t>
                    </m:r>
                    <m:r>
                      <a:rPr lang="en-GB" sz="1600" dirty="0"/>
                      <m:t>, </m:t>
                    </m:r>
                    <m:r>
                      <a:rPr lang="en-GB" sz="1600" dirty="0"/>
                      <m:t>𝑣</m:t>
                    </m:r>
                  </m:oMath>
                </a14:m>
                <a:r>
                  <a:rPr lang="en-GB" sz="1600" dirty="0"/>
                  <a:t>).</a:t>
                </a:r>
              </a:p>
              <a:p>
                <a:pPr>
                  <a:lnSpc>
                    <a:spcPct val="150000"/>
                  </a:lnSpc>
                </a:pPr>
                <a:r>
                  <a:rPr lang="en-GB" sz="1600" dirty="0"/>
                  <a:t>Obtaining the intrinsic and extrinsic parameters of the camera, is said to be “calibrated”.</a:t>
                </a:r>
              </a:p>
              <a:p>
                <a:pPr>
                  <a:lnSpc>
                    <a:spcPct val="150000"/>
                  </a:lnSpc>
                </a:pPr>
                <a:r>
                  <a:rPr lang="en-GB" sz="1600" dirty="0"/>
                  <a:t>When using a mono camera with no reference to a world frame, the calibration amounts to only obtaining the intrinsic parameters, reference only to the camera frame </a:t>
                </a:r>
                <a14:m>
                  <m:oMath xmlns:m="http://schemas.openxmlformats.org/officeDocument/2006/math">
                    <m:r>
                      <a:rPr lang="en-GB" sz="1600" b="1" i="0" smtClean="0">
                        <a:latin typeface="Cambria Math" panose="02040503050406030204" pitchFamily="18" charset="0"/>
                      </a:rPr>
                      <m:t>𝐂</m:t>
                    </m:r>
                  </m:oMath>
                </a14:m>
                <a:r>
                  <a:rPr lang="en-GB" sz="1600" dirty="0"/>
                  <a:t>.</a:t>
                </a:r>
              </a:p>
              <a:p>
                <a:pPr marL="0" indent="0">
                  <a:lnSpc>
                    <a:spcPct val="150000"/>
                  </a:lnSpc>
                  <a:buNone/>
                </a:pPr>
                <a14:m>
                  <m:oMathPara xmlns:m="http://schemas.openxmlformats.org/officeDocument/2006/math">
                    <m:oMathParaPr>
                      <m:jc m:val="centerGroup"/>
                    </m:oMathParaPr>
                    <m:oMath xmlns:m="http://schemas.openxmlformats.org/officeDocument/2006/math">
                      <m:sSup>
                        <m:sSupPr>
                          <m:ctrlPr>
                            <a:rPr lang="en-GB" sz="1600" b="1" smtClean="0">
                              <a:latin typeface="Cambria Math" panose="02040503050406030204" pitchFamily="18" charset="0"/>
                            </a:rPr>
                          </m:ctrlPr>
                        </m:sSupPr>
                        <m:e>
                          <m:r>
                            <a:rPr lang="en-GB" sz="1600" b="1" i="0" smtClean="0">
                              <a:latin typeface="Cambria Math" panose="02040503050406030204" pitchFamily="18" charset="0"/>
                            </a:rPr>
                            <m:t>𝐊</m:t>
                          </m:r>
                        </m:e>
                        <m:sup>
                          <m:r>
                            <a:rPr lang="en-GB" sz="1600" b="1" i="0" smtClean="0">
                              <a:latin typeface="Cambria Math" panose="02040503050406030204" pitchFamily="18" charset="0"/>
                            </a:rPr>
                            <m:t>′</m:t>
                          </m:r>
                        </m:sup>
                      </m:sSup>
                      <m:r>
                        <a:rPr lang="en-GB" sz="1600" b="1" i="0" smtClean="0">
                          <a:latin typeface="Cambria Math" panose="02040503050406030204" pitchFamily="18" charset="0"/>
                        </a:rPr>
                        <m:t>=</m:t>
                      </m:r>
                      <m:r>
                        <a:rPr lang="en-GB" sz="1600" b="1" i="0" smtClean="0">
                          <a:latin typeface="Cambria Math" panose="02040503050406030204" pitchFamily="18" charset="0"/>
                        </a:rPr>
                        <m:t>𝐊</m:t>
                      </m:r>
                      <m:d>
                        <m:dPr>
                          <m:begChr m:val="["/>
                          <m:endChr m:val="]"/>
                          <m:ctrlPr>
                            <a:rPr lang="en-GB" sz="1600" b="1" smtClean="0">
                              <a:latin typeface="Cambria Math" panose="02040503050406030204" pitchFamily="18" charset="0"/>
                            </a:rPr>
                          </m:ctrlPr>
                        </m:dPr>
                        <m:e>
                          <m:r>
                            <a:rPr lang="en-GB" sz="1600" b="1" i="0" smtClean="0">
                              <a:latin typeface="Cambria Math" panose="02040503050406030204" pitchFamily="18" charset="0"/>
                            </a:rPr>
                            <m:t>𝐈</m:t>
                          </m:r>
                        </m:e>
                        <m:e>
                          <m:r>
                            <a:rPr lang="en-GB" sz="1600" b="1" i="0" smtClean="0">
                              <a:latin typeface="Cambria Math" panose="02040503050406030204" pitchFamily="18" charset="0"/>
                            </a:rPr>
                            <m:t>𝟎</m:t>
                          </m:r>
                        </m:e>
                      </m:d>
                      <m:r>
                        <a:rPr lang="en-GB" sz="1600" b="1" i="0" smtClean="0">
                          <a:latin typeface="Cambria Math" panose="02040503050406030204" pitchFamily="18" charset="0"/>
                        </a:rPr>
                        <m:t>⇒</m:t>
                      </m:r>
                      <m:sSub>
                        <m:sSubPr>
                          <m:ctrlPr>
                            <a:rPr lang="en-GB" sz="1600" b="1" smtClean="0">
                              <a:latin typeface="Cambria Math" panose="02040503050406030204" pitchFamily="18" charset="0"/>
                            </a:rPr>
                          </m:ctrlPr>
                        </m:sSubPr>
                        <m:e>
                          <m:r>
                            <a:rPr lang="en-GB" sz="1600" b="1" i="0" smtClean="0">
                              <a:latin typeface="Cambria Math" panose="02040503050406030204" pitchFamily="18" charset="0"/>
                            </a:rPr>
                            <m:t>𝐱</m:t>
                          </m:r>
                        </m:e>
                        <m:sub>
                          <m:r>
                            <a:rPr lang="en-GB" sz="1600" b="1" i="0" smtClean="0">
                              <a:latin typeface="Cambria Math" panose="02040503050406030204" pitchFamily="18" charset="0"/>
                            </a:rPr>
                            <m:t>𝐈</m:t>
                          </m:r>
                        </m:sub>
                      </m:sSub>
                      <m:r>
                        <a:rPr lang="en-GB" sz="1600" b="1" i="0" smtClean="0">
                          <a:latin typeface="Cambria Math" panose="02040503050406030204" pitchFamily="18" charset="0"/>
                        </a:rPr>
                        <m:t>=</m:t>
                      </m:r>
                      <m:sSup>
                        <m:sSupPr>
                          <m:ctrlPr>
                            <a:rPr lang="en-GB" sz="1600" b="1" smtClean="0">
                              <a:latin typeface="Cambria Math" panose="02040503050406030204" pitchFamily="18" charset="0"/>
                            </a:rPr>
                          </m:ctrlPr>
                        </m:sSupPr>
                        <m:e>
                          <m:r>
                            <a:rPr lang="en-GB" sz="1600" b="1" i="0" smtClean="0">
                              <a:latin typeface="Cambria Math" panose="02040503050406030204" pitchFamily="18" charset="0"/>
                            </a:rPr>
                            <m:t>𝐊</m:t>
                          </m:r>
                        </m:e>
                        <m:sup>
                          <m:r>
                            <a:rPr lang="en-GB" sz="1600" b="1" i="0" smtClean="0">
                              <a:latin typeface="Cambria Math" panose="02040503050406030204" pitchFamily="18" charset="0"/>
                            </a:rPr>
                            <m:t>′</m:t>
                          </m:r>
                        </m:sup>
                      </m:sSup>
                      <m:sSub>
                        <m:sSubPr>
                          <m:ctrlPr>
                            <a:rPr lang="en-GB" sz="1600" b="1" smtClean="0">
                              <a:latin typeface="Cambria Math" panose="02040503050406030204" pitchFamily="18" charset="0"/>
                            </a:rPr>
                          </m:ctrlPr>
                        </m:sSubPr>
                        <m:e>
                          <m:r>
                            <a:rPr lang="en-GB" sz="1600" b="1" i="0" smtClean="0">
                              <a:latin typeface="Cambria Math" panose="02040503050406030204" pitchFamily="18" charset="0"/>
                            </a:rPr>
                            <m:t>𝐗</m:t>
                          </m:r>
                        </m:e>
                        <m:sub>
                          <m:r>
                            <a:rPr lang="en-GB" sz="1600" b="1" i="0" smtClean="0">
                              <a:latin typeface="Cambria Math" panose="02040503050406030204" pitchFamily="18" charset="0"/>
                            </a:rPr>
                            <m:t>𝐖</m:t>
                          </m:r>
                        </m:sub>
                      </m:sSub>
                    </m:oMath>
                  </m:oMathPara>
                </a14:m>
                <a:endParaRPr lang="en-GB" sz="1600" dirty="0"/>
              </a:p>
            </p:txBody>
          </p:sp>
        </mc:Choice>
        <mc:Fallback>
          <p:sp>
            <p:nvSpPr>
              <p:cNvPr id="3" name="Content Placeholder 2">
                <a:extLst>
                  <a:ext uri="{FF2B5EF4-FFF2-40B4-BE49-F238E27FC236}">
                    <a16:creationId xmlns:a16="http://schemas.microsoft.com/office/drawing/2014/main" id="{1AF3C0D2-292B-0B00-F0A9-8EDA822A7CC0}"/>
                  </a:ext>
                </a:extLst>
              </p:cNvPr>
              <p:cNvSpPr>
                <a:spLocks noGrp="1" noRot="1" noChangeAspect="1" noMove="1" noResize="1" noEditPoints="1" noAdjustHandles="1" noChangeArrowheads="1" noChangeShapeType="1" noTextEdit="1"/>
              </p:cNvSpPr>
              <p:nvPr>
                <p:ph sz="half" idx="1"/>
              </p:nvPr>
            </p:nvSpPr>
            <p:spPr>
              <a:xfrm>
                <a:off x="838200" y="1545476"/>
                <a:ext cx="5181600" cy="4911636"/>
              </a:xfrm>
              <a:blipFill>
                <a:blip r:embed="rId2"/>
                <a:stretch>
                  <a:fillRect l="-353" r="-941"/>
                </a:stretch>
              </a:blipFill>
            </p:spPr>
            <p:txBody>
              <a:bodyPr/>
              <a:lstStyle/>
              <a:p>
                <a:r>
                  <a:rPr lang="en-GB">
                    <a:noFill/>
                  </a:rPr>
                  <a:t> </a:t>
                </a:r>
              </a:p>
            </p:txBody>
          </p:sp>
        </mc:Fallback>
      </mc:AlternateContent>
      <p:pic>
        <p:nvPicPr>
          <p:cNvPr id="7" name="Content Placeholder 6">
            <a:extLst>
              <a:ext uri="{FF2B5EF4-FFF2-40B4-BE49-F238E27FC236}">
                <a16:creationId xmlns:a16="http://schemas.microsoft.com/office/drawing/2014/main" id="{AFEC2CEA-1CAB-FADF-176C-7D178B357825}"/>
              </a:ext>
            </a:extLst>
          </p:cNvPr>
          <p:cNvPicPr>
            <a:picLocks noGrp="1" noChangeAspect="1"/>
          </p:cNvPicPr>
          <p:nvPr>
            <p:ph sz="half" idx="2"/>
          </p:nvPr>
        </p:nvPicPr>
        <p:blipFill>
          <a:blip r:embed="rId3"/>
          <a:stretch>
            <a:fillRect/>
          </a:stretch>
        </p:blipFill>
        <p:spPr>
          <a:xfrm>
            <a:off x="7691288" y="2553292"/>
            <a:ext cx="2143424" cy="2896004"/>
          </a:xfrm>
        </p:spPr>
      </p:pic>
      <p:sp>
        <p:nvSpPr>
          <p:cNvPr id="2" name="Title 1">
            <a:extLst>
              <a:ext uri="{FF2B5EF4-FFF2-40B4-BE49-F238E27FC236}">
                <a16:creationId xmlns:a16="http://schemas.microsoft.com/office/drawing/2014/main" id="{1FDDF5E9-7184-E043-25F3-618EB9AE5130}"/>
              </a:ext>
            </a:extLst>
          </p:cNvPr>
          <p:cNvSpPr>
            <a:spLocks noGrp="1"/>
          </p:cNvSpPr>
          <p:nvPr>
            <p:ph type="title"/>
          </p:nvPr>
        </p:nvSpPr>
        <p:spPr/>
        <p:txBody>
          <a:bodyPr/>
          <a:lstStyle/>
          <a:p>
            <a:r>
              <a:rPr lang="en-GB" dirty="0"/>
              <a:t>Camera Calibration</a:t>
            </a:r>
          </a:p>
        </p:txBody>
      </p:sp>
    </p:spTree>
    <p:extLst>
      <p:ext uri="{BB962C8B-B14F-4D97-AF65-F5344CB8AC3E}">
        <p14:creationId xmlns:p14="http://schemas.microsoft.com/office/powerpoint/2010/main" val="91503796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D345976-4CC5-DBC8-F070-AFD26E7E8859}"/>
              </a:ext>
            </a:extLst>
          </p:cNvPr>
          <p:cNvSpPr>
            <a:spLocks noGrp="1"/>
          </p:cNvSpPr>
          <p:nvPr>
            <p:ph sz="half" idx="1"/>
          </p:nvPr>
        </p:nvSpPr>
        <p:spPr/>
        <p:txBody>
          <a:bodyPr>
            <a:normAutofit fontScale="92500"/>
          </a:bodyPr>
          <a:lstStyle/>
          <a:p>
            <a:pPr marL="0" indent="0">
              <a:buNone/>
            </a:pPr>
            <a:r>
              <a:rPr lang="en-GB" sz="2000" b="1" dirty="0">
                <a:latin typeface="Nexa-Bold" panose="01000000000000000000" pitchFamily="2" charset="0"/>
              </a:rPr>
              <a:t>Calibration Methods</a:t>
            </a:r>
          </a:p>
          <a:p>
            <a:pPr>
              <a:lnSpc>
                <a:spcPct val="150000"/>
              </a:lnSpc>
            </a:pPr>
            <a:r>
              <a:rPr lang="en-GB" sz="1500" dirty="0"/>
              <a:t>Different calibration methodologies exists, the most common ones are:</a:t>
            </a:r>
          </a:p>
          <a:p>
            <a:pPr lvl="1">
              <a:lnSpc>
                <a:spcPct val="150000"/>
              </a:lnSpc>
            </a:pPr>
            <a:r>
              <a:rPr lang="en-GB" sz="1500" b="1" dirty="0"/>
              <a:t>Calibration pattern: </a:t>
            </a:r>
            <a:r>
              <a:rPr lang="en-GB" sz="1500" dirty="0"/>
              <a:t>Consists of capturing several images of an object or pattern of known dimensions from different viewpoints and using optimisation algorithms to obtain the parameters. </a:t>
            </a:r>
            <a:endParaRPr lang="en-GB" sz="1500" b="1" dirty="0"/>
          </a:p>
          <a:p>
            <a:pPr lvl="1">
              <a:lnSpc>
                <a:spcPct val="150000"/>
              </a:lnSpc>
            </a:pPr>
            <a:r>
              <a:rPr lang="en-GB" sz="1500" b="1" dirty="0"/>
              <a:t>Geometric Clues: </a:t>
            </a:r>
            <a:r>
              <a:rPr lang="en-GB" sz="1500" dirty="0"/>
              <a:t>Using geometric clues in the scene like straight lines and vanishing points which can be used for calibration.</a:t>
            </a:r>
          </a:p>
          <a:p>
            <a:pPr lvl="1">
              <a:lnSpc>
                <a:spcPct val="150000"/>
              </a:lnSpc>
            </a:pPr>
            <a:r>
              <a:rPr lang="en-GB" sz="1500" b="1" dirty="0"/>
              <a:t>Deep Learning Methods: </a:t>
            </a:r>
            <a:r>
              <a:rPr lang="en-GB" sz="1500" dirty="0"/>
              <a:t>Use deep learning to approximate the parameters using simple images.</a:t>
            </a:r>
          </a:p>
        </p:txBody>
      </p:sp>
      <p:pic>
        <p:nvPicPr>
          <p:cNvPr id="6" name="Content Placeholder 5">
            <a:extLst>
              <a:ext uri="{FF2B5EF4-FFF2-40B4-BE49-F238E27FC236}">
                <a16:creationId xmlns:a16="http://schemas.microsoft.com/office/drawing/2014/main" id="{20E3D0F4-ECCA-16C2-0B57-233F97990845}"/>
              </a:ext>
            </a:extLst>
          </p:cNvPr>
          <p:cNvPicPr>
            <a:picLocks noGrp="1" noChangeAspect="1"/>
          </p:cNvPicPr>
          <p:nvPr>
            <p:ph sz="half" idx="2"/>
          </p:nvPr>
        </p:nvPicPr>
        <p:blipFill>
          <a:blip r:embed="rId2"/>
          <a:stretch>
            <a:fillRect/>
          </a:stretch>
        </p:blipFill>
        <p:spPr>
          <a:xfrm>
            <a:off x="6172200" y="2169714"/>
            <a:ext cx="5181600" cy="3663160"/>
          </a:xfrm>
        </p:spPr>
      </p:pic>
      <p:sp>
        <p:nvSpPr>
          <p:cNvPr id="4" name="Title 3">
            <a:extLst>
              <a:ext uri="{FF2B5EF4-FFF2-40B4-BE49-F238E27FC236}">
                <a16:creationId xmlns:a16="http://schemas.microsoft.com/office/drawing/2014/main" id="{770F5EAE-4E41-CA98-611A-7B13CA2B0117}"/>
              </a:ext>
            </a:extLst>
          </p:cNvPr>
          <p:cNvSpPr>
            <a:spLocks noGrp="1"/>
          </p:cNvSpPr>
          <p:nvPr>
            <p:ph type="title"/>
          </p:nvPr>
        </p:nvSpPr>
        <p:spPr/>
        <p:txBody>
          <a:bodyPr/>
          <a:lstStyle/>
          <a:p>
            <a:r>
              <a:rPr lang="en-GB" dirty="0"/>
              <a:t>Camera Calibration</a:t>
            </a:r>
          </a:p>
        </p:txBody>
      </p:sp>
    </p:spTree>
    <p:extLst>
      <p:ext uri="{BB962C8B-B14F-4D97-AF65-F5344CB8AC3E}">
        <p14:creationId xmlns:p14="http://schemas.microsoft.com/office/powerpoint/2010/main" val="263365285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54491A-F77E-7D69-1281-17339937FD3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77CED7-C4B0-D480-569F-26E29A67EE86}"/>
              </a:ext>
            </a:extLst>
          </p:cNvPr>
          <p:cNvSpPr>
            <a:spLocks noGrp="1"/>
          </p:cNvSpPr>
          <p:nvPr>
            <p:ph type="ctrTitle"/>
          </p:nvPr>
        </p:nvSpPr>
        <p:spPr/>
        <p:txBody>
          <a:bodyPr/>
          <a:lstStyle/>
          <a:p>
            <a:r>
              <a:rPr lang="en-GB" dirty="0"/>
              <a:t>Activity 2</a:t>
            </a:r>
          </a:p>
        </p:txBody>
      </p:sp>
      <p:sp>
        <p:nvSpPr>
          <p:cNvPr id="3" name="Subtitle 2">
            <a:extLst>
              <a:ext uri="{FF2B5EF4-FFF2-40B4-BE49-F238E27FC236}">
                <a16:creationId xmlns:a16="http://schemas.microsoft.com/office/drawing/2014/main" id="{0F03AC69-4125-B598-465E-1A0AAD2C073D}"/>
              </a:ext>
            </a:extLst>
          </p:cNvPr>
          <p:cNvSpPr>
            <a:spLocks noGrp="1"/>
          </p:cNvSpPr>
          <p:nvPr>
            <p:ph type="subTitle" idx="1"/>
          </p:nvPr>
        </p:nvSpPr>
        <p:spPr/>
        <p:txBody>
          <a:bodyPr/>
          <a:lstStyle/>
          <a:p>
            <a:r>
              <a:rPr lang="en-GB" dirty="0"/>
              <a:t>Simple Camera Calibration (OpenCV)</a:t>
            </a:r>
          </a:p>
        </p:txBody>
      </p:sp>
    </p:spTree>
    <p:extLst>
      <p:ext uri="{BB962C8B-B14F-4D97-AF65-F5344CB8AC3E}">
        <p14:creationId xmlns:p14="http://schemas.microsoft.com/office/powerpoint/2010/main" val="392366947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F412438-895C-CF3F-D197-D09AFC75D273}"/>
              </a:ext>
            </a:extLst>
          </p:cNvPr>
          <p:cNvSpPr>
            <a:spLocks noGrp="1"/>
          </p:cNvSpPr>
          <p:nvPr>
            <p:ph sz="half" idx="1"/>
          </p:nvPr>
        </p:nvSpPr>
        <p:spPr/>
        <p:txBody>
          <a:bodyPr>
            <a:normAutofit fontScale="92500"/>
          </a:bodyPr>
          <a:lstStyle/>
          <a:p>
            <a:pPr>
              <a:lnSpc>
                <a:spcPct val="150000"/>
              </a:lnSpc>
            </a:pPr>
            <a:r>
              <a:rPr lang="en-GB" sz="1600" dirty="0"/>
              <a:t>In this activity, a simple camera calibration algorithm will be performed using OpenCV libraries.</a:t>
            </a:r>
          </a:p>
          <a:p>
            <a:pPr>
              <a:lnSpc>
                <a:spcPct val="150000"/>
              </a:lnSpc>
            </a:pPr>
            <a:r>
              <a:rPr lang="en-GB" sz="1600" dirty="0"/>
              <a:t>To this end, some images need to be taken, using the chessboard pattern.</a:t>
            </a:r>
          </a:p>
          <a:p>
            <a:pPr>
              <a:lnSpc>
                <a:spcPct val="150000"/>
              </a:lnSpc>
            </a:pPr>
            <a:r>
              <a:rPr lang="en-GB" sz="1600" dirty="0"/>
              <a:t>The following code allows the user to take some images using the keyboard “space” key </a:t>
            </a:r>
          </a:p>
          <a:p>
            <a:pPr>
              <a:lnSpc>
                <a:spcPct val="150000"/>
              </a:lnSpc>
            </a:pPr>
            <a:r>
              <a:rPr lang="en-GB" sz="1600" dirty="0"/>
              <a:t>Print the chessboard from </a:t>
            </a:r>
            <a:r>
              <a:rPr lang="en-GB" sz="1600" dirty="0">
                <a:hlinkClick r:id="rId2"/>
              </a:rPr>
              <a:t>here</a:t>
            </a:r>
            <a:endParaRPr lang="en-GB" sz="1600" dirty="0"/>
          </a:p>
          <a:p>
            <a:pPr>
              <a:lnSpc>
                <a:spcPct val="150000"/>
              </a:lnSpc>
            </a:pPr>
            <a:r>
              <a:rPr lang="en-GB" sz="1600" dirty="0"/>
              <a:t>Make a Python script called “save_images.py”</a:t>
            </a:r>
          </a:p>
          <a:p>
            <a:pPr>
              <a:lnSpc>
                <a:spcPct val="150000"/>
              </a:lnSpc>
            </a:pPr>
            <a:r>
              <a:rPr lang="en-GB" sz="1600" dirty="0"/>
              <a:t>Create a folder called “images” on the same folder as your script.</a:t>
            </a:r>
          </a:p>
        </p:txBody>
      </p:sp>
      <p:pic>
        <p:nvPicPr>
          <p:cNvPr id="5" name="Content Placeholder 4">
            <a:extLst>
              <a:ext uri="{FF2B5EF4-FFF2-40B4-BE49-F238E27FC236}">
                <a16:creationId xmlns:a16="http://schemas.microsoft.com/office/drawing/2014/main" id="{FE456195-717D-8CC2-0E05-BFEFC1B0B6D1}"/>
              </a:ext>
            </a:extLst>
          </p:cNvPr>
          <p:cNvPicPr>
            <a:picLocks noGrp="1" noChangeAspect="1"/>
          </p:cNvPicPr>
          <p:nvPr>
            <p:ph sz="half" idx="2"/>
          </p:nvPr>
        </p:nvPicPr>
        <p:blipFill>
          <a:blip r:embed="rId3"/>
          <a:stretch>
            <a:fillRect/>
          </a:stretch>
        </p:blipFill>
        <p:spPr>
          <a:xfrm>
            <a:off x="7622949" y="2279024"/>
            <a:ext cx="2280102" cy="3444539"/>
          </a:xfrm>
          <a:prstGeom prst="rect">
            <a:avLst/>
          </a:prstGeom>
        </p:spPr>
      </p:pic>
      <p:sp>
        <p:nvSpPr>
          <p:cNvPr id="4" name="Title 3">
            <a:extLst>
              <a:ext uri="{FF2B5EF4-FFF2-40B4-BE49-F238E27FC236}">
                <a16:creationId xmlns:a16="http://schemas.microsoft.com/office/drawing/2014/main" id="{24742D15-1EF9-40D7-5EAC-86790CDCD190}"/>
              </a:ext>
            </a:extLst>
          </p:cNvPr>
          <p:cNvSpPr>
            <a:spLocks noGrp="1"/>
          </p:cNvSpPr>
          <p:nvPr>
            <p:ph type="title"/>
          </p:nvPr>
        </p:nvSpPr>
        <p:spPr/>
        <p:txBody>
          <a:bodyPr/>
          <a:lstStyle/>
          <a:p>
            <a:r>
              <a:rPr lang="en-GB" dirty="0"/>
              <a:t>Activity 2</a:t>
            </a:r>
          </a:p>
        </p:txBody>
      </p:sp>
    </p:spTree>
    <p:extLst>
      <p:ext uri="{BB962C8B-B14F-4D97-AF65-F5344CB8AC3E}">
        <p14:creationId xmlns:p14="http://schemas.microsoft.com/office/powerpoint/2010/main" val="279460318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93410-A53F-2B07-4C05-DA90E01CE167}"/>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C508D40-4BA2-B4AB-8ED4-418CB54D59A5}"/>
              </a:ext>
            </a:extLst>
          </p:cNvPr>
          <p:cNvSpPr>
            <a:spLocks noGrp="1"/>
          </p:cNvSpPr>
          <p:nvPr>
            <p:ph sz="half" idx="4294967295"/>
          </p:nvPr>
        </p:nvSpPr>
        <p:spPr>
          <a:xfrm>
            <a:off x="0" y="-1"/>
            <a:ext cx="5961529" cy="6858000"/>
          </a:xfrm>
          <a:solidFill>
            <a:schemeClr val="tx2">
              <a:lumMod val="50000"/>
            </a:schemeClr>
          </a:solidFill>
          <a:ln>
            <a:solidFill>
              <a:schemeClr val="bg1"/>
            </a:solidFill>
          </a:ln>
        </p:spPr>
        <p:txBody>
          <a:bodyPr>
            <a:noAutofit/>
          </a:bodyPr>
          <a:lstStyle/>
          <a:p>
            <a:pPr marL="0" indent="0">
              <a:lnSpc>
                <a:spcPts val="1425"/>
              </a:lnSpc>
              <a:spcBef>
                <a:spcPts val="0"/>
              </a:spcBef>
              <a:buNone/>
            </a:pPr>
            <a:r>
              <a:rPr lang="en-GB" sz="1100" b="0" dirty="0">
                <a:solidFill>
                  <a:srgbClr val="C586C0"/>
                </a:solidFill>
                <a:effectLst/>
                <a:latin typeface="Consolas" panose="020B0609020204030204" pitchFamily="49" charset="0"/>
              </a:rPr>
              <a:t>import</a:t>
            </a:r>
            <a:r>
              <a:rPr lang="en-GB" sz="1100" b="0" dirty="0">
                <a:solidFill>
                  <a:srgbClr val="CCCCCC"/>
                </a:solidFill>
                <a:effectLst/>
                <a:latin typeface="Consolas" panose="020B0609020204030204" pitchFamily="49" charset="0"/>
              </a:rPr>
              <a:t> </a:t>
            </a:r>
            <a:r>
              <a:rPr lang="en-GB" sz="1100" b="0" dirty="0" err="1">
                <a:solidFill>
                  <a:srgbClr val="4EC9B0"/>
                </a:solidFill>
                <a:effectLst/>
                <a:latin typeface="Consolas" panose="020B0609020204030204" pitchFamily="49" charset="0"/>
              </a:rPr>
              <a:t>numpy</a:t>
            </a:r>
            <a:r>
              <a:rPr lang="en-GB" sz="1100" b="0" dirty="0">
                <a:solidFill>
                  <a:srgbClr val="CCCCCC"/>
                </a:solidFill>
                <a:effectLst/>
                <a:latin typeface="Consolas" panose="020B0609020204030204" pitchFamily="49" charset="0"/>
              </a:rPr>
              <a:t> </a:t>
            </a:r>
            <a:r>
              <a:rPr lang="en-GB" sz="1100" b="0" dirty="0">
                <a:solidFill>
                  <a:srgbClr val="C586C0"/>
                </a:solidFill>
                <a:effectLst/>
                <a:latin typeface="Consolas" panose="020B0609020204030204" pitchFamily="49" charset="0"/>
              </a:rPr>
              <a:t>as</a:t>
            </a:r>
            <a:r>
              <a:rPr lang="en-GB" sz="1100" b="0" dirty="0">
                <a:solidFill>
                  <a:srgbClr val="CCCCCC"/>
                </a:solidFill>
                <a:effectLst/>
                <a:latin typeface="Consolas" panose="020B0609020204030204" pitchFamily="49" charset="0"/>
              </a:rPr>
              <a:t> </a:t>
            </a:r>
            <a:r>
              <a:rPr lang="en-GB" sz="1100" b="0" dirty="0">
                <a:solidFill>
                  <a:srgbClr val="4EC9B0"/>
                </a:solidFill>
                <a:effectLst/>
                <a:latin typeface="Consolas" panose="020B0609020204030204" pitchFamily="49" charset="0"/>
              </a:rPr>
              <a:t>np</a:t>
            </a:r>
            <a:endParaRPr lang="en-GB" sz="1100" b="0" dirty="0">
              <a:solidFill>
                <a:srgbClr val="CCCCCC"/>
              </a:solidFill>
              <a:effectLst/>
              <a:latin typeface="Consolas" panose="020B0609020204030204" pitchFamily="49" charset="0"/>
            </a:endParaRPr>
          </a:p>
          <a:p>
            <a:pPr marL="0" indent="0">
              <a:lnSpc>
                <a:spcPts val="1425"/>
              </a:lnSpc>
              <a:spcBef>
                <a:spcPts val="0"/>
              </a:spcBef>
              <a:buNone/>
            </a:pPr>
            <a:r>
              <a:rPr lang="en-GB" sz="1100" b="0" dirty="0">
                <a:solidFill>
                  <a:srgbClr val="C586C0"/>
                </a:solidFill>
                <a:effectLst/>
                <a:latin typeface="Consolas" panose="020B0609020204030204" pitchFamily="49" charset="0"/>
              </a:rPr>
              <a:t>import</a:t>
            </a:r>
            <a:r>
              <a:rPr lang="en-GB" sz="1100" b="0" dirty="0">
                <a:solidFill>
                  <a:srgbClr val="CCCCCC"/>
                </a:solidFill>
                <a:effectLst/>
                <a:latin typeface="Consolas" panose="020B0609020204030204" pitchFamily="49" charset="0"/>
              </a:rPr>
              <a:t> </a:t>
            </a:r>
            <a:r>
              <a:rPr lang="en-GB" sz="1100" b="0" dirty="0">
                <a:solidFill>
                  <a:srgbClr val="4EC9B0"/>
                </a:solidFill>
                <a:effectLst/>
                <a:latin typeface="Consolas" panose="020B0609020204030204" pitchFamily="49" charset="0"/>
              </a:rPr>
              <a:t>cv2</a:t>
            </a:r>
            <a:endParaRPr lang="en-GB" sz="1100" b="0" dirty="0">
              <a:solidFill>
                <a:srgbClr val="CCCCCC"/>
              </a:solidFill>
              <a:effectLst/>
              <a:latin typeface="Consolas" panose="020B0609020204030204" pitchFamily="49" charset="0"/>
            </a:endParaRPr>
          </a:p>
          <a:p>
            <a:pPr marL="0" indent="0">
              <a:lnSpc>
                <a:spcPts val="1425"/>
              </a:lnSpc>
              <a:spcBef>
                <a:spcPts val="0"/>
              </a:spcBef>
              <a:buNone/>
            </a:pPr>
            <a:br>
              <a:rPr lang="en-GB" sz="1100" b="0" dirty="0">
                <a:solidFill>
                  <a:srgbClr val="CCCCCC"/>
                </a:solidFill>
                <a:effectLst/>
                <a:latin typeface="Consolas" panose="020B0609020204030204" pitchFamily="49" charset="0"/>
              </a:rPr>
            </a:br>
            <a:r>
              <a:rPr lang="en-GB" sz="1100" b="0" dirty="0">
                <a:solidFill>
                  <a:srgbClr val="6A9955"/>
                </a:solidFill>
                <a:effectLst/>
                <a:latin typeface="Consolas" panose="020B0609020204030204" pitchFamily="49" charset="0"/>
              </a:rPr>
              <a:t># === [1] Initialize Camera ===</a:t>
            </a:r>
            <a:endParaRPr lang="en-GB" sz="1100" b="0" dirty="0">
              <a:solidFill>
                <a:srgbClr val="CCCCCC"/>
              </a:solidFill>
              <a:effectLst/>
              <a:latin typeface="Consolas" panose="020B0609020204030204" pitchFamily="49" charset="0"/>
            </a:endParaRPr>
          </a:p>
          <a:p>
            <a:pPr marL="0" indent="0">
              <a:lnSpc>
                <a:spcPts val="1425"/>
              </a:lnSpc>
              <a:spcBef>
                <a:spcPts val="0"/>
              </a:spcBef>
              <a:buNone/>
            </a:pPr>
            <a:br>
              <a:rPr lang="en-GB" sz="1100" b="0" dirty="0">
                <a:solidFill>
                  <a:srgbClr val="CCCCCC"/>
                </a:solidFill>
                <a:effectLst/>
                <a:latin typeface="Consolas" panose="020B0609020204030204" pitchFamily="49" charset="0"/>
              </a:rPr>
            </a:br>
            <a:r>
              <a:rPr lang="en-GB" sz="1100" b="0" dirty="0">
                <a:solidFill>
                  <a:srgbClr val="6A9955"/>
                </a:solidFill>
                <a:effectLst/>
                <a:latin typeface="Consolas" panose="020B0609020204030204" pitchFamily="49" charset="0"/>
              </a:rPr>
              <a:t># Open the default camera (device index 0)</a:t>
            </a:r>
            <a:endParaRPr lang="en-GB" sz="1100" b="0" dirty="0">
              <a:solidFill>
                <a:srgbClr val="CCCCCC"/>
              </a:solidFill>
              <a:effectLst/>
              <a:latin typeface="Consolas" panose="020B0609020204030204" pitchFamily="49" charset="0"/>
            </a:endParaRPr>
          </a:p>
          <a:p>
            <a:pPr marL="0" indent="0">
              <a:lnSpc>
                <a:spcPts val="1425"/>
              </a:lnSpc>
              <a:spcBef>
                <a:spcPts val="0"/>
              </a:spcBef>
              <a:buNone/>
            </a:pPr>
            <a:r>
              <a:rPr lang="en-GB" sz="1100" b="0" dirty="0">
                <a:solidFill>
                  <a:srgbClr val="9CDCFE"/>
                </a:solidFill>
                <a:effectLst/>
                <a:latin typeface="Consolas" panose="020B0609020204030204" pitchFamily="49" charset="0"/>
              </a:rPr>
              <a:t>cam</a:t>
            </a:r>
            <a:r>
              <a:rPr lang="en-GB" sz="1100" b="0" dirty="0">
                <a:solidFill>
                  <a:srgbClr val="CCCCCC"/>
                </a:solidFill>
                <a:effectLst/>
                <a:latin typeface="Consolas" panose="020B0609020204030204" pitchFamily="49" charset="0"/>
              </a:rPr>
              <a:t> </a:t>
            </a:r>
            <a:r>
              <a:rPr lang="en-GB" sz="1100" b="0" dirty="0">
                <a:solidFill>
                  <a:srgbClr val="D4D4D4"/>
                </a:solidFill>
                <a:effectLst/>
                <a:latin typeface="Consolas" panose="020B0609020204030204" pitchFamily="49" charset="0"/>
              </a:rPr>
              <a:t>=</a:t>
            </a:r>
            <a:r>
              <a:rPr lang="en-GB" sz="1100" b="0" dirty="0">
                <a:solidFill>
                  <a:srgbClr val="CCCCCC"/>
                </a:solidFill>
                <a:effectLst/>
                <a:latin typeface="Consolas" panose="020B0609020204030204" pitchFamily="49" charset="0"/>
              </a:rPr>
              <a:t> </a:t>
            </a:r>
            <a:r>
              <a:rPr lang="en-GB" sz="1100" b="0" dirty="0">
                <a:solidFill>
                  <a:srgbClr val="4EC9B0"/>
                </a:solidFill>
                <a:effectLst/>
                <a:latin typeface="Consolas" panose="020B0609020204030204" pitchFamily="49" charset="0"/>
              </a:rPr>
              <a:t>cv2</a:t>
            </a:r>
            <a:r>
              <a:rPr lang="en-GB" sz="1100" b="0" dirty="0">
                <a:solidFill>
                  <a:srgbClr val="CCCCCC"/>
                </a:solidFill>
                <a:effectLst/>
                <a:latin typeface="Consolas" panose="020B0609020204030204" pitchFamily="49" charset="0"/>
              </a:rPr>
              <a:t>.VideoCapture(</a:t>
            </a:r>
            <a:r>
              <a:rPr lang="en-GB" sz="1100" b="0" dirty="0">
                <a:solidFill>
                  <a:srgbClr val="B5CEA8"/>
                </a:solidFill>
                <a:effectLst/>
                <a:latin typeface="Consolas" panose="020B0609020204030204" pitchFamily="49" charset="0"/>
              </a:rPr>
              <a:t>0</a:t>
            </a:r>
            <a:r>
              <a:rPr lang="en-GB" sz="1100" b="0" dirty="0">
                <a:solidFill>
                  <a:srgbClr val="CCCCCC"/>
                </a:solidFill>
                <a:effectLst/>
                <a:latin typeface="Consolas" panose="020B0609020204030204" pitchFamily="49" charset="0"/>
              </a:rPr>
              <a:t>)</a:t>
            </a:r>
          </a:p>
          <a:p>
            <a:pPr marL="0" indent="0">
              <a:lnSpc>
                <a:spcPts val="1425"/>
              </a:lnSpc>
              <a:spcBef>
                <a:spcPts val="0"/>
              </a:spcBef>
              <a:buNone/>
            </a:pPr>
            <a:br>
              <a:rPr lang="en-GB" sz="1100" b="0" dirty="0">
                <a:solidFill>
                  <a:srgbClr val="CCCCCC"/>
                </a:solidFill>
                <a:effectLst/>
                <a:latin typeface="Consolas" panose="020B0609020204030204" pitchFamily="49" charset="0"/>
              </a:rPr>
            </a:br>
            <a:r>
              <a:rPr lang="en-GB" sz="1100" b="0" dirty="0">
                <a:solidFill>
                  <a:srgbClr val="6A9955"/>
                </a:solidFill>
                <a:effectLst/>
                <a:latin typeface="Consolas" panose="020B0609020204030204" pitchFamily="49" charset="0"/>
              </a:rPr>
              <a:t># Create a named window to display the live camera feed</a:t>
            </a:r>
            <a:endParaRPr lang="en-GB" sz="1100" b="0" dirty="0">
              <a:solidFill>
                <a:srgbClr val="CCCCCC"/>
              </a:solidFill>
              <a:effectLst/>
              <a:latin typeface="Consolas" panose="020B0609020204030204" pitchFamily="49" charset="0"/>
            </a:endParaRPr>
          </a:p>
          <a:p>
            <a:pPr marL="0" indent="0">
              <a:lnSpc>
                <a:spcPts val="1425"/>
              </a:lnSpc>
              <a:spcBef>
                <a:spcPts val="0"/>
              </a:spcBef>
              <a:buNone/>
            </a:pPr>
            <a:r>
              <a:rPr lang="en-GB" sz="1100" b="0" dirty="0">
                <a:solidFill>
                  <a:srgbClr val="4EC9B0"/>
                </a:solidFill>
                <a:effectLst/>
                <a:latin typeface="Consolas" panose="020B0609020204030204" pitchFamily="49" charset="0"/>
              </a:rPr>
              <a:t>cv2</a:t>
            </a:r>
            <a:r>
              <a:rPr lang="en-GB" sz="1100" b="0" dirty="0">
                <a:solidFill>
                  <a:srgbClr val="CCCCCC"/>
                </a:solidFill>
                <a:effectLst/>
                <a:latin typeface="Consolas" panose="020B0609020204030204" pitchFamily="49" charset="0"/>
              </a:rPr>
              <a:t>.namedWindow(</a:t>
            </a:r>
            <a:r>
              <a:rPr lang="en-GB" sz="1100" b="0" dirty="0">
                <a:solidFill>
                  <a:srgbClr val="CE9178"/>
                </a:solidFill>
                <a:effectLst/>
                <a:latin typeface="Consolas" panose="020B0609020204030204" pitchFamily="49" charset="0"/>
              </a:rPr>
              <a:t>"capture"</a:t>
            </a:r>
            <a:r>
              <a:rPr lang="en-GB" sz="1100" b="0" dirty="0">
                <a:solidFill>
                  <a:srgbClr val="CCCCCC"/>
                </a:solidFill>
                <a:effectLst/>
                <a:latin typeface="Consolas" panose="020B0609020204030204" pitchFamily="49" charset="0"/>
              </a:rPr>
              <a:t>)</a:t>
            </a:r>
          </a:p>
          <a:p>
            <a:pPr marL="0" indent="0">
              <a:lnSpc>
                <a:spcPts val="1425"/>
              </a:lnSpc>
              <a:spcBef>
                <a:spcPts val="0"/>
              </a:spcBef>
              <a:buNone/>
            </a:pPr>
            <a:br>
              <a:rPr lang="en-GB" sz="1100" b="0" dirty="0">
                <a:solidFill>
                  <a:srgbClr val="CCCCCC"/>
                </a:solidFill>
                <a:effectLst/>
                <a:latin typeface="Consolas" panose="020B0609020204030204" pitchFamily="49" charset="0"/>
              </a:rPr>
            </a:br>
            <a:r>
              <a:rPr lang="en-GB" sz="1100" b="0" dirty="0">
                <a:solidFill>
                  <a:srgbClr val="6A9955"/>
                </a:solidFill>
                <a:effectLst/>
                <a:latin typeface="Consolas" panose="020B0609020204030204" pitchFamily="49" charset="0"/>
              </a:rPr>
              <a:t># Counter to keep track of saved images</a:t>
            </a:r>
            <a:endParaRPr lang="en-GB" sz="1100" b="0" dirty="0">
              <a:solidFill>
                <a:srgbClr val="CCCCCC"/>
              </a:solidFill>
              <a:effectLst/>
              <a:latin typeface="Consolas" panose="020B0609020204030204" pitchFamily="49" charset="0"/>
            </a:endParaRPr>
          </a:p>
          <a:p>
            <a:pPr marL="0" indent="0">
              <a:lnSpc>
                <a:spcPts val="1425"/>
              </a:lnSpc>
              <a:spcBef>
                <a:spcPts val="0"/>
              </a:spcBef>
              <a:buNone/>
            </a:pPr>
            <a:r>
              <a:rPr lang="en-GB" sz="1100" b="0" dirty="0" err="1">
                <a:solidFill>
                  <a:srgbClr val="9CDCFE"/>
                </a:solidFill>
                <a:effectLst/>
                <a:latin typeface="Consolas" panose="020B0609020204030204" pitchFamily="49" charset="0"/>
              </a:rPr>
              <a:t>img_counter</a:t>
            </a:r>
            <a:r>
              <a:rPr lang="en-GB" sz="1100" b="0" dirty="0">
                <a:solidFill>
                  <a:srgbClr val="CCCCCC"/>
                </a:solidFill>
                <a:effectLst/>
                <a:latin typeface="Consolas" panose="020B0609020204030204" pitchFamily="49" charset="0"/>
              </a:rPr>
              <a:t> </a:t>
            </a:r>
            <a:r>
              <a:rPr lang="en-GB" sz="1100" b="0" dirty="0">
                <a:solidFill>
                  <a:srgbClr val="D4D4D4"/>
                </a:solidFill>
                <a:effectLst/>
                <a:latin typeface="Consolas" panose="020B0609020204030204" pitchFamily="49" charset="0"/>
              </a:rPr>
              <a:t>=</a:t>
            </a:r>
            <a:r>
              <a:rPr lang="en-GB" sz="1100" b="0" dirty="0">
                <a:solidFill>
                  <a:srgbClr val="CCCCCC"/>
                </a:solidFill>
                <a:effectLst/>
                <a:latin typeface="Consolas" panose="020B0609020204030204" pitchFamily="49" charset="0"/>
              </a:rPr>
              <a:t> </a:t>
            </a:r>
            <a:r>
              <a:rPr lang="en-GB" sz="1100" b="0" dirty="0">
                <a:solidFill>
                  <a:srgbClr val="B5CEA8"/>
                </a:solidFill>
                <a:effectLst/>
                <a:latin typeface="Consolas" panose="020B0609020204030204" pitchFamily="49" charset="0"/>
              </a:rPr>
              <a:t>0</a:t>
            </a:r>
            <a:endParaRPr lang="en-GB" sz="1100" b="0" dirty="0">
              <a:solidFill>
                <a:srgbClr val="CCCCCC"/>
              </a:solidFill>
              <a:effectLst/>
              <a:latin typeface="Consolas" panose="020B0609020204030204" pitchFamily="49" charset="0"/>
            </a:endParaRPr>
          </a:p>
          <a:p>
            <a:pPr marL="0" indent="0">
              <a:lnSpc>
                <a:spcPts val="1425"/>
              </a:lnSpc>
              <a:spcBef>
                <a:spcPts val="0"/>
              </a:spcBef>
              <a:buNone/>
            </a:pPr>
            <a:br>
              <a:rPr lang="en-GB" sz="1100" b="0" dirty="0">
                <a:solidFill>
                  <a:srgbClr val="CCCCCC"/>
                </a:solidFill>
                <a:effectLst/>
                <a:latin typeface="Consolas" panose="020B0609020204030204" pitchFamily="49" charset="0"/>
              </a:rPr>
            </a:br>
            <a:r>
              <a:rPr lang="en-GB" sz="1100" b="0" dirty="0">
                <a:solidFill>
                  <a:srgbClr val="6A9955"/>
                </a:solidFill>
                <a:effectLst/>
                <a:latin typeface="Consolas" panose="020B0609020204030204" pitchFamily="49" charset="0"/>
              </a:rPr>
              <a:t># === [2] Main Loop: Capture, Display, and Save Frames ===</a:t>
            </a:r>
            <a:endParaRPr lang="en-GB" sz="1100" b="0" dirty="0">
              <a:solidFill>
                <a:srgbClr val="CCCCCC"/>
              </a:solidFill>
              <a:effectLst/>
              <a:latin typeface="Consolas" panose="020B0609020204030204" pitchFamily="49" charset="0"/>
            </a:endParaRPr>
          </a:p>
          <a:p>
            <a:pPr marL="0" indent="0">
              <a:lnSpc>
                <a:spcPts val="1425"/>
              </a:lnSpc>
              <a:spcBef>
                <a:spcPts val="0"/>
              </a:spcBef>
              <a:buNone/>
            </a:pPr>
            <a:br>
              <a:rPr lang="en-GB" sz="1100" b="0" dirty="0">
                <a:solidFill>
                  <a:srgbClr val="CCCCCC"/>
                </a:solidFill>
                <a:effectLst/>
                <a:latin typeface="Consolas" panose="020B0609020204030204" pitchFamily="49" charset="0"/>
              </a:rPr>
            </a:br>
            <a:r>
              <a:rPr lang="en-GB" sz="1100" b="0" dirty="0">
                <a:solidFill>
                  <a:srgbClr val="C586C0"/>
                </a:solidFill>
                <a:effectLst/>
                <a:latin typeface="Consolas" panose="020B0609020204030204" pitchFamily="49" charset="0"/>
              </a:rPr>
              <a:t>while</a:t>
            </a:r>
            <a:r>
              <a:rPr lang="en-GB" sz="1100" b="0" dirty="0">
                <a:solidFill>
                  <a:srgbClr val="CCCCCC"/>
                </a:solidFill>
                <a:effectLst/>
                <a:latin typeface="Consolas" panose="020B0609020204030204" pitchFamily="49" charset="0"/>
              </a:rPr>
              <a:t> </a:t>
            </a:r>
            <a:r>
              <a:rPr lang="en-GB" sz="1100" b="0" dirty="0">
                <a:solidFill>
                  <a:srgbClr val="569CD6"/>
                </a:solidFill>
                <a:effectLst/>
                <a:latin typeface="Consolas" panose="020B0609020204030204" pitchFamily="49" charset="0"/>
              </a:rPr>
              <a:t>True</a:t>
            </a:r>
            <a:r>
              <a:rPr lang="en-GB" sz="1100" b="0" dirty="0">
                <a:solidFill>
                  <a:srgbClr val="CCCCCC"/>
                </a:solidFill>
                <a:effectLst/>
                <a:latin typeface="Consolas" panose="020B0609020204030204" pitchFamily="49" charset="0"/>
              </a:rPr>
              <a:t>:</a:t>
            </a:r>
          </a:p>
          <a:p>
            <a:pPr marL="0" indent="0">
              <a:lnSpc>
                <a:spcPts val="1425"/>
              </a:lnSpc>
              <a:spcBef>
                <a:spcPts val="0"/>
              </a:spcBef>
              <a:buNone/>
            </a:pPr>
            <a:r>
              <a:rPr lang="en-GB" sz="1100" b="0" dirty="0">
                <a:solidFill>
                  <a:srgbClr val="CCCCCC"/>
                </a:solidFill>
                <a:effectLst/>
                <a:latin typeface="Consolas" panose="020B0609020204030204" pitchFamily="49" charset="0"/>
              </a:rPr>
              <a:t>    </a:t>
            </a:r>
            <a:r>
              <a:rPr lang="en-GB" sz="1100" b="0" dirty="0">
                <a:solidFill>
                  <a:srgbClr val="6A9955"/>
                </a:solidFill>
                <a:effectLst/>
                <a:latin typeface="Consolas" panose="020B0609020204030204" pitchFamily="49" charset="0"/>
              </a:rPr>
              <a:t># Read a frame from the camera</a:t>
            </a:r>
            <a:endParaRPr lang="en-GB" sz="1100" b="0" dirty="0">
              <a:solidFill>
                <a:srgbClr val="CCCCCC"/>
              </a:solidFill>
              <a:effectLst/>
              <a:latin typeface="Consolas" panose="020B0609020204030204" pitchFamily="49" charset="0"/>
            </a:endParaRPr>
          </a:p>
          <a:p>
            <a:pPr marL="0" indent="0">
              <a:lnSpc>
                <a:spcPts val="1425"/>
              </a:lnSpc>
              <a:spcBef>
                <a:spcPts val="0"/>
              </a:spcBef>
              <a:buNone/>
            </a:pPr>
            <a:r>
              <a:rPr lang="en-GB" sz="1100" b="0" dirty="0">
                <a:solidFill>
                  <a:srgbClr val="CCCCCC"/>
                </a:solidFill>
                <a:effectLst/>
                <a:latin typeface="Consolas" panose="020B0609020204030204" pitchFamily="49" charset="0"/>
              </a:rPr>
              <a:t>    </a:t>
            </a:r>
            <a:r>
              <a:rPr lang="en-GB" sz="1100" b="0" dirty="0">
                <a:solidFill>
                  <a:srgbClr val="9CDCFE"/>
                </a:solidFill>
                <a:effectLst/>
                <a:latin typeface="Consolas" panose="020B0609020204030204" pitchFamily="49" charset="0"/>
              </a:rPr>
              <a:t>ret</a:t>
            </a:r>
            <a:r>
              <a:rPr lang="en-GB" sz="1100" b="0" dirty="0">
                <a:solidFill>
                  <a:srgbClr val="CCCCCC"/>
                </a:solidFill>
                <a:effectLst/>
                <a:latin typeface="Consolas" panose="020B0609020204030204" pitchFamily="49" charset="0"/>
              </a:rPr>
              <a:t>, </a:t>
            </a:r>
            <a:r>
              <a:rPr lang="en-GB" sz="1100" b="0" dirty="0">
                <a:solidFill>
                  <a:srgbClr val="9CDCFE"/>
                </a:solidFill>
                <a:effectLst/>
                <a:latin typeface="Consolas" panose="020B0609020204030204" pitchFamily="49" charset="0"/>
              </a:rPr>
              <a:t>frame</a:t>
            </a:r>
            <a:r>
              <a:rPr lang="en-GB" sz="1100" b="0" dirty="0">
                <a:solidFill>
                  <a:srgbClr val="CCCCCC"/>
                </a:solidFill>
                <a:effectLst/>
                <a:latin typeface="Consolas" panose="020B0609020204030204" pitchFamily="49" charset="0"/>
              </a:rPr>
              <a:t> </a:t>
            </a:r>
            <a:r>
              <a:rPr lang="en-GB" sz="1100" b="0" dirty="0">
                <a:solidFill>
                  <a:srgbClr val="D4D4D4"/>
                </a:solidFill>
                <a:effectLst/>
                <a:latin typeface="Consolas" panose="020B0609020204030204" pitchFamily="49" charset="0"/>
              </a:rPr>
              <a:t>=</a:t>
            </a:r>
            <a:r>
              <a:rPr lang="en-GB" sz="1100" b="0" dirty="0">
                <a:solidFill>
                  <a:srgbClr val="CCCCCC"/>
                </a:solidFill>
                <a:effectLst/>
                <a:latin typeface="Consolas" panose="020B0609020204030204" pitchFamily="49" charset="0"/>
              </a:rPr>
              <a:t> </a:t>
            </a:r>
            <a:r>
              <a:rPr lang="en-GB" sz="1100" b="0" dirty="0" err="1">
                <a:solidFill>
                  <a:srgbClr val="9CDCFE"/>
                </a:solidFill>
                <a:effectLst/>
                <a:latin typeface="Consolas" panose="020B0609020204030204" pitchFamily="49" charset="0"/>
              </a:rPr>
              <a:t>cam</a:t>
            </a:r>
            <a:r>
              <a:rPr lang="en-GB" sz="1100" b="0" dirty="0" err="1">
                <a:solidFill>
                  <a:srgbClr val="CCCCCC"/>
                </a:solidFill>
                <a:effectLst/>
                <a:latin typeface="Consolas" panose="020B0609020204030204" pitchFamily="49" charset="0"/>
              </a:rPr>
              <a:t>.read</a:t>
            </a:r>
            <a:r>
              <a:rPr lang="en-GB" sz="1100" b="0" dirty="0">
                <a:solidFill>
                  <a:srgbClr val="CCCCCC"/>
                </a:solidFill>
                <a:effectLst/>
                <a:latin typeface="Consolas" panose="020B0609020204030204" pitchFamily="49" charset="0"/>
              </a:rPr>
              <a:t>()</a:t>
            </a:r>
          </a:p>
          <a:p>
            <a:pPr marL="0" indent="0">
              <a:lnSpc>
                <a:spcPts val="1425"/>
              </a:lnSpc>
              <a:spcBef>
                <a:spcPts val="0"/>
              </a:spcBef>
              <a:buNone/>
            </a:pPr>
            <a:br>
              <a:rPr lang="en-GB" sz="1100" b="0" dirty="0">
                <a:solidFill>
                  <a:srgbClr val="CCCCCC"/>
                </a:solidFill>
                <a:effectLst/>
                <a:latin typeface="Consolas" panose="020B0609020204030204" pitchFamily="49" charset="0"/>
              </a:rPr>
            </a:br>
            <a:r>
              <a:rPr lang="en-GB" sz="1100" b="0" dirty="0">
                <a:solidFill>
                  <a:srgbClr val="CCCCCC"/>
                </a:solidFill>
                <a:effectLst/>
                <a:latin typeface="Consolas" panose="020B0609020204030204" pitchFamily="49" charset="0"/>
              </a:rPr>
              <a:t>    </a:t>
            </a:r>
            <a:r>
              <a:rPr lang="en-GB" sz="1100" b="0" dirty="0">
                <a:solidFill>
                  <a:srgbClr val="6A9955"/>
                </a:solidFill>
                <a:effectLst/>
                <a:latin typeface="Consolas" panose="020B0609020204030204" pitchFamily="49" charset="0"/>
              </a:rPr>
              <a:t># If the frame wasn't captured correctly, exit the loop</a:t>
            </a:r>
            <a:endParaRPr lang="en-GB" sz="1100" b="0" dirty="0">
              <a:solidFill>
                <a:srgbClr val="CCCCCC"/>
              </a:solidFill>
              <a:effectLst/>
              <a:latin typeface="Consolas" panose="020B0609020204030204" pitchFamily="49" charset="0"/>
            </a:endParaRPr>
          </a:p>
          <a:p>
            <a:pPr marL="0" indent="0">
              <a:lnSpc>
                <a:spcPts val="1425"/>
              </a:lnSpc>
              <a:spcBef>
                <a:spcPts val="0"/>
              </a:spcBef>
              <a:buNone/>
            </a:pPr>
            <a:r>
              <a:rPr lang="en-GB" sz="1100" b="0" dirty="0">
                <a:solidFill>
                  <a:srgbClr val="CCCCCC"/>
                </a:solidFill>
                <a:effectLst/>
                <a:latin typeface="Consolas" panose="020B0609020204030204" pitchFamily="49" charset="0"/>
              </a:rPr>
              <a:t>    </a:t>
            </a:r>
            <a:r>
              <a:rPr lang="en-GB" sz="1100" b="0" dirty="0">
                <a:solidFill>
                  <a:srgbClr val="C586C0"/>
                </a:solidFill>
                <a:effectLst/>
                <a:latin typeface="Consolas" panose="020B0609020204030204" pitchFamily="49" charset="0"/>
              </a:rPr>
              <a:t>if</a:t>
            </a:r>
            <a:r>
              <a:rPr lang="en-GB" sz="1100" b="0" dirty="0">
                <a:solidFill>
                  <a:srgbClr val="CCCCCC"/>
                </a:solidFill>
                <a:effectLst/>
                <a:latin typeface="Consolas" panose="020B0609020204030204" pitchFamily="49" charset="0"/>
              </a:rPr>
              <a:t> </a:t>
            </a:r>
            <a:r>
              <a:rPr lang="en-GB" sz="1100" b="0" dirty="0">
                <a:solidFill>
                  <a:srgbClr val="569CD6"/>
                </a:solidFill>
                <a:effectLst/>
                <a:latin typeface="Consolas" panose="020B0609020204030204" pitchFamily="49" charset="0"/>
              </a:rPr>
              <a:t>not</a:t>
            </a:r>
            <a:r>
              <a:rPr lang="en-GB" sz="1100" b="0" dirty="0">
                <a:solidFill>
                  <a:srgbClr val="CCCCCC"/>
                </a:solidFill>
                <a:effectLst/>
                <a:latin typeface="Consolas" panose="020B0609020204030204" pitchFamily="49" charset="0"/>
              </a:rPr>
              <a:t> </a:t>
            </a:r>
            <a:r>
              <a:rPr lang="en-GB" sz="1100" b="0" dirty="0">
                <a:solidFill>
                  <a:srgbClr val="9CDCFE"/>
                </a:solidFill>
                <a:effectLst/>
                <a:latin typeface="Consolas" panose="020B0609020204030204" pitchFamily="49" charset="0"/>
              </a:rPr>
              <a:t>ret</a:t>
            </a:r>
            <a:r>
              <a:rPr lang="en-GB" sz="1100" b="0" dirty="0">
                <a:solidFill>
                  <a:srgbClr val="CCCCCC"/>
                </a:solidFill>
                <a:effectLst/>
                <a:latin typeface="Consolas" panose="020B0609020204030204" pitchFamily="49" charset="0"/>
              </a:rPr>
              <a:t>:</a:t>
            </a:r>
          </a:p>
          <a:p>
            <a:pPr marL="0" indent="0">
              <a:lnSpc>
                <a:spcPts val="1425"/>
              </a:lnSpc>
              <a:spcBef>
                <a:spcPts val="0"/>
              </a:spcBef>
              <a:buNone/>
            </a:pPr>
            <a:r>
              <a:rPr lang="en-GB" sz="1100" b="0" dirty="0">
                <a:solidFill>
                  <a:srgbClr val="CCCCCC"/>
                </a:solidFill>
                <a:effectLst/>
                <a:latin typeface="Consolas" panose="020B0609020204030204" pitchFamily="49" charset="0"/>
              </a:rPr>
              <a:t>        </a:t>
            </a:r>
            <a:r>
              <a:rPr lang="en-GB" sz="1100" b="0" dirty="0">
                <a:solidFill>
                  <a:srgbClr val="DCDCAA"/>
                </a:solidFill>
                <a:effectLst/>
                <a:latin typeface="Consolas" panose="020B0609020204030204" pitchFamily="49" charset="0"/>
              </a:rPr>
              <a:t>print</a:t>
            </a:r>
            <a:r>
              <a:rPr lang="en-GB" sz="1100" b="0" dirty="0">
                <a:solidFill>
                  <a:srgbClr val="CCCCCC"/>
                </a:solidFill>
                <a:effectLst/>
                <a:latin typeface="Consolas" panose="020B0609020204030204" pitchFamily="49" charset="0"/>
              </a:rPr>
              <a:t>(</a:t>
            </a:r>
            <a:r>
              <a:rPr lang="en-GB" sz="1100" b="0" dirty="0">
                <a:solidFill>
                  <a:srgbClr val="CE9178"/>
                </a:solidFill>
                <a:effectLst/>
                <a:latin typeface="Consolas" panose="020B0609020204030204" pitchFamily="49" charset="0"/>
              </a:rPr>
              <a:t>"⚠️ Failed to grab frame"</a:t>
            </a:r>
            <a:r>
              <a:rPr lang="en-GB" sz="1100" b="0" dirty="0">
                <a:solidFill>
                  <a:srgbClr val="CCCCCC"/>
                </a:solidFill>
                <a:effectLst/>
                <a:latin typeface="Consolas" panose="020B0609020204030204" pitchFamily="49" charset="0"/>
              </a:rPr>
              <a:t>)</a:t>
            </a:r>
          </a:p>
          <a:p>
            <a:pPr marL="0" indent="0">
              <a:lnSpc>
                <a:spcPts val="1425"/>
              </a:lnSpc>
              <a:spcBef>
                <a:spcPts val="0"/>
              </a:spcBef>
              <a:buNone/>
            </a:pPr>
            <a:r>
              <a:rPr lang="en-GB" sz="1100" b="0" dirty="0">
                <a:solidFill>
                  <a:srgbClr val="CCCCCC"/>
                </a:solidFill>
                <a:effectLst/>
                <a:latin typeface="Consolas" panose="020B0609020204030204" pitchFamily="49" charset="0"/>
              </a:rPr>
              <a:t>        </a:t>
            </a:r>
            <a:r>
              <a:rPr lang="en-GB" sz="1100" b="0" dirty="0">
                <a:solidFill>
                  <a:srgbClr val="C586C0"/>
                </a:solidFill>
                <a:effectLst/>
                <a:latin typeface="Consolas" panose="020B0609020204030204" pitchFamily="49" charset="0"/>
              </a:rPr>
              <a:t>break</a:t>
            </a:r>
            <a:endParaRPr lang="en-GB" sz="1100" b="0" dirty="0">
              <a:solidFill>
                <a:srgbClr val="CCCCCC"/>
              </a:solidFill>
              <a:effectLst/>
              <a:latin typeface="Consolas" panose="020B0609020204030204" pitchFamily="49" charset="0"/>
            </a:endParaRPr>
          </a:p>
          <a:p>
            <a:pPr marL="0" indent="0">
              <a:lnSpc>
                <a:spcPts val="1425"/>
              </a:lnSpc>
              <a:spcBef>
                <a:spcPts val="0"/>
              </a:spcBef>
              <a:buNone/>
            </a:pPr>
            <a:br>
              <a:rPr lang="en-GB" sz="1100" b="0" dirty="0">
                <a:solidFill>
                  <a:srgbClr val="CCCCCC"/>
                </a:solidFill>
                <a:effectLst/>
                <a:latin typeface="Consolas" panose="020B0609020204030204" pitchFamily="49" charset="0"/>
              </a:rPr>
            </a:br>
            <a:r>
              <a:rPr lang="en-GB" sz="1100" b="0" dirty="0">
                <a:solidFill>
                  <a:srgbClr val="CCCCCC"/>
                </a:solidFill>
                <a:effectLst/>
                <a:latin typeface="Consolas" panose="020B0609020204030204" pitchFamily="49" charset="0"/>
              </a:rPr>
              <a:t>    </a:t>
            </a:r>
            <a:r>
              <a:rPr lang="en-GB" sz="1100" b="0" dirty="0">
                <a:solidFill>
                  <a:srgbClr val="6A9955"/>
                </a:solidFill>
                <a:effectLst/>
                <a:latin typeface="Consolas" panose="020B0609020204030204" pitchFamily="49" charset="0"/>
              </a:rPr>
              <a:t># Display the frame in the window</a:t>
            </a:r>
            <a:endParaRPr lang="en-GB" sz="1100" b="0" dirty="0">
              <a:solidFill>
                <a:srgbClr val="CCCCCC"/>
              </a:solidFill>
              <a:effectLst/>
              <a:latin typeface="Consolas" panose="020B0609020204030204" pitchFamily="49" charset="0"/>
            </a:endParaRPr>
          </a:p>
          <a:p>
            <a:pPr marL="0" indent="0">
              <a:lnSpc>
                <a:spcPts val="1425"/>
              </a:lnSpc>
              <a:spcBef>
                <a:spcPts val="0"/>
              </a:spcBef>
              <a:buNone/>
            </a:pPr>
            <a:r>
              <a:rPr lang="en-GB" sz="1100" b="0" dirty="0">
                <a:solidFill>
                  <a:srgbClr val="CCCCCC"/>
                </a:solidFill>
                <a:effectLst/>
                <a:latin typeface="Consolas" panose="020B0609020204030204" pitchFamily="49" charset="0"/>
              </a:rPr>
              <a:t>    </a:t>
            </a:r>
            <a:r>
              <a:rPr lang="en-GB" sz="1100" b="0" dirty="0">
                <a:solidFill>
                  <a:srgbClr val="4EC9B0"/>
                </a:solidFill>
                <a:effectLst/>
                <a:latin typeface="Consolas" panose="020B0609020204030204" pitchFamily="49" charset="0"/>
              </a:rPr>
              <a:t>cv2</a:t>
            </a:r>
            <a:r>
              <a:rPr lang="en-GB" sz="1100" b="0" dirty="0">
                <a:solidFill>
                  <a:srgbClr val="CCCCCC"/>
                </a:solidFill>
                <a:effectLst/>
                <a:latin typeface="Consolas" panose="020B0609020204030204" pitchFamily="49" charset="0"/>
              </a:rPr>
              <a:t>.imshow(</a:t>
            </a:r>
            <a:r>
              <a:rPr lang="en-GB" sz="1100" b="0" dirty="0">
                <a:solidFill>
                  <a:srgbClr val="CE9178"/>
                </a:solidFill>
                <a:effectLst/>
                <a:latin typeface="Consolas" panose="020B0609020204030204" pitchFamily="49" charset="0"/>
              </a:rPr>
              <a:t>"capture"</a:t>
            </a:r>
            <a:r>
              <a:rPr lang="en-GB" sz="1100" b="0" dirty="0">
                <a:solidFill>
                  <a:srgbClr val="CCCCCC"/>
                </a:solidFill>
                <a:effectLst/>
                <a:latin typeface="Consolas" panose="020B0609020204030204" pitchFamily="49" charset="0"/>
              </a:rPr>
              <a:t>, </a:t>
            </a:r>
            <a:r>
              <a:rPr lang="en-GB" sz="1100" b="0" dirty="0">
                <a:solidFill>
                  <a:srgbClr val="9CDCFE"/>
                </a:solidFill>
                <a:effectLst/>
                <a:latin typeface="Consolas" panose="020B0609020204030204" pitchFamily="49" charset="0"/>
              </a:rPr>
              <a:t>frame</a:t>
            </a:r>
            <a:r>
              <a:rPr lang="en-GB" sz="1100" b="0" dirty="0">
                <a:solidFill>
                  <a:srgbClr val="CCCCCC"/>
                </a:solidFill>
                <a:effectLst/>
                <a:latin typeface="Consolas" panose="020B0609020204030204" pitchFamily="49" charset="0"/>
              </a:rPr>
              <a:t>)</a:t>
            </a:r>
          </a:p>
          <a:p>
            <a:pPr marL="0" indent="0">
              <a:lnSpc>
                <a:spcPts val="1425"/>
              </a:lnSpc>
              <a:spcBef>
                <a:spcPts val="0"/>
              </a:spcBef>
              <a:buNone/>
            </a:pPr>
            <a:br>
              <a:rPr lang="en-GB" sz="1100" b="0" dirty="0">
                <a:solidFill>
                  <a:srgbClr val="CCCCCC"/>
                </a:solidFill>
                <a:effectLst/>
                <a:latin typeface="Consolas" panose="020B0609020204030204" pitchFamily="49" charset="0"/>
              </a:rPr>
            </a:br>
            <a:r>
              <a:rPr lang="en-GB" sz="1100" b="0" dirty="0">
                <a:solidFill>
                  <a:srgbClr val="CCCCCC"/>
                </a:solidFill>
                <a:effectLst/>
                <a:latin typeface="Consolas" panose="020B0609020204030204" pitchFamily="49" charset="0"/>
              </a:rPr>
              <a:t>    </a:t>
            </a:r>
            <a:r>
              <a:rPr lang="en-GB" sz="1100" b="0" dirty="0">
                <a:solidFill>
                  <a:srgbClr val="6A9955"/>
                </a:solidFill>
                <a:effectLst/>
                <a:latin typeface="Consolas" panose="020B0609020204030204" pitchFamily="49" charset="0"/>
              </a:rPr>
              <a:t># Wait for a key press (1ms)</a:t>
            </a:r>
            <a:endParaRPr lang="en-GB" sz="1100" b="0" dirty="0">
              <a:solidFill>
                <a:srgbClr val="CCCCCC"/>
              </a:solidFill>
              <a:effectLst/>
              <a:latin typeface="Consolas" panose="020B0609020204030204" pitchFamily="49" charset="0"/>
            </a:endParaRPr>
          </a:p>
          <a:p>
            <a:pPr marL="0" indent="0">
              <a:lnSpc>
                <a:spcPts val="1425"/>
              </a:lnSpc>
              <a:spcBef>
                <a:spcPts val="0"/>
              </a:spcBef>
              <a:buNone/>
            </a:pPr>
            <a:r>
              <a:rPr lang="en-GB" sz="1100" b="0" dirty="0">
                <a:solidFill>
                  <a:srgbClr val="CCCCCC"/>
                </a:solidFill>
                <a:effectLst/>
                <a:latin typeface="Consolas" panose="020B0609020204030204" pitchFamily="49" charset="0"/>
              </a:rPr>
              <a:t>    </a:t>
            </a:r>
            <a:r>
              <a:rPr lang="en-GB" sz="1100" b="0" dirty="0">
                <a:solidFill>
                  <a:srgbClr val="9CDCFE"/>
                </a:solidFill>
                <a:effectLst/>
                <a:latin typeface="Consolas" panose="020B0609020204030204" pitchFamily="49" charset="0"/>
              </a:rPr>
              <a:t>key</a:t>
            </a:r>
            <a:r>
              <a:rPr lang="en-GB" sz="1100" b="0" dirty="0">
                <a:solidFill>
                  <a:srgbClr val="CCCCCC"/>
                </a:solidFill>
                <a:effectLst/>
                <a:latin typeface="Consolas" panose="020B0609020204030204" pitchFamily="49" charset="0"/>
              </a:rPr>
              <a:t> </a:t>
            </a:r>
            <a:r>
              <a:rPr lang="en-GB" sz="1100" b="0" dirty="0">
                <a:solidFill>
                  <a:srgbClr val="D4D4D4"/>
                </a:solidFill>
                <a:effectLst/>
                <a:latin typeface="Consolas" panose="020B0609020204030204" pitchFamily="49" charset="0"/>
              </a:rPr>
              <a:t>=</a:t>
            </a:r>
            <a:r>
              <a:rPr lang="en-GB" sz="1100" b="0" dirty="0">
                <a:solidFill>
                  <a:srgbClr val="CCCCCC"/>
                </a:solidFill>
                <a:effectLst/>
                <a:latin typeface="Consolas" panose="020B0609020204030204" pitchFamily="49" charset="0"/>
              </a:rPr>
              <a:t> </a:t>
            </a:r>
            <a:r>
              <a:rPr lang="en-GB" sz="1100" b="0" dirty="0">
                <a:solidFill>
                  <a:srgbClr val="4EC9B0"/>
                </a:solidFill>
                <a:effectLst/>
                <a:latin typeface="Consolas" panose="020B0609020204030204" pitchFamily="49" charset="0"/>
              </a:rPr>
              <a:t>cv2</a:t>
            </a:r>
            <a:r>
              <a:rPr lang="en-GB" sz="1100" b="0" dirty="0">
                <a:solidFill>
                  <a:srgbClr val="CCCCCC"/>
                </a:solidFill>
                <a:effectLst/>
                <a:latin typeface="Consolas" panose="020B0609020204030204" pitchFamily="49" charset="0"/>
              </a:rPr>
              <a:t>.waitKey(</a:t>
            </a:r>
            <a:r>
              <a:rPr lang="en-GB" sz="1100" b="0" dirty="0">
                <a:solidFill>
                  <a:srgbClr val="B5CEA8"/>
                </a:solidFill>
                <a:effectLst/>
                <a:latin typeface="Consolas" panose="020B0609020204030204" pitchFamily="49" charset="0"/>
              </a:rPr>
              <a:t>1</a:t>
            </a:r>
            <a:r>
              <a:rPr lang="en-GB" sz="1100" b="0" dirty="0">
                <a:solidFill>
                  <a:srgbClr val="CCCCCC"/>
                </a:solidFill>
                <a:effectLst/>
                <a:latin typeface="Consolas" panose="020B0609020204030204" pitchFamily="49" charset="0"/>
              </a:rPr>
              <a:t>)</a:t>
            </a:r>
          </a:p>
          <a:p>
            <a:pPr marL="0" indent="0">
              <a:lnSpc>
                <a:spcPct val="100000"/>
              </a:lnSpc>
              <a:spcBef>
                <a:spcPts val="0"/>
              </a:spcBef>
              <a:buNone/>
            </a:pPr>
            <a:r>
              <a:rPr lang="en-GB" sz="1100" b="0" dirty="0">
                <a:solidFill>
                  <a:srgbClr val="CCCCCC"/>
                </a:solidFill>
                <a:effectLst/>
                <a:latin typeface="Consolas" panose="020B0609020204030204" pitchFamily="49" charset="0"/>
              </a:rPr>
              <a:t>       </a:t>
            </a:r>
          </a:p>
        </p:txBody>
      </p:sp>
      <p:sp>
        <p:nvSpPr>
          <p:cNvPr id="3" name="Content Placeholder 1">
            <a:extLst>
              <a:ext uri="{FF2B5EF4-FFF2-40B4-BE49-F238E27FC236}">
                <a16:creationId xmlns:a16="http://schemas.microsoft.com/office/drawing/2014/main" id="{7A85C216-6DC8-2263-FD77-6DA1D144CBB9}"/>
              </a:ext>
            </a:extLst>
          </p:cNvPr>
          <p:cNvSpPr txBox="1">
            <a:spLocks/>
          </p:cNvSpPr>
          <p:nvPr/>
        </p:nvSpPr>
        <p:spPr>
          <a:xfrm>
            <a:off x="5961529" y="-1"/>
            <a:ext cx="6230471" cy="6858000"/>
          </a:xfrm>
          <a:prstGeom prst="rect">
            <a:avLst/>
          </a:prstGeom>
          <a:solidFill>
            <a:schemeClr val="tx2">
              <a:lumMod val="50000"/>
            </a:schemeClr>
          </a:solidFill>
          <a:ln>
            <a:solidFill>
              <a:schemeClr val="bg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ts val="1425"/>
              </a:lnSpc>
              <a:spcBef>
                <a:spcPts val="0"/>
              </a:spcBef>
              <a:buNone/>
            </a:pPr>
            <a:r>
              <a:rPr lang="en-GB" sz="1100" b="0" dirty="0">
                <a:solidFill>
                  <a:srgbClr val="CCCCCC"/>
                </a:solidFill>
                <a:effectLst/>
                <a:latin typeface="Consolas" panose="020B0609020204030204" pitchFamily="49" charset="0"/>
              </a:rPr>
              <a:t>    </a:t>
            </a:r>
            <a:r>
              <a:rPr lang="en-GB" sz="1100" b="0" dirty="0">
                <a:solidFill>
                  <a:srgbClr val="C586C0"/>
                </a:solidFill>
                <a:effectLst/>
                <a:latin typeface="Consolas" panose="020B0609020204030204" pitchFamily="49" charset="0"/>
              </a:rPr>
              <a:t>if</a:t>
            </a:r>
            <a:r>
              <a:rPr lang="en-GB" sz="1100" b="0" dirty="0">
                <a:solidFill>
                  <a:srgbClr val="CCCCCC"/>
                </a:solidFill>
                <a:effectLst/>
                <a:latin typeface="Consolas" panose="020B0609020204030204" pitchFamily="49" charset="0"/>
              </a:rPr>
              <a:t> </a:t>
            </a:r>
            <a:r>
              <a:rPr lang="en-GB" sz="1100" b="0" dirty="0">
                <a:solidFill>
                  <a:srgbClr val="9CDCFE"/>
                </a:solidFill>
                <a:effectLst/>
                <a:latin typeface="Consolas" panose="020B0609020204030204" pitchFamily="49" charset="0"/>
              </a:rPr>
              <a:t>key</a:t>
            </a:r>
            <a:r>
              <a:rPr lang="en-GB" sz="1100" b="0" dirty="0">
                <a:solidFill>
                  <a:srgbClr val="CCCCCC"/>
                </a:solidFill>
                <a:effectLst/>
                <a:latin typeface="Consolas" panose="020B0609020204030204" pitchFamily="49" charset="0"/>
              </a:rPr>
              <a:t> </a:t>
            </a:r>
            <a:r>
              <a:rPr lang="en-GB" sz="1100" b="0" dirty="0">
                <a:solidFill>
                  <a:srgbClr val="D4D4D4"/>
                </a:solidFill>
                <a:effectLst/>
                <a:latin typeface="Consolas" panose="020B0609020204030204" pitchFamily="49" charset="0"/>
              </a:rPr>
              <a:t>%</a:t>
            </a:r>
            <a:r>
              <a:rPr lang="en-GB" sz="1100" b="0" dirty="0">
                <a:solidFill>
                  <a:srgbClr val="CCCCCC"/>
                </a:solidFill>
                <a:effectLst/>
                <a:latin typeface="Consolas" panose="020B0609020204030204" pitchFamily="49" charset="0"/>
              </a:rPr>
              <a:t> </a:t>
            </a:r>
            <a:r>
              <a:rPr lang="en-GB" sz="1100" b="0" dirty="0">
                <a:solidFill>
                  <a:srgbClr val="B5CEA8"/>
                </a:solidFill>
                <a:effectLst/>
                <a:latin typeface="Consolas" panose="020B0609020204030204" pitchFamily="49" charset="0"/>
              </a:rPr>
              <a:t>256</a:t>
            </a:r>
            <a:r>
              <a:rPr lang="en-GB" sz="1100" b="0" dirty="0">
                <a:solidFill>
                  <a:srgbClr val="CCCCCC"/>
                </a:solidFill>
                <a:effectLst/>
                <a:latin typeface="Consolas" panose="020B0609020204030204" pitchFamily="49" charset="0"/>
              </a:rPr>
              <a:t> </a:t>
            </a:r>
            <a:r>
              <a:rPr lang="en-GB" sz="1100" b="0" dirty="0">
                <a:solidFill>
                  <a:srgbClr val="D4D4D4"/>
                </a:solidFill>
                <a:effectLst/>
                <a:latin typeface="Consolas" panose="020B0609020204030204" pitchFamily="49" charset="0"/>
              </a:rPr>
              <a:t>==</a:t>
            </a:r>
            <a:r>
              <a:rPr lang="en-GB" sz="1100" b="0" dirty="0">
                <a:solidFill>
                  <a:srgbClr val="CCCCCC"/>
                </a:solidFill>
                <a:effectLst/>
                <a:latin typeface="Consolas" panose="020B0609020204030204" pitchFamily="49" charset="0"/>
              </a:rPr>
              <a:t> </a:t>
            </a:r>
            <a:r>
              <a:rPr lang="en-GB" sz="1100" b="0" dirty="0">
                <a:solidFill>
                  <a:srgbClr val="B5CEA8"/>
                </a:solidFill>
                <a:effectLst/>
                <a:latin typeface="Consolas" panose="020B0609020204030204" pitchFamily="49" charset="0"/>
              </a:rPr>
              <a:t>27</a:t>
            </a:r>
            <a:r>
              <a:rPr lang="en-GB" sz="1100" b="0" dirty="0">
                <a:solidFill>
                  <a:srgbClr val="CCCCCC"/>
                </a:solidFill>
                <a:effectLst/>
                <a:latin typeface="Consolas" panose="020B0609020204030204" pitchFamily="49" charset="0"/>
              </a:rPr>
              <a:t>:</a:t>
            </a:r>
          </a:p>
          <a:p>
            <a:pPr marL="0" indent="0">
              <a:lnSpc>
                <a:spcPts val="1425"/>
              </a:lnSpc>
              <a:spcBef>
                <a:spcPts val="0"/>
              </a:spcBef>
              <a:buNone/>
            </a:pPr>
            <a:r>
              <a:rPr lang="en-GB" sz="1100" b="0" dirty="0">
                <a:solidFill>
                  <a:srgbClr val="CCCCCC"/>
                </a:solidFill>
                <a:effectLst/>
                <a:latin typeface="Consolas" panose="020B0609020204030204" pitchFamily="49" charset="0"/>
              </a:rPr>
              <a:t>        </a:t>
            </a:r>
            <a:r>
              <a:rPr lang="en-GB" sz="1100" b="0" dirty="0">
                <a:solidFill>
                  <a:srgbClr val="6A9955"/>
                </a:solidFill>
                <a:effectLst/>
                <a:latin typeface="Consolas" panose="020B0609020204030204" pitchFamily="49" charset="0"/>
              </a:rPr>
              <a:t># ESC key pressed: Exit the loop</a:t>
            </a:r>
            <a:endParaRPr lang="en-GB" sz="1100" b="0" dirty="0">
              <a:solidFill>
                <a:srgbClr val="CCCCCC"/>
              </a:solidFill>
              <a:effectLst/>
              <a:latin typeface="Consolas" panose="020B0609020204030204" pitchFamily="49" charset="0"/>
            </a:endParaRPr>
          </a:p>
          <a:p>
            <a:pPr marL="0" indent="0">
              <a:lnSpc>
                <a:spcPts val="1425"/>
              </a:lnSpc>
              <a:spcBef>
                <a:spcPts val="0"/>
              </a:spcBef>
              <a:buNone/>
            </a:pPr>
            <a:r>
              <a:rPr lang="en-GB" sz="1100" b="0" dirty="0">
                <a:solidFill>
                  <a:srgbClr val="CCCCCC"/>
                </a:solidFill>
                <a:effectLst/>
                <a:latin typeface="Consolas" panose="020B0609020204030204" pitchFamily="49" charset="0"/>
              </a:rPr>
              <a:t>        </a:t>
            </a:r>
            <a:r>
              <a:rPr lang="en-GB" sz="1100" b="0" dirty="0">
                <a:solidFill>
                  <a:srgbClr val="DCDCAA"/>
                </a:solidFill>
                <a:effectLst/>
                <a:latin typeface="Consolas" panose="020B0609020204030204" pitchFamily="49" charset="0"/>
              </a:rPr>
              <a:t>print</a:t>
            </a:r>
            <a:r>
              <a:rPr lang="en-GB" sz="1100" b="0" dirty="0">
                <a:solidFill>
                  <a:srgbClr val="CCCCCC"/>
                </a:solidFill>
                <a:effectLst/>
                <a:latin typeface="Consolas" panose="020B0609020204030204" pitchFamily="49" charset="0"/>
              </a:rPr>
              <a:t>(</a:t>
            </a:r>
            <a:r>
              <a:rPr lang="en-GB" sz="1100" b="0" dirty="0">
                <a:solidFill>
                  <a:srgbClr val="CE9178"/>
                </a:solidFill>
                <a:effectLst/>
                <a:latin typeface="Consolas" panose="020B0609020204030204" pitchFamily="49" charset="0"/>
              </a:rPr>
              <a:t>"🔚 ESC pressed, closing..."</a:t>
            </a:r>
            <a:r>
              <a:rPr lang="en-GB" sz="1100" b="0" dirty="0">
                <a:solidFill>
                  <a:srgbClr val="CCCCCC"/>
                </a:solidFill>
                <a:effectLst/>
                <a:latin typeface="Consolas" panose="020B0609020204030204" pitchFamily="49" charset="0"/>
              </a:rPr>
              <a:t>)</a:t>
            </a:r>
          </a:p>
          <a:p>
            <a:pPr marL="0" indent="0">
              <a:lnSpc>
                <a:spcPts val="1425"/>
              </a:lnSpc>
              <a:spcBef>
                <a:spcPts val="0"/>
              </a:spcBef>
              <a:buNone/>
            </a:pPr>
            <a:r>
              <a:rPr lang="en-GB" sz="1100" b="0" dirty="0">
                <a:solidFill>
                  <a:srgbClr val="CCCCCC"/>
                </a:solidFill>
                <a:effectLst/>
                <a:latin typeface="Consolas" panose="020B0609020204030204" pitchFamily="49" charset="0"/>
              </a:rPr>
              <a:t>        </a:t>
            </a:r>
            <a:r>
              <a:rPr lang="en-GB" sz="1100" b="0" dirty="0">
                <a:solidFill>
                  <a:srgbClr val="C586C0"/>
                </a:solidFill>
                <a:effectLst/>
                <a:latin typeface="Consolas" panose="020B0609020204030204" pitchFamily="49" charset="0"/>
              </a:rPr>
              <a:t>break</a:t>
            </a:r>
            <a:endParaRPr lang="en-GB" sz="1100" b="0" dirty="0">
              <a:solidFill>
                <a:srgbClr val="CCCCCC"/>
              </a:solidFill>
              <a:effectLst/>
              <a:latin typeface="Consolas" panose="020B0609020204030204" pitchFamily="49" charset="0"/>
            </a:endParaRPr>
          </a:p>
          <a:p>
            <a:pPr marL="0" indent="0">
              <a:lnSpc>
                <a:spcPts val="1425"/>
              </a:lnSpc>
              <a:spcBef>
                <a:spcPts val="0"/>
              </a:spcBef>
              <a:buNone/>
            </a:pPr>
            <a:br>
              <a:rPr lang="en-GB" sz="1100" b="0" dirty="0">
                <a:solidFill>
                  <a:srgbClr val="CCCCCC"/>
                </a:solidFill>
                <a:effectLst/>
                <a:latin typeface="Consolas" panose="020B0609020204030204" pitchFamily="49" charset="0"/>
              </a:rPr>
            </a:br>
            <a:r>
              <a:rPr lang="en-GB" sz="1100" b="0" dirty="0">
                <a:solidFill>
                  <a:srgbClr val="CCCCCC"/>
                </a:solidFill>
                <a:effectLst/>
                <a:latin typeface="Consolas" panose="020B0609020204030204" pitchFamily="49" charset="0"/>
              </a:rPr>
              <a:t>    </a:t>
            </a:r>
            <a:r>
              <a:rPr lang="en-GB" sz="1100" b="0" dirty="0" err="1">
                <a:solidFill>
                  <a:srgbClr val="C586C0"/>
                </a:solidFill>
                <a:effectLst/>
                <a:latin typeface="Consolas" panose="020B0609020204030204" pitchFamily="49" charset="0"/>
              </a:rPr>
              <a:t>elif</a:t>
            </a:r>
            <a:r>
              <a:rPr lang="en-GB" sz="1100" b="0" dirty="0">
                <a:solidFill>
                  <a:srgbClr val="CCCCCC"/>
                </a:solidFill>
                <a:effectLst/>
                <a:latin typeface="Consolas" panose="020B0609020204030204" pitchFamily="49" charset="0"/>
              </a:rPr>
              <a:t> </a:t>
            </a:r>
            <a:r>
              <a:rPr lang="en-GB" sz="1100" b="0" dirty="0">
                <a:solidFill>
                  <a:srgbClr val="9CDCFE"/>
                </a:solidFill>
                <a:effectLst/>
                <a:latin typeface="Consolas" panose="020B0609020204030204" pitchFamily="49" charset="0"/>
              </a:rPr>
              <a:t>key</a:t>
            </a:r>
            <a:r>
              <a:rPr lang="en-GB" sz="1100" b="0" dirty="0">
                <a:solidFill>
                  <a:srgbClr val="CCCCCC"/>
                </a:solidFill>
                <a:effectLst/>
                <a:latin typeface="Consolas" panose="020B0609020204030204" pitchFamily="49" charset="0"/>
              </a:rPr>
              <a:t> </a:t>
            </a:r>
            <a:r>
              <a:rPr lang="en-GB" sz="1100" b="0" dirty="0">
                <a:solidFill>
                  <a:srgbClr val="D4D4D4"/>
                </a:solidFill>
                <a:effectLst/>
                <a:latin typeface="Consolas" panose="020B0609020204030204" pitchFamily="49" charset="0"/>
              </a:rPr>
              <a:t>%</a:t>
            </a:r>
            <a:r>
              <a:rPr lang="en-GB" sz="1100" b="0" dirty="0">
                <a:solidFill>
                  <a:srgbClr val="CCCCCC"/>
                </a:solidFill>
                <a:effectLst/>
                <a:latin typeface="Consolas" panose="020B0609020204030204" pitchFamily="49" charset="0"/>
              </a:rPr>
              <a:t> </a:t>
            </a:r>
            <a:r>
              <a:rPr lang="en-GB" sz="1100" b="0" dirty="0">
                <a:solidFill>
                  <a:srgbClr val="B5CEA8"/>
                </a:solidFill>
                <a:effectLst/>
                <a:latin typeface="Consolas" panose="020B0609020204030204" pitchFamily="49" charset="0"/>
              </a:rPr>
              <a:t>256</a:t>
            </a:r>
            <a:r>
              <a:rPr lang="en-GB" sz="1100" b="0" dirty="0">
                <a:solidFill>
                  <a:srgbClr val="CCCCCC"/>
                </a:solidFill>
                <a:effectLst/>
                <a:latin typeface="Consolas" panose="020B0609020204030204" pitchFamily="49" charset="0"/>
              </a:rPr>
              <a:t> </a:t>
            </a:r>
            <a:r>
              <a:rPr lang="en-GB" sz="1100" b="0" dirty="0">
                <a:solidFill>
                  <a:srgbClr val="D4D4D4"/>
                </a:solidFill>
                <a:effectLst/>
                <a:latin typeface="Consolas" panose="020B0609020204030204" pitchFamily="49" charset="0"/>
              </a:rPr>
              <a:t>==</a:t>
            </a:r>
            <a:r>
              <a:rPr lang="en-GB" sz="1100" b="0" dirty="0">
                <a:solidFill>
                  <a:srgbClr val="CCCCCC"/>
                </a:solidFill>
                <a:effectLst/>
                <a:latin typeface="Consolas" panose="020B0609020204030204" pitchFamily="49" charset="0"/>
              </a:rPr>
              <a:t> </a:t>
            </a:r>
            <a:r>
              <a:rPr lang="en-GB" sz="1100" b="0" dirty="0">
                <a:solidFill>
                  <a:srgbClr val="B5CEA8"/>
                </a:solidFill>
                <a:effectLst/>
                <a:latin typeface="Consolas" panose="020B0609020204030204" pitchFamily="49" charset="0"/>
              </a:rPr>
              <a:t>32</a:t>
            </a:r>
            <a:r>
              <a:rPr lang="en-GB" sz="1100" b="0" dirty="0">
                <a:solidFill>
                  <a:srgbClr val="CCCCCC"/>
                </a:solidFill>
                <a:effectLst/>
                <a:latin typeface="Consolas" panose="020B0609020204030204" pitchFamily="49" charset="0"/>
              </a:rPr>
              <a:t>:</a:t>
            </a:r>
          </a:p>
          <a:p>
            <a:pPr marL="0" indent="0">
              <a:lnSpc>
                <a:spcPts val="1425"/>
              </a:lnSpc>
              <a:spcBef>
                <a:spcPts val="0"/>
              </a:spcBef>
              <a:buNone/>
            </a:pPr>
            <a:r>
              <a:rPr lang="en-GB" sz="1100" b="0" dirty="0">
                <a:solidFill>
                  <a:srgbClr val="CCCCCC"/>
                </a:solidFill>
                <a:effectLst/>
                <a:latin typeface="Consolas" panose="020B0609020204030204" pitchFamily="49" charset="0"/>
              </a:rPr>
              <a:t>        </a:t>
            </a:r>
            <a:r>
              <a:rPr lang="en-GB" sz="1100" b="0" dirty="0">
                <a:solidFill>
                  <a:srgbClr val="6A9955"/>
                </a:solidFill>
                <a:effectLst/>
                <a:latin typeface="Consolas" panose="020B0609020204030204" pitchFamily="49" charset="0"/>
              </a:rPr>
              <a:t># SPACE key pressed: Save the current frame as an image</a:t>
            </a:r>
            <a:endParaRPr lang="en-GB" sz="1100" b="0" dirty="0">
              <a:solidFill>
                <a:srgbClr val="CCCCCC"/>
              </a:solidFill>
              <a:effectLst/>
              <a:latin typeface="Consolas" panose="020B0609020204030204" pitchFamily="49" charset="0"/>
            </a:endParaRPr>
          </a:p>
          <a:p>
            <a:pPr marL="0" indent="0">
              <a:lnSpc>
                <a:spcPts val="1425"/>
              </a:lnSpc>
              <a:spcBef>
                <a:spcPts val="0"/>
              </a:spcBef>
              <a:buNone/>
            </a:pPr>
            <a:r>
              <a:rPr lang="en-GB" sz="1100" b="0" dirty="0">
                <a:solidFill>
                  <a:srgbClr val="CCCCCC"/>
                </a:solidFill>
                <a:effectLst/>
                <a:latin typeface="Consolas" panose="020B0609020204030204" pitchFamily="49" charset="0"/>
              </a:rPr>
              <a:t>        </a:t>
            </a:r>
            <a:r>
              <a:rPr lang="en-GB" sz="1100" b="0" dirty="0" err="1">
                <a:solidFill>
                  <a:srgbClr val="9CDCFE"/>
                </a:solidFill>
                <a:effectLst/>
                <a:latin typeface="Consolas" panose="020B0609020204030204" pitchFamily="49" charset="0"/>
              </a:rPr>
              <a:t>img_name</a:t>
            </a:r>
            <a:r>
              <a:rPr lang="en-GB" sz="1100" b="0" dirty="0">
                <a:solidFill>
                  <a:srgbClr val="CCCCCC"/>
                </a:solidFill>
                <a:effectLst/>
                <a:latin typeface="Consolas" panose="020B0609020204030204" pitchFamily="49" charset="0"/>
              </a:rPr>
              <a:t> </a:t>
            </a:r>
            <a:r>
              <a:rPr lang="en-GB" sz="1100" b="0" dirty="0">
                <a:solidFill>
                  <a:srgbClr val="D4D4D4"/>
                </a:solidFill>
                <a:effectLst/>
                <a:latin typeface="Consolas" panose="020B0609020204030204" pitchFamily="49" charset="0"/>
              </a:rPr>
              <a:t>=</a:t>
            </a:r>
            <a:r>
              <a:rPr lang="en-GB" sz="1100" b="0" dirty="0">
                <a:solidFill>
                  <a:srgbClr val="CCCCCC"/>
                </a:solidFill>
                <a:effectLst/>
                <a:latin typeface="Consolas" panose="020B0609020204030204" pitchFamily="49" charset="0"/>
              </a:rPr>
              <a:t> </a:t>
            </a:r>
            <a:r>
              <a:rPr lang="en-GB" sz="1100" b="0" dirty="0" err="1">
                <a:solidFill>
                  <a:srgbClr val="569CD6"/>
                </a:solidFill>
                <a:effectLst/>
                <a:latin typeface="Consolas" panose="020B0609020204030204" pitchFamily="49" charset="0"/>
              </a:rPr>
              <a:t>f</a:t>
            </a:r>
            <a:r>
              <a:rPr lang="en-GB" sz="1100" b="0" dirty="0" err="1">
                <a:solidFill>
                  <a:srgbClr val="CE9178"/>
                </a:solidFill>
                <a:effectLst/>
                <a:latin typeface="Consolas" panose="020B0609020204030204" pitchFamily="49" charset="0"/>
              </a:rPr>
              <a:t>"images</a:t>
            </a:r>
            <a:r>
              <a:rPr lang="en-GB" sz="1100" b="0" dirty="0">
                <a:solidFill>
                  <a:srgbClr val="CE9178"/>
                </a:solidFill>
                <a:effectLst/>
                <a:latin typeface="Consolas" panose="020B0609020204030204" pitchFamily="49" charset="0"/>
              </a:rPr>
              <a:t>/chess</a:t>
            </a:r>
            <a:r>
              <a:rPr lang="en-GB" sz="1100" b="0" dirty="0">
                <a:solidFill>
                  <a:srgbClr val="569CD6"/>
                </a:solidFill>
                <a:effectLst/>
                <a:latin typeface="Consolas" panose="020B0609020204030204" pitchFamily="49" charset="0"/>
              </a:rPr>
              <a:t>{</a:t>
            </a:r>
            <a:r>
              <a:rPr lang="en-GB" sz="1100" b="0" dirty="0" err="1">
                <a:solidFill>
                  <a:srgbClr val="9CDCFE"/>
                </a:solidFill>
                <a:effectLst/>
                <a:latin typeface="Consolas" panose="020B0609020204030204" pitchFamily="49" charset="0"/>
              </a:rPr>
              <a:t>img_counter</a:t>
            </a:r>
            <a:r>
              <a:rPr lang="en-GB" sz="1100" b="0" dirty="0">
                <a:solidFill>
                  <a:srgbClr val="569CD6"/>
                </a:solidFill>
                <a:effectLst/>
                <a:latin typeface="Consolas" panose="020B0609020204030204" pitchFamily="49" charset="0"/>
              </a:rPr>
              <a:t>}</a:t>
            </a:r>
            <a:r>
              <a:rPr lang="en-GB" sz="1100" b="0" dirty="0">
                <a:solidFill>
                  <a:srgbClr val="CE9178"/>
                </a:solidFill>
                <a:effectLst/>
                <a:latin typeface="Consolas" panose="020B0609020204030204" pitchFamily="49" charset="0"/>
              </a:rPr>
              <a:t>.</a:t>
            </a:r>
            <a:r>
              <a:rPr lang="en-GB" sz="1100" b="0" dirty="0" err="1">
                <a:solidFill>
                  <a:srgbClr val="CE9178"/>
                </a:solidFill>
                <a:effectLst/>
                <a:latin typeface="Consolas" panose="020B0609020204030204" pitchFamily="49" charset="0"/>
              </a:rPr>
              <a:t>png</a:t>
            </a:r>
            <a:r>
              <a:rPr lang="en-GB" sz="1100" b="0" dirty="0">
                <a:solidFill>
                  <a:srgbClr val="CE9178"/>
                </a:solidFill>
                <a:effectLst/>
                <a:latin typeface="Consolas" panose="020B0609020204030204" pitchFamily="49" charset="0"/>
              </a:rPr>
              <a:t>"</a:t>
            </a:r>
            <a:endParaRPr lang="en-GB" sz="1100" b="0" dirty="0">
              <a:solidFill>
                <a:srgbClr val="CCCCCC"/>
              </a:solidFill>
              <a:effectLst/>
              <a:latin typeface="Consolas" panose="020B0609020204030204" pitchFamily="49" charset="0"/>
            </a:endParaRPr>
          </a:p>
          <a:p>
            <a:pPr marL="0" indent="0">
              <a:lnSpc>
                <a:spcPts val="1425"/>
              </a:lnSpc>
              <a:spcBef>
                <a:spcPts val="0"/>
              </a:spcBef>
              <a:buNone/>
            </a:pPr>
            <a:r>
              <a:rPr lang="en-GB" sz="1100" b="0" dirty="0">
                <a:solidFill>
                  <a:srgbClr val="CCCCCC"/>
                </a:solidFill>
                <a:effectLst/>
                <a:latin typeface="Consolas" panose="020B0609020204030204" pitchFamily="49" charset="0"/>
              </a:rPr>
              <a:t>        </a:t>
            </a:r>
            <a:r>
              <a:rPr lang="en-GB" sz="1100" b="0" dirty="0">
                <a:solidFill>
                  <a:srgbClr val="4EC9B0"/>
                </a:solidFill>
                <a:effectLst/>
                <a:latin typeface="Consolas" panose="020B0609020204030204" pitchFamily="49" charset="0"/>
              </a:rPr>
              <a:t>cv2</a:t>
            </a:r>
            <a:r>
              <a:rPr lang="en-GB" sz="1100" b="0" dirty="0">
                <a:solidFill>
                  <a:srgbClr val="CCCCCC"/>
                </a:solidFill>
                <a:effectLst/>
                <a:latin typeface="Consolas" panose="020B0609020204030204" pitchFamily="49" charset="0"/>
              </a:rPr>
              <a:t>.imwrite(</a:t>
            </a:r>
            <a:r>
              <a:rPr lang="en-GB" sz="1100" b="0" dirty="0" err="1">
                <a:solidFill>
                  <a:srgbClr val="9CDCFE"/>
                </a:solidFill>
                <a:effectLst/>
                <a:latin typeface="Consolas" panose="020B0609020204030204" pitchFamily="49" charset="0"/>
              </a:rPr>
              <a:t>img_name</a:t>
            </a:r>
            <a:r>
              <a:rPr lang="en-GB" sz="1100" b="0" dirty="0">
                <a:solidFill>
                  <a:srgbClr val="CCCCCC"/>
                </a:solidFill>
                <a:effectLst/>
                <a:latin typeface="Consolas" panose="020B0609020204030204" pitchFamily="49" charset="0"/>
              </a:rPr>
              <a:t>, </a:t>
            </a:r>
            <a:r>
              <a:rPr lang="en-GB" sz="1100" b="0" dirty="0">
                <a:solidFill>
                  <a:srgbClr val="9CDCFE"/>
                </a:solidFill>
                <a:effectLst/>
                <a:latin typeface="Consolas" panose="020B0609020204030204" pitchFamily="49" charset="0"/>
              </a:rPr>
              <a:t>frame</a:t>
            </a:r>
            <a:r>
              <a:rPr lang="en-GB" sz="1100" b="0" dirty="0">
                <a:solidFill>
                  <a:srgbClr val="CCCCCC"/>
                </a:solidFill>
                <a:effectLst/>
                <a:latin typeface="Consolas" panose="020B0609020204030204" pitchFamily="49" charset="0"/>
              </a:rPr>
              <a:t>)</a:t>
            </a:r>
          </a:p>
          <a:p>
            <a:pPr marL="0" indent="0">
              <a:lnSpc>
                <a:spcPts val="1425"/>
              </a:lnSpc>
              <a:spcBef>
                <a:spcPts val="0"/>
              </a:spcBef>
              <a:buNone/>
            </a:pPr>
            <a:r>
              <a:rPr lang="en-GB" sz="1100" b="0" dirty="0">
                <a:solidFill>
                  <a:srgbClr val="CCCCCC"/>
                </a:solidFill>
                <a:effectLst/>
                <a:latin typeface="Consolas" panose="020B0609020204030204" pitchFamily="49" charset="0"/>
              </a:rPr>
              <a:t>        </a:t>
            </a:r>
            <a:r>
              <a:rPr lang="en-GB" sz="1100" b="0" dirty="0">
                <a:solidFill>
                  <a:srgbClr val="DCDCAA"/>
                </a:solidFill>
                <a:effectLst/>
                <a:latin typeface="Consolas" panose="020B0609020204030204" pitchFamily="49" charset="0"/>
              </a:rPr>
              <a:t>print</a:t>
            </a:r>
            <a:r>
              <a:rPr lang="en-GB" sz="1100" b="0" dirty="0">
                <a:solidFill>
                  <a:srgbClr val="CCCCCC"/>
                </a:solidFill>
                <a:effectLst/>
                <a:latin typeface="Consolas" panose="020B0609020204030204" pitchFamily="49" charset="0"/>
              </a:rPr>
              <a:t>(</a:t>
            </a:r>
            <a:r>
              <a:rPr lang="en-GB" sz="1100" b="0" dirty="0">
                <a:solidFill>
                  <a:srgbClr val="569CD6"/>
                </a:solidFill>
                <a:effectLst/>
                <a:latin typeface="Consolas" panose="020B0609020204030204" pitchFamily="49" charset="0"/>
              </a:rPr>
              <a:t>f</a:t>
            </a:r>
            <a:r>
              <a:rPr lang="en-GB" sz="1100" b="0" dirty="0">
                <a:solidFill>
                  <a:srgbClr val="CE9178"/>
                </a:solidFill>
                <a:effectLst/>
                <a:latin typeface="Consolas" panose="020B0609020204030204" pitchFamily="49" charset="0"/>
              </a:rPr>
              <a:t>"📸 Saved: </a:t>
            </a:r>
            <a:r>
              <a:rPr lang="en-GB" sz="1100" b="0" dirty="0">
                <a:solidFill>
                  <a:srgbClr val="569CD6"/>
                </a:solidFill>
                <a:effectLst/>
                <a:latin typeface="Consolas" panose="020B0609020204030204" pitchFamily="49" charset="0"/>
              </a:rPr>
              <a:t>{</a:t>
            </a:r>
            <a:r>
              <a:rPr lang="en-GB" sz="1100" b="0" dirty="0" err="1">
                <a:solidFill>
                  <a:srgbClr val="9CDCFE"/>
                </a:solidFill>
                <a:effectLst/>
                <a:latin typeface="Consolas" panose="020B0609020204030204" pitchFamily="49" charset="0"/>
              </a:rPr>
              <a:t>img_name</a:t>
            </a:r>
            <a:r>
              <a:rPr lang="en-GB" sz="1100" b="0" dirty="0">
                <a:solidFill>
                  <a:srgbClr val="569CD6"/>
                </a:solidFill>
                <a:effectLst/>
                <a:latin typeface="Consolas" panose="020B0609020204030204" pitchFamily="49" charset="0"/>
              </a:rPr>
              <a:t>}</a:t>
            </a:r>
            <a:r>
              <a:rPr lang="en-GB" sz="1100" b="0" dirty="0">
                <a:solidFill>
                  <a:srgbClr val="CE9178"/>
                </a:solidFill>
                <a:effectLst/>
                <a:latin typeface="Consolas" panose="020B0609020204030204" pitchFamily="49" charset="0"/>
              </a:rPr>
              <a:t>"</a:t>
            </a:r>
            <a:r>
              <a:rPr lang="en-GB" sz="1100" b="0" dirty="0">
                <a:solidFill>
                  <a:srgbClr val="CCCCCC"/>
                </a:solidFill>
                <a:effectLst/>
                <a:latin typeface="Consolas" panose="020B0609020204030204" pitchFamily="49" charset="0"/>
              </a:rPr>
              <a:t>)</a:t>
            </a:r>
          </a:p>
          <a:p>
            <a:pPr marL="0" indent="0">
              <a:lnSpc>
                <a:spcPts val="1425"/>
              </a:lnSpc>
              <a:spcBef>
                <a:spcPts val="0"/>
              </a:spcBef>
              <a:buNone/>
            </a:pPr>
            <a:r>
              <a:rPr lang="en-GB" sz="1100" b="0" dirty="0">
                <a:solidFill>
                  <a:srgbClr val="CCCCCC"/>
                </a:solidFill>
                <a:effectLst/>
                <a:latin typeface="Consolas" panose="020B0609020204030204" pitchFamily="49" charset="0"/>
              </a:rPr>
              <a:t>        </a:t>
            </a:r>
            <a:r>
              <a:rPr lang="en-GB" sz="1100" b="0" dirty="0" err="1">
                <a:solidFill>
                  <a:srgbClr val="9CDCFE"/>
                </a:solidFill>
                <a:effectLst/>
                <a:latin typeface="Consolas" panose="020B0609020204030204" pitchFamily="49" charset="0"/>
              </a:rPr>
              <a:t>img_counter</a:t>
            </a:r>
            <a:r>
              <a:rPr lang="en-GB" sz="1100" b="0" dirty="0">
                <a:solidFill>
                  <a:srgbClr val="CCCCCC"/>
                </a:solidFill>
                <a:effectLst/>
                <a:latin typeface="Consolas" panose="020B0609020204030204" pitchFamily="49" charset="0"/>
              </a:rPr>
              <a:t> </a:t>
            </a:r>
            <a:r>
              <a:rPr lang="en-GB" sz="1100" b="0" dirty="0">
                <a:solidFill>
                  <a:srgbClr val="D4D4D4"/>
                </a:solidFill>
                <a:effectLst/>
                <a:latin typeface="Consolas" panose="020B0609020204030204" pitchFamily="49" charset="0"/>
              </a:rPr>
              <a:t>+=</a:t>
            </a:r>
            <a:r>
              <a:rPr lang="en-GB" sz="1100" b="0" dirty="0">
                <a:solidFill>
                  <a:srgbClr val="CCCCCC"/>
                </a:solidFill>
                <a:effectLst/>
                <a:latin typeface="Consolas" panose="020B0609020204030204" pitchFamily="49" charset="0"/>
              </a:rPr>
              <a:t> </a:t>
            </a:r>
            <a:r>
              <a:rPr lang="en-GB" sz="1100" b="0" dirty="0">
                <a:solidFill>
                  <a:srgbClr val="B5CEA8"/>
                </a:solidFill>
                <a:effectLst/>
                <a:latin typeface="Consolas" panose="020B0609020204030204" pitchFamily="49" charset="0"/>
              </a:rPr>
              <a:t>1</a:t>
            </a:r>
            <a:endParaRPr lang="en-GB" sz="1100" b="0" dirty="0">
              <a:solidFill>
                <a:srgbClr val="CCCCCC"/>
              </a:solidFill>
              <a:effectLst/>
              <a:latin typeface="Consolas" panose="020B0609020204030204" pitchFamily="49" charset="0"/>
            </a:endParaRPr>
          </a:p>
          <a:p>
            <a:pPr marL="0" indent="0">
              <a:lnSpc>
                <a:spcPts val="1425"/>
              </a:lnSpc>
              <a:spcBef>
                <a:spcPts val="0"/>
              </a:spcBef>
              <a:buNone/>
            </a:pPr>
            <a:br>
              <a:rPr lang="en-GB" sz="1100" b="0" dirty="0">
                <a:solidFill>
                  <a:srgbClr val="CCCCCC"/>
                </a:solidFill>
                <a:effectLst/>
                <a:latin typeface="Consolas" panose="020B0609020204030204" pitchFamily="49" charset="0"/>
              </a:rPr>
            </a:br>
            <a:r>
              <a:rPr lang="en-GB" sz="1100" b="0" dirty="0">
                <a:solidFill>
                  <a:srgbClr val="6A9955"/>
                </a:solidFill>
                <a:effectLst/>
                <a:latin typeface="Consolas" panose="020B0609020204030204" pitchFamily="49" charset="0"/>
              </a:rPr>
              <a:t># === [3] Cleanup ===</a:t>
            </a:r>
            <a:endParaRPr lang="en-GB" sz="1100" b="0" dirty="0">
              <a:solidFill>
                <a:srgbClr val="CCCCCC"/>
              </a:solidFill>
              <a:effectLst/>
              <a:latin typeface="Consolas" panose="020B0609020204030204" pitchFamily="49" charset="0"/>
            </a:endParaRPr>
          </a:p>
          <a:p>
            <a:pPr marL="0" indent="0">
              <a:lnSpc>
                <a:spcPts val="1425"/>
              </a:lnSpc>
              <a:spcBef>
                <a:spcPts val="0"/>
              </a:spcBef>
              <a:buNone/>
            </a:pPr>
            <a:br>
              <a:rPr lang="en-GB" sz="1100" b="0" dirty="0">
                <a:solidFill>
                  <a:srgbClr val="CCCCCC"/>
                </a:solidFill>
                <a:effectLst/>
                <a:latin typeface="Consolas" panose="020B0609020204030204" pitchFamily="49" charset="0"/>
              </a:rPr>
            </a:br>
            <a:r>
              <a:rPr lang="en-GB" sz="1100" b="0" dirty="0">
                <a:solidFill>
                  <a:srgbClr val="6A9955"/>
                </a:solidFill>
                <a:effectLst/>
                <a:latin typeface="Consolas" panose="020B0609020204030204" pitchFamily="49" charset="0"/>
              </a:rPr>
              <a:t># Release the camera and close all OpenCV windows</a:t>
            </a:r>
            <a:endParaRPr lang="en-GB" sz="1100" b="0" dirty="0">
              <a:solidFill>
                <a:srgbClr val="CCCCCC"/>
              </a:solidFill>
              <a:effectLst/>
              <a:latin typeface="Consolas" panose="020B0609020204030204" pitchFamily="49" charset="0"/>
            </a:endParaRPr>
          </a:p>
          <a:p>
            <a:pPr marL="0" indent="0">
              <a:lnSpc>
                <a:spcPts val="1425"/>
              </a:lnSpc>
              <a:spcBef>
                <a:spcPts val="0"/>
              </a:spcBef>
              <a:buNone/>
            </a:pPr>
            <a:r>
              <a:rPr lang="en-GB" sz="1100" b="0" dirty="0" err="1">
                <a:solidFill>
                  <a:srgbClr val="9CDCFE"/>
                </a:solidFill>
                <a:effectLst/>
                <a:latin typeface="Consolas" panose="020B0609020204030204" pitchFamily="49" charset="0"/>
              </a:rPr>
              <a:t>cam</a:t>
            </a:r>
            <a:r>
              <a:rPr lang="en-GB" sz="1100" b="0" dirty="0" err="1">
                <a:solidFill>
                  <a:srgbClr val="CCCCCC"/>
                </a:solidFill>
                <a:effectLst/>
                <a:latin typeface="Consolas" panose="020B0609020204030204" pitchFamily="49" charset="0"/>
              </a:rPr>
              <a:t>.release</a:t>
            </a:r>
            <a:r>
              <a:rPr lang="en-GB" sz="1100" b="0" dirty="0">
                <a:solidFill>
                  <a:srgbClr val="CCCCCC"/>
                </a:solidFill>
                <a:effectLst/>
                <a:latin typeface="Consolas" panose="020B0609020204030204" pitchFamily="49" charset="0"/>
              </a:rPr>
              <a:t>()</a:t>
            </a:r>
          </a:p>
          <a:p>
            <a:pPr marL="0" indent="0">
              <a:lnSpc>
                <a:spcPts val="1425"/>
              </a:lnSpc>
              <a:spcBef>
                <a:spcPts val="0"/>
              </a:spcBef>
              <a:buNone/>
            </a:pPr>
            <a:r>
              <a:rPr lang="en-GB" sz="1100" b="0" dirty="0">
                <a:solidFill>
                  <a:srgbClr val="4EC9B0"/>
                </a:solidFill>
                <a:effectLst/>
                <a:latin typeface="Consolas" panose="020B0609020204030204" pitchFamily="49" charset="0"/>
              </a:rPr>
              <a:t>cv2</a:t>
            </a:r>
            <a:r>
              <a:rPr lang="en-GB" sz="1100" b="0" dirty="0">
                <a:solidFill>
                  <a:srgbClr val="CCCCCC"/>
                </a:solidFill>
                <a:effectLst/>
                <a:latin typeface="Consolas" panose="020B0609020204030204" pitchFamily="49" charset="0"/>
              </a:rPr>
              <a:t>.destroyAllWindows()</a:t>
            </a:r>
          </a:p>
          <a:p>
            <a:pPr marL="0" indent="0">
              <a:lnSpc>
                <a:spcPct val="100000"/>
              </a:lnSpc>
              <a:spcBef>
                <a:spcPts val="0"/>
              </a:spcBef>
              <a:buNone/>
            </a:pPr>
            <a:endParaRPr lang="en-GB" sz="2400" b="0" dirty="0">
              <a:solidFill>
                <a:srgbClr val="CCCCCC"/>
              </a:solidFill>
              <a:effectLst/>
              <a:latin typeface="Consolas" panose="020B0609020204030204" pitchFamily="49" charset="0"/>
            </a:endParaRPr>
          </a:p>
        </p:txBody>
      </p:sp>
    </p:spTree>
    <p:extLst>
      <p:ext uri="{BB962C8B-B14F-4D97-AF65-F5344CB8AC3E}">
        <p14:creationId xmlns:p14="http://schemas.microsoft.com/office/powerpoint/2010/main" val="364479648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E413C87-6F70-3E96-DA0B-85346B025446}"/>
              </a:ext>
            </a:extLst>
          </p:cNvPr>
          <p:cNvSpPr>
            <a:spLocks noGrp="1"/>
          </p:cNvSpPr>
          <p:nvPr>
            <p:ph type="title"/>
          </p:nvPr>
        </p:nvSpPr>
        <p:spPr/>
        <p:txBody>
          <a:bodyPr/>
          <a:lstStyle/>
          <a:p>
            <a:r>
              <a:rPr lang="en-GB" dirty="0"/>
              <a:t>Activity 2</a:t>
            </a:r>
          </a:p>
        </p:txBody>
      </p:sp>
      <p:pic>
        <p:nvPicPr>
          <p:cNvPr id="7" name="Picture 6">
            <a:extLst>
              <a:ext uri="{FF2B5EF4-FFF2-40B4-BE49-F238E27FC236}">
                <a16:creationId xmlns:a16="http://schemas.microsoft.com/office/drawing/2014/main" id="{9A762D5B-2A31-78AB-5B22-C7E57EC6D514}"/>
              </a:ext>
            </a:extLst>
          </p:cNvPr>
          <p:cNvPicPr>
            <a:picLocks noChangeAspect="1"/>
          </p:cNvPicPr>
          <p:nvPr/>
        </p:nvPicPr>
        <p:blipFill>
          <a:blip r:embed="rId2"/>
          <a:stretch>
            <a:fillRect/>
          </a:stretch>
        </p:blipFill>
        <p:spPr>
          <a:xfrm>
            <a:off x="5957047" y="1576628"/>
            <a:ext cx="2690205" cy="2030264"/>
          </a:xfrm>
          <a:prstGeom prst="rect">
            <a:avLst/>
          </a:prstGeom>
        </p:spPr>
      </p:pic>
      <p:pic>
        <p:nvPicPr>
          <p:cNvPr id="9" name="Picture 8">
            <a:extLst>
              <a:ext uri="{FF2B5EF4-FFF2-40B4-BE49-F238E27FC236}">
                <a16:creationId xmlns:a16="http://schemas.microsoft.com/office/drawing/2014/main" id="{E0CB485F-6AB2-35DD-5B02-5AD4D38D898E}"/>
              </a:ext>
            </a:extLst>
          </p:cNvPr>
          <p:cNvPicPr>
            <a:picLocks noChangeAspect="1"/>
          </p:cNvPicPr>
          <p:nvPr/>
        </p:nvPicPr>
        <p:blipFill>
          <a:blip r:embed="rId3"/>
          <a:stretch>
            <a:fillRect/>
          </a:stretch>
        </p:blipFill>
        <p:spPr>
          <a:xfrm>
            <a:off x="9266861" y="1576627"/>
            <a:ext cx="2709850" cy="2030264"/>
          </a:xfrm>
          <a:prstGeom prst="rect">
            <a:avLst/>
          </a:prstGeom>
        </p:spPr>
      </p:pic>
      <p:pic>
        <p:nvPicPr>
          <p:cNvPr id="11" name="Picture 10">
            <a:extLst>
              <a:ext uri="{FF2B5EF4-FFF2-40B4-BE49-F238E27FC236}">
                <a16:creationId xmlns:a16="http://schemas.microsoft.com/office/drawing/2014/main" id="{24371265-F8DC-A6A0-C852-340A48F3B344}"/>
              </a:ext>
            </a:extLst>
          </p:cNvPr>
          <p:cNvPicPr>
            <a:picLocks noChangeAspect="1"/>
          </p:cNvPicPr>
          <p:nvPr/>
        </p:nvPicPr>
        <p:blipFill>
          <a:blip r:embed="rId4"/>
          <a:stretch>
            <a:fillRect/>
          </a:stretch>
        </p:blipFill>
        <p:spPr>
          <a:xfrm>
            <a:off x="5957047" y="4140594"/>
            <a:ext cx="2690205" cy="2019762"/>
          </a:xfrm>
          <a:prstGeom prst="rect">
            <a:avLst/>
          </a:prstGeom>
        </p:spPr>
      </p:pic>
      <p:pic>
        <p:nvPicPr>
          <p:cNvPr id="13" name="Picture 12">
            <a:extLst>
              <a:ext uri="{FF2B5EF4-FFF2-40B4-BE49-F238E27FC236}">
                <a16:creationId xmlns:a16="http://schemas.microsoft.com/office/drawing/2014/main" id="{1FC1F985-7ACD-3E88-3041-AB5C01D5CB5A}"/>
              </a:ext>
            </a:extLst>
          </p:cNvPr>
          <p:cNvPicPr>
            <a:picLocks noChangeAspect="1"/>
          </p:cNvPicPr>
          <p:nvPr/>
        </p:nvPicPr>
        <p:blipFill>
          <a:blip r:embed="rId5"/>
          <a:stretch>
            <a:fillRect/>
          </a:stretch>
        </p:blipFill>
        <p:spPr>
          <a:xfrm>
            <a:off x="9254915" y="4140594"/>
            <a:ext cx="2721796" cy="2045600"/>
          </a:xfrm>
          <a:prstGeom prst="rect">
            <a:avLst/>
          </a:prstGeom>
        </p:spPr>
      </p:pic>
      <p:sp>
        <p:nvSpPr>
          <p:cNvPr id="15" name="Content Placeholder 14">
            <a:extLst>
              <a:ext uri="{FF2B5EF4-FFF2-40B4-BE49-F238E27FC236}">
                <a16:creationId xmlns:a16="http://schemas.microsoft.com/office/drawing/2014/main" id="{098867A6-E159-E71E-051E-97562CE734C8}"/>
              </a:ext>
            </a:extLst>
          </p:cNvPr>
          <p:cNvSpPr>
            <a:spLocks noGrp="1"/>
          </p:cNvSpPr>
          <p:nvPr>
            <p:ph sz="half" idx="1"/>
          </p:nvPr>
        </p:nvSpPr>
        <p:spPr>
          <a:xfrm>
            <a:off x="528396" y="1834856"/>
            <a:ext cx="4890247" cy="4351338"/>
          </a:xfrm>
        </p:spPr>
        <p:txBody>
          <a:bodyPr>
            <a:normAutofit fontScale="92500"/>
          </a:bodyPr>
          <a:lstStyle/>
          <a:p>
            <a:pPr>
              <a:lnSpc>
                <a:spcPct val="150000"/>
              </a:lnSpc>
            </a:pPr>
            <a:r>
              <a:rPr lang="en-GB" sz="1600" dirty="0"/>
              <a:t>Run your code</a:t>
            </a:r>
          </a:p>
          <a:p>
            <a:pPr>
              <a:lnSpc>
                <a:spcPct val="150000"/>
              </a:lnSpc>
            </a:pPr>
            <a:endParaRPr lang="en-GB" sz="1600" dirty="0"/>
          </a:p>
          <a:p>
            <a:pPr>
              <a:lnSpc>
                <a:spcPct val="150000"/>
              </a:lnSpc>
            </a:pPr>
            <a:endParaRPr lang="en-GB" sz="1600" dirty="0"/>
          </a:p>
          <a:p>
            <a:pPr>
              <a:lnSpc>
                <a:spcPct val="150000"/>
              </a:lnSpc>
            </a:pPr>
            <a:r>
              <a:rPr lang="en-GB" sz="1600" dirty="0"/>
              <a:t>Make at least 30 images in different positions of the chessboard pattern (close, far, right left centre, rotated, etc.), covering as many rotations and translations as possible (the more captures and movements are registered, the more accurate will be the calibration)</a:t>
            </a:r>
          </a:p>
          <a:p>
            <a:pPr>
              <a:lnSpc>
                <a:spcPct val="150000"/>
              </a:lnSpc>
            </a:pPr>
            <a:r>
              <a:rPr lang="en-GB" sz="1600" dirty="0"/>
              <a:t>Your resulting images should be inside the folder “images”</a:t>
            </a:r>
          </a:p>
        </p:txBody>
      </p:sp>
      <p:sp>
        <p:nvSpPr>
          <p:cNvPr id="16" name="Rectangle 15">
            <a:extLst>
              <a:ext uri="{FF2B5EF4-FFF2-40B4-BE49-F238E27FC236}">
                <a16:creationId xmlns:a16="http://schemas.microsoft.com/office/drawing/2014/main" id="{70BD7E4B-EA07-87B0-8746-C742653B42E4}"/>
              </a:ext>
            </a:extLst>
          </p:cNvPr>
          <p:cNvSpPr/>
          <p:nvPr/>
        </p:nvSpPr>
        <p:spPr>
          <a:xfrm>
            <a:off x="528395" y="2517152"/>
            <a:ext cx="4809043" cy="552591"/>
          </a:xfrm>
          <a:prstGeom prst="rect">
            <a:avLst/>
          </a:prstGeom>
          <a:solidFill>
            <a:schemeClr val="bg1">
              <a:lumMod val="95000"/>
            </a:schemeClr>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r>
              <a:rPr lang="en-GB" sz="1200" dirty="0">
                <a:solidFill>
                  <a:srgbClr val="6C6C6C"/>
                </a:solidFill>
                <a:latin typeface="Consolas" panose="020B0609020204030204" pitchFamily="49" charset="0"/>
              </a:rPr>
              <a:t>python saveImages.py</a:t>
            </a:r>
            <a:br>
              <a:rPr lang="en-GB" sz="1200" dirty="0">
                <a:solidFill>
                  <a:srgbClr val="6C6C6C"/>
                </a:solidFill>
                <a:latin typeface="Consolas" panose="020B0609020204030204" pitchFamily="49" charset="0"/>
              </a:rPr>
            </a:br>
            <a:r>
              <a:rPr lang="en-GB" sz="1200" dirty="0">
                <a:solidFill>
                  <a:srgbClr val="6C6C6C"/>
                </a:solidFill>
                <a:latin typeface="Consolas" panose="020B0609020204030204" pitchFamily="49" charset="0"/>
              </a:rPr>
              <a:t>#In Ubuntu</a:t>
            </a:r>
          </a:p>
          <a:p>
            <a:r>
              <a:rPr lang="en-GB" sz="1200" dirty="0">
                <a:solidFill>
                  <a:srgbClr val="6C6C6C"/>
                </a:solidFill>
                <a:latin typeface="Consolas" panose="020B0609020204030204" pitchFamily="49" charset="0"/>
              </a:rPr>
              <a:t>python3 saveImages.py</a:t>
            </a:r>
          </a:p>
        </p:txBody>
      </p:sp>
    </p:spTree>
    <p:extLst>
      <p:ext uri="{BB962C8B-B14F-4D97-AF65-F5344CB8AC3E}">
        <p14:creationId xmlns:p14="http://schemas.microsoft.com/office/powerpoint/2010/main" val="190426893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376C01-FCEA-1612-C9A0-696FABB35B7E}"/>
            </a:ext>
          </a:extLst>
        </p:cNvPr>
        <p:cNvGrpSpPr/>
        <p:nvPr/>
      </p:nvGrpSpPr>
      <p:grpSpPr>
        <a:xfrm>
          <a:off x="0" y="0"/>
          <a:ext cx="0" cy="0"/>
          <a:chOff x="0" y="0"/>
          <a:chExt cx="0" cy="0"/>
        </a:xfrm>
      </p:grpSpPr>
      <p:sp>
        <p:nvSpPr>
          <p:cNvPr id="15" name="Content Placeholder 14">
            <a:extLst>
              <a:ext uri="{FF2B5EF4-FFF2-40B4-BE49-F238E27FC236}">
                <a16:creationId xmlns:a16="http://schemas.microsoft.com/office/drawing/2014/main" id="{5FC965D0-1DCD-D581-9248-66CB1AC4AF58}"/>
              </a:ext>
            </a:extLst>
          </p:cNvPr>
          <p:cNvSpPr>
            <a:spLocks noGrp="1"/>
          </p:cNvSpPr>
          <p:nvPr>
            <p:ph sz="half" idx="1"/>
          </p:nvPr>
        </p:nvSpPr>
        <p:spPr/>
        <p:txBody>
          <a:bodyPr>
            <a:normAutofit/>
          </a:bodyPr>
          <a:lstStyle/>
          <a:p>
            <a:pPr>
              <a:lnSpc>
                <a:spcPct val="150000"/>
              </a:lnSpc>
            </a:pPr>
            <a:r>
              <a:rPr lang="en-GB" sz="1600" dirty="0"/>
              <a:t>Make a new Python script called “CameraCal.py” to use the previous images inside the folder “images” to calibrate the camera.</a:t>
            </a:r>
          </a:p>
          <a:p>
            <a:pPr>
              <a:lnSpc>
                <a:spcPct val="150000"/>
              </a:lnSpc>
            </a:pPr>
            <a:r>
              <a:rPr lang="en-GB" sz="1600" dirty="0"/>
              <a:t>For this code the YAML library is used to dump the parameters obtained into a YAML file named “</a:t>
            </a:r>
            <a:r>
              <a:rPr lang="en-GB" sz="1600" dirty="0" err="1"/>
              <a:t>calibration_matrix.yaml</a:t>
            </a:r>
            <a:r>
              <a:rPr lang="en-GB" sz="1600" dirty="0"/>
              <a:t>”</a:t>
            </a:r>
          </a:p>
          <a:p>
            <a:pPr marL="0" indent="0">
              <a:lnSpc>
                <a:spcPct val="150000"/>
              </a:lnSpc>
              <a:buNone/>
            </a:pPr>
            <a:endParaRPr lang="en-GB" sz="1600" dirty="0"/>
          </a:p>
          <a:p>
            <a:pPr>
              <a:lnSpc>
                <a:spcPct val="150000"/>
              </a:lnSpc>
            </a:pPr>
            <a:r>
              <a:rPr lang="en-GB" sz="1600" dirty="0"/>
              <a:t>Copy the following code, save it and run it using the following commands</a:t>
            </a:r>
          </a:p>
        </p:txBody>
      </p:sp>
      <p:sp>
        <p:nvSpPr>
          <p:cNvPr id="3" name="Content Placeholder 2">
            <a:extLst>
              <a:ext uri="{FF2B5EF4-FFF2-40B4-BE49-F238E27FC236}">
                <a16:creationId xmlns:a16="http://schemas.microsoft.com/office/drawing/2014/main" id="{4E160FFD-4891-37D5-3DC8-25EC3D07EF25}"/>
              </a:ext>
            </a:extLst>
          </p:cNvPr>
          <p:cNvSpPr>
            <a:spLocks noGrp="1"/>
          </p:cNvSpPr>
          <p:nvPr>
            <p:ph sz="half" idx="2"/>
          </p:nvPr>
        </p:nvSpPr>
        <p:spPr>
          <a:xfrm>
            <a:off x="6172200" y="1299882"/>
            <a:ext cx="6019800" cy="5558118"/>
          </a:xfrm>
          <a:solidFill>
            <a:schemeClr val="tx2">
              <a:lumMod val="50000"/>
            </a:schemeClr>
          </a:solidFill>
        </p:spPr>
        <p:txBody>
          <a:bodyPr>
            <a:normAutofit/>
          </a:bodyPr>
          <a:lstStyle/>
          <a:p>
            <a:pPr marL="0" indent="0">
              <a:lnSpc>
                <a:spcPts val="1425"/>
              </a:lnSpc>
              <a:spcBef>
                <a:spcPts val="0"/>
              </a:spcBef>
              <a:buNone/>
            </a:pPr>
            <a:r>
              <a:rPr lang="en-GB" sz="1050" b="0" dirty="0">
                <a:solidFill>
                  <a:srgbClr val="C586C0"/>
                </a:solidFill>
                <a:effectLst/>
                <a:latin typeface="Consolas" panose="020B0609020204030204" pitchFamily="49" charset="0"/>
              </a:rPr>
              <a:t>import</a:t>
            </a:r>
            <a:r>
              <a:rPr lang="en-GB" sz="1050" b="0" dirty="0">
                <a:solidFill>
                  <a:srgbClr val="CCCCCC"/>
                </a:solidFill>
                <a:effectLst/>
                <a:latin typeface="Consolas" panose="020B0609020204030204" pitchFamily="49" charset="0"/>
              </a:rPr>
              <a:t> </a:t>
            </a:r>
            <a:r>
              <a:rPr lang="en-GB" sz="1050" b="0" dirty="0" err="1">
                <a:solidFill>
                  <a:srgbClr val="4EC9B0"/>
                </a:solidFill>
                <a:effectLst/>
                <a:latin typeface="Consolas" panose="020B0609020204030204" pitchFamily="49" charset="0"/>
              </a:rPr>
              <a:t>numpy</a:t>
            </a:r>
            <a:r>
              <a:rPr lang="en-GB" sz="1050" b="0" dirty="0">
                <a:solidFill>
                  <a:srgbClr val="CCCCCC"/>
                </a:solidFill>
                <a:effectLst/>
                <a:latin typeface="Consolas" panose="020B0609020204030204" pitchFamily="49" charset="0"/>
              </a:rPr>
              <a:t> </a:t>
            </a:r>
            <a:r>
              <a:rPr lang="en-GB" sz="1050" b="0" dirty="0">
                <a:solidFill>
                  <a:srgbClr val="C586C0"/>
                </a:solidFill>
                <a:effectLst/>
                <a:latin typeface="Consolas" panose="020B0609020204030204" pitchFamily="49" charset="0"/>
              </a:rPr>
              <a:t>as</a:t>
            </a:r>
            <a:r>
              <a:rPr lang="en-GB" sz="1050" b="0" dirty="0">
                <a:solidFill>
                  <a:srgbClr val="CCCCCC"/>
                </a:solidFill>
                <a:effectLst/>
                <a:latin typeface="Consolas" panose="020B0609020204030204" pitchFamily="49" charset="0"/>
              </a:rPr>
              <a:t> </a:t>
            </a:r>
            <a:r>
              <a:rPr lang="en-GB" sz="1050" b="0" dirty="0">
                <a:solidFill>
                  <a:srgbClr val="4EC9B0"/>
                </a:solidFill>
                <a:effectLst/>
                <a:latin typeface="Consolas" panose="020B0609020204030204" pitchFamily="49" charset="0"/>
              </a:rPr>
              <a:t>np</a:t>
            </a:r>
            <a:endParaRPr lang="en-GB" sz="1050" b="0" dirty="0">
              <a:solidFill>
                <a:srgbClr val="CCCCCC"/>
              </a:solidFill>
              <a:effectLst/>
              <a:latin typeface="Consolas" panose="020B0609020204030204" pitchFamily="49" charset="0"/>
            </a:endParaRPr>
          </a:p>
          <a:p>
            <a:pPr marL="0" indent="0">
              <a:lnSpc>
                <a:spcPts val="1425"/>
              </a:lnSpc>
              <a:spcBef>
                <a:spcPts val="0"/>
              </a:spcBef>
              <a:buNone/>
            </a:pPr>
            <a:r>
              <a:rPr lang="en-GB" sz="1050" b="0" dirty="0">
                <a:solidFill>
                  <a:srgbClr val="C586C0"/>
                </a:solidFill>
                <a:effectLst/>
                <a:latin typeface="Consolas" panose="020B0609020204030204" pitchFamily="49" charset="0"/>
              </a:rPr>
              <a:t>import</a:t>
            </a:r>
            <a:r>
              <a:rPr lang="en-GB" sz="1050" b="0" dirty="0">
                <a:solidFill>
                  <a:srgbClr val="CCCCCC"/>
                </a:solidFill>
                <a:effectLst/>
                <a:latin typeface="Consolas" panose="020B0609020204030204" pitchFamily="49" charset="0"/>
              </a:rPr>
              <a:t> </a:t>
            </a:r>
            <a:r>
              <a:rPr lang="en-GB" sz="1050" b="0" dirty="0">
                <a:solidFill>
                  <a:srgbClr val="4EC9B0"/>
                </a:solidFill>
                <a:effectLst/>
                <a:latin typeface="Consolas" panose="020B0609020204030204" pitchFamily="49" charset="0"/>
              </a:rPr>
              <a:t>cv2</a:t>
            </a:r>
            <a:r>
              <a:rPr lang="en-GB" sz="1050" b="0" dirty="0">
                <a:solidFill>
                  <a:srgbClr val="CCCCCC"/>
                </a:solidFill>
                <a:effectLst/>
                <a:latin typeface="Consolas" panose="020B0609020204030204" pitchFamily="49" charset="0"/>
              </a:rPr>
              <a:t> </a:t>
            </a:r>
            <a:r>
              <a:rPr lang="en-GB" sz="1050" b="0" dirty="0">
                <a:solidFill>
                  <a:srgbClr val="C586C0"/>
                </a:solidFill>
                <a:effectLst/>
                <a:latin typeface="Consolas" panose="020B0609020204030204" pitchFamily="49" charset="0"/>
              </a:rPr>
              <a:t>as</a:t>
            </a:r>
            <a:r>
              <a:rPr lang="en-GB" sz="1050" b="0" dirty="0">
                <a:solidFill>
                  <a:srgbClr val="CCCCCC"/>
                </a:solidFill>
                <a:effectLst/>
                <a:latin typeface="Consolas" panose="020B0609020204030204" pitchFamily="49" charset="0"/>
              </a:rPr>
              <a:t> </a:t>
            </a:r>
            <a:r>
              <a:rPr lang="en-GB" sz="1050" b="0" dirty="0">
                <a:solidFill>
                  <a:srgbClr val="4EC9B0"/>
                </a:solidFill>
                <a:effectLst/>
                <a:latin typeface="Consolas" panose="020B0609020204030204" pitchFamily="49" charset="0"/>
              </a:rPr>
              <a:t>cv</a:t>
            </a:r>
            <a:endParaRPr lang="en-GB" sz="1050" b="0" dirty="0">
              <a:solidFill>
                <a:srgbClr val="CCCCCC"/>
              </a:solidFill>
              <a:effectLst/>
              <a:latin typeface="Consolas" panose="020B0609020204030204" pitchFamily="49" charset="0"/>
            </a:endParaRPr>
          </a:p>
          <a:p>
            <a:pPr marL="0" indent="0">
              <a:lnSpc>
                <a:spcPts val="1425"/>
              </a:lnSpc>
              <a:spcBef>
                <a:spcPts val="0"/>
              </a:spcBef>
              <a:buNone/>
            </a:pPr>
            <a:r>
              <a:rPr lang="en-GB" sz="1050" b="0" dirty="0">
                <a:solidFill>
                  <a:srgbClr val="C586C0"/>
                </a:solidFill>
                <a:effectLst/>
                <a:latin typeface="Consolas" panose="020B0609020204030204" pitchFamily="49" charset="0"/>
              </a:rPr>
              <a:t>import</a:t>
            </a:r>
            <a:r>
              <a:rPr lang="en-GB" sz="1050" b="0" dirty="0">
                <a:solidFill>
                  <a:srgbClr val="CCCCCC"/>
                </a:solidFill>
                <a:effectLst/>
                <a:latin typeface="Consolas" panose="020B0609020204030204" pitchFamily="49" charset="0"/>
              </a:rPr>
              <a:t> </a:t>
            </a:r>
            <a:r>
              <a:rPr lang="en-GB" sz="1050" b="0" dirty="0">
                <a:solidFill>
                  <a:srgbClr val="4EC9B0"/>
                </a:solidFill>
                <a:effectLst/>
                <a:latin typeface="Consolas" panose="020B0609020204030204" pitchFamily="49" charset="0"/>
              </a:rPr>
              <a:t>glob</a:t>
            </a:r>
            <a:endParaRPr lang="en-GB" sz="1050" b="0" dirty="0">
              <a:solidFill>
                <a:srgbClr val="CCCCCC"/>
              </a:solidFill>
              <a:effectLst/>
              <a:latin typeface="Consolas" panose="020B0609020204030204" pitchFamily="49" charset="0"/>
            </a:endParaRPr>
          </a:p>
          <a:p>
            <a:pPr marL="0" indent="0">
              <a:lnSpc>
                <a:spcPts val="1425"/>
              </a:lnSpc>
              <a:spcBef>
                <a:spcPts val="0"/>
              </a:spcBef>
              <a:buNone/>
            </a:pPr>
            <a:r>
              <a:rPr lang="en-GB" sz="1050" b="0" dirty="0">
                <a:solidFill>
                  <a:srgbClr val="C586C0"/>
                </a:solidFill>
                <a:effectLst/>
                <a:latin typeface="Consolas" panose="020B0609020204030204" pitchFamily="49" charset="0"/>
              </a:rPr>
              <a:t>import</a:t>
            </a:r>
            <a:r>
              <a:rPr lang="en-GB" sz="1050" b="0" dirty="0">
                <a:solidFill>
                  <a:srgbClr val="CCCCCC"/>
                </a:solidFill>
                <a:effectLst/>
                <a:latin typeface="Consolas" panose="020B0609020204030204" pitchFamily="49" charset="0"/>
              </a:rPr>
              <a:t> </a:t>
            </a:r>
            <a:r>
              <a:rPr lang="en-GB" sz="1050" b="0" dirty="0" err="1">
                <a:solidFill>
                  <a:srgbClr val="4EC9B0"/>
                </a:solidFill>
                <a:effectLst/>
                <a:latin typeface="Consolas" panose="020B0609020204030204" pitchFamily="49" charset="0"/>
              </a:rPr>
              <a:t>yaml</a:t>
            </a:r>
            <a:endParaRPr lang="en-GB" sz="1050" b="0" dirty="0">
              <a:solidFill>
                <a:srgbClr val="CCCCCC"/>
              </a:solidFill>
              <a:effectLst/>
              <a:latin typeface="Consolas" panose="020B0609020204030204" pitchFamily="49" charset="0"/>
            </a:endParaRPr>
          </a:p>
          <a:p>
            <a:pPr marL="0" indent="0">
              <a:lnSpc>
                <a:spcPts val="1425"/>
              </a:lnSpc>
              <a:spcBef>
                <a:spcPts val="0"/>
              </a:spcBef>
              <a:buNone/>
            </a:pPr>
            <a:br>
              <a:rPr lang="en-GB" sz="1050" b="0" dirty="0">
                <a:solidFill>
                  <a:srgbClr val="CCCCCC"/>
                </a:solidFill>
                <a:effectLst/>
                <a:latin typeface="Consolas" panose="020B0609020204030204" pitchFamily="49" charset="0"/>
              </a:rPr>
            </a:br>
            <a:r>
              <a:rPr lang="en-GB" sz="1050" b="0" dirty="0">
                <a:solidFill>
                  <a:srgbClr val="6A9955"/>
                </a:solidFill>
                <a:effectLst/>
                <a:latin typeface="Consolas" panose="020B0609020204030204" pitchFamily="49" charset="0"/>
              </a:rPr>
              <a:t># === [1] Setup ===</a:t>
            </a:r>
            <a:endParaRPr lang="en-GB" sz="1050" b="0" dirty="0">
              <a:solidFill>
                <a:srgbClr val="CCCCCC"/>
              </a:solidFill>
              <a:effectLst/>
              <a:latin typeface="Consolas" panose="020B0609020204030204" pitchFamily="49" charset="0"/>
            </a:endParaRPr>
          </a:p>
          <a:p>
            <a:pPr marL="0" indent="0">
              <a:lnSpc>
                <a:spcPts val="1425"/>
              </a:lnSpc>
              <a:spcBef>
                <a:spcPts val="0"/>
              </a:spcBef>
              <a:buNone/>
            </a:pPr>
            <a:br>
              <a:rPr lang="en-GB" sz="1050" b="0" dirty="0">
                <a:solidFill>
                  <a:srgbClr val="CCCCCC"/>
                </a:solidFill>
                <a:effectLst/>
                <a:latin typeface="Consolas" panose="020B0609020204030204" pitchFamily="49" charset="0"/>
              </a:rPr>
            </a:br>
            <a:r>
              <a:rPr lang="en-GB" sz="1050" b="0" dirty="0">
                <a:solidFill>
                  <a:srgbClr val="6A9955"/>
                </a:solidFill>
                <a:effectLst/>
                <a:latin typeface="Consolas" panose="020B0609020204030204" pitchFamily="49" charset="0"/>
              </a:rPr>
              <a:t># Size of the chessboard pattern (number of inner corners per chessboard row and column)</a:t>
            </a:r>
            <a:endParaRPr lang="en-GB" sz="1050" b="0" dirty="0">
              <a:solidFill>
                <a:srgbClr val="CCCCCC"/>
              </a:solidFill>
              <a:effectLst/>
              <a:latin typeface="Consolas" panose="020B0609020204030204" pitchFamily="49" charset="0"/>
            </a:endParaRPr>
          </a:p>
          <a:p>
            <a:pPr marL="0" indent="0">
              <a:lnSpc>
                <a:spcPts val="1425"/>
              </a:lnSpc>
              <a:spcBef>
                <a:spcPts val="0"/>
              </a:spcBef>
              <a:buNone/>
            </a:pPr>
            <a:r>
              <a:rPr lang="en-GB" sz="1050" b="0" dirty="0" err="1">
                <a:solidFill>
                  <a:srgbClr val="9CDCFE"/>
                </a:solidFill>
                <a:effectLst/>
                <a:latin typeface="Consolas" panose="020B0609020204030204" pitchFamily="49" charset="0"/>
              </a:rPr>
              <a:t>chessboard_size</a:t>
            </a:r>
            <a:r>
              <a:rPr lang="en-GB" sz="1050" b="0" dirty="0">
                <a:solidFill>
                  <a:srgbClr val="CCCCCC"/>
                </a:solidFill>
                <a:effectLst/>
                <a:latin typeface="Consolas" panose="020B0609020204030204" pitchFamily="49" charset="0"/>
              </a:rPr>
              <a:t> </a:t>
            </a:r>
            <a:r>
              <a:rPr lang="en-GB" sz="1050" b="0" dirty="0">
                <a:solidFill>
                  <a:srgbClr val="D4D4D4"/>
                </a:solidFill>
                <a:effectLst/>
                <a:latin typeface="Consolas" panose="020B0609020204030204" pitchFamily="49" charset="0"/>
              </a:rPr>
              <a:t>=</a:t>
            </a:r>
            <a:r>
              <a:rPr lang="en-GB" sz="1050" b="0" dirty="0">
                <a:solidFill>
                  <a:srgbClr val="CCCCCC"/>
                </a:solidFill>
                <a:effectLst/>
                <a:latin typeface="Consolas" panose="020B0609020204030204" pitchFamily="49" charset="0"/>
              </a:rPr>
              <a:t> (</a:t>
            </a:r>
            <a:r>
              <a:rPr lang="en-GB" sz="1050" b="0" dirty="0">
                <a:solidFill>
                  <a:srgbClr val="B5CEA8"/>
                </a:solidFill>
                <a:effectLst/>
                <a:latin typeface="Consolas" panose="020B0609020204030204" pitchFamily="49" charset="0"/>
              </a:rPr>
              <a:t>9</a:t>
            </a:r>
            <a:r>
              <a:rPr lang="en-GB" sz="1050" b="0" dirty="0">
                <a:solidFill>
                  <a:srgbClr val="CCCCCC"/>
                </a:solidFill>
                <a:effectLst/>
                <a:latin typeface="Consolas" panose="020B0609020204030204" pitchFamily="49" charset="0"/>
              </a:rPr>
              <a:t>, </a:t>
            </a:r>
            <a:r>
              <a:rPr lang="en-GB" sz="1050" b="0" dirty="0">
                <a:solidFill>
                  <a:srgbClr val="B5CEA8"/>
                </a:solidFill>
                <a:effectLst/>
                <a:latin typeface="Consolas" panose="020B0609020204030204" pitchFamily="49" charset="0"/>
              </a:rPr>
              <a:t>6</a:t>
            </a:r>
            <a:r>
              <a:rPr lang="en-GB" sz="1050" b="0" dirty="0">
                <a:solidFill>
                  <a:srgbClr val="CCCCCC"/>
                </a:solidFill>
                <a:effectLst/>
                <a:latin typeface="Consolas" panose="020B0609020204030204" pitchFamily="49" charset="0"/>
              </a:rPr>
              <a:t>)</a:t>
            </a:r>
          </a:p>
          <a:p>
            <a:pPr marL="0" indent="0">
              <a:lnSpc>
                <a:spcPts val="1425"/>
              </a:lnSpc>
              <a:spcBef>
                <a:spcPts val="0"/>
              </a:spcBef>
              <a:buNone/>
            </a:pPr>
            <a:br>
              <a:rPr lang="en-GB" sz="1050" b="0" dirty="0">
                <a:solidFill>
                  <a:srgbClr val="CCCCCC"/>
                </a:solidFill>
                <a:effectLst/>
                <a:latin typeface="Consolas" panose="020B0609020204030204" pitchFamily="49" charset="0"/>
              </a:rPr>
            </a:br>
            <a:r>
              <a:rPr lang="en-GB" sz="1050" b="0" dirty="0">
                <a:solidFill>
                  <a:srgbClr val="6A9955"/>
                </a:solidFill>
                <a:effectLst/>
                <a:latin typeface="Consolas" panose="020B0609020204030204" pitchFamily="49" charset="0"/>
              </a:rPr>
              <a:t># Image resolution</a:t>
            </a:r>
            <a:endParaRPr lang="en-GB" sz="1050" b="0" dirty="0">
              <a:solidFill>
                <a:srgbClr val="CCCCCC"/>
              </a:solidFill>
              <a:effectLst/>
              <a:latin typeface="Consolas" panose="020B0609020204030204" pitchFamily="49" charset="0"/>
            </a:endParaRPr>
          </a:p>
          <a:p>
            <a:pPr marL="0" indent="0">
              <a:lnSpc>
                <a:spcPts val="1425"/>
              </a:lnSpc>
              <a:spcBef>
                <a:spcPts val="0"/>
              </a:spcBef>
              <a:buNone/>
            </a:pPr>
            <a:r>
              <a:rPr lang="en-GB" sz="1050" b="0" dirty="0" err="1">
                <a:solidFill>
                  <a:srgbClr val="9CDCFE"/>
                </a:solidFill>
                <a:effectLst/>
                <a:latin typeface="Consolas" panose="020B0609020204030204" pitchFamily="49" charset="0"/>
              </a:rPr>
              <a:t>frame_size</a:t>
            </a:r>
            <a:r>
              <a:rPr lang="en-GB" sz="1050" b="0" dirty="0">
                <a:solidFill>
                  <a:srgbClr val="CCCCCC"/>
                </a:solidFill>
                <a:effectLst/>
                <a:latin typeface="Consolas" panose="020B0609020204030204" pitchFamily="49" charset="0"/>
              </a:rPr>
              <a:t> </a:t>
            </a:r>
            <a:r>
              <a:rPr lang="en-GB" sz="1050" b="0" dirty="0">
                <a:solidFill>
                  <a:srgbClr val="D4D4D4"/>
                </a:solidFill>
                <a:effectLst/>
                <a:latin typeface="Consolas" panose="020B0609020204030204" pitchFamily="49" charset="0"/>
              </a:rPr>
              <a:t>=</a:t>
            </a:r>
            <a:r>
              <a:rPr lang="en-GB" sz="1050" b="0" dirty="0">
                <a:solidFill>
                  <a:srgbClr val="CCCCCC"/>
                </a:solidFill>
                <a:effectLst/>
                <a:latin typeface="Consolas" panose="020B0609020204030204" pitchFamily="49" charset="0"/>
              </a:rPr>
              <a:t> (</a:t>
            </a:r>
            <a:r>
              <a:rPr lang="en-GB" sz="1050" b="0" dirty="0">
                <a:solidFill>
                  <a:srgbClr val="B5CEA8"/>
                </a:solidFill>
                <a:effectLst/>
                <a:latin typeface="Consolas" panose="020B0609020204030204" pitchFamily="49" charset="0"/>
              </a:rPr>
              <a:t>640</a:t>
            </a:r>
            <a:r>
              <a:rPr lang="en-GB" sz="1050" b="0" dirty="0">
                <a:solidFill>
                  <a:srgbClr val="CCCCCC"/>
                </a:solidFill>
                <a:effectLst/>
                <a:latin typeface="Consolas" panose="020B0609020204030204" pitchFamily="49" charset="0"/>
              </a:rPr>
              <a:t>, </a:t>
            </a:r>
            <a:r>
              <a:rPr lang="en-GB" sz="1050" b="0" dirty="0">
                <a:solidFill>
                  <a:srgbClr val="B5CEA8"/>
                </a:solidFill>
                <a:effectLst/>
                <a:latin typeface="Consolas" panose="020B0609020204030204" pitchFamily="49" charset="0"/>
              </a:rPr>
              <a:t>480</a:t>
            </a:r>
            <a:r>
              <a:rPr lang="en-GB" sz="1050" b="0" dirty="0">
                <a:solidFill>
                  <a:srgbClr val="CCCCCC"/>
                </a:solidFill>
                <a:effectLst/>
                <a:latin typeface="Consolas" panose="020B0609020204030204" pitchFamily="49" charset="0"/>
              </a:rPr>
              <a:t>)</a:t>
            </a:r>
          </a:p>
          <a:p>
            <a:pPr marL="0" indent="0">
              <a:lnSpc>
                <a:spcPts val="1425"/>
              </a:lnSpc>
              <a:spcBef>
                <a:spcPts val="0"/>
              </a:spcBef>
              <a:buNone/>
            </a:pPr>
            <a:br>
              <a:rPr lang="en-GB" sz="1050" b="0" dirty="0">
                <a:solidFill>
                  <a:srgbClr val="CCCCCC"/>
                </a:solidFill>
                <a:effectLst/>
                <a:latin typeface="Consolas" panose="020B0609020204030204" pitchFamily="49" charset="0"/>
              </a:rPr>
            </a:br>
            <a:r>
              <a:rPr lang="en-GB" sz="1050" b="0" dirty="0">
                <a:solidFill>
                  <a:srgbClr val="6A9955"/>
                </a:solidFill>
                <a:effectLst/>
                <a:latin typeface="Consolas" panose="020B0609020204030204" pitchFamily="49" charset="0"/>
              </a:rPr>
              <a:t># Termination criteria for </a:t>
            </a:r>
            <a:r>
              <a:rPr lang="en-GB" sz="1050" b="0" dirty="0" err="1">
                <a:solidFill>
                  <a:srgbClr val="6A9955"/>
                </a:solidFill>
                <a:effectLst/>
                <a:latin typeface="Consolas" panose="020B0609020204030204" pitchFamily="49" charset="0"/>
              </a:rPr>
              <a:t>cornerSubPix</a:t>
            </a:r>
            <a:r>
              <a:rPr lang="en-GB" sz="1050" b="0" dirty="0">
                <a:solidFill>
                  <a:srgbClr val="6A9955"/>
                </a:solidFill>
                <a:effectLst/>
                <a:latin typeface="Consolas" panose="020B0609020204030204" pitchFamily="49" charset="0"/>
              </a:rPr>
              <a:t>: max 30 iterations or epsilon &lt; 0.001</a:t>
            </a:r>
            <a:endParaRPr lang="en-GB" sz="1050" b="0" dirty="0">
              <a:solidFill>
                <a:srgbClr val="CCCCCC"/>
              </a:solidFill>
              <a:effectLst/>
              <a:latin typeface="Consolas" panose="020B0609020204030204" pitchFamily="49" charset="0"/>
            </a:endParaRPr>
          </a:p>
          <a:p>
            <a:pPr marL="0" indent="0">
              <a:lnSpc>
                <a:spcPts val="1425"/>
              </a:lnSpc>
              <a:spcBef>
                <a:spcPts val="0"/>
              </a:spcBef>
              <a:buNone/>
            </a:pPr>
            <a:r>
              <a:rPr lang="en-GB" sz="1050" b="0" dirty="0">
                <a:solidFill>
                  <a:srgbClr val="9CDCFE"/>
                </a:solidFill>
                <a:effectLst/>
                <a:latin typeface="Consolas" panose="020B0609020204030204" pitchFamily="49" charset="0"/>
              </a:rPr>
              <a:t>criteria</a:t>
            </a:r>
            <a:r>
              <a:rPr lang="en-GB" sz="1050" b="0" dirty="0">
                <a:solidFill>
                  <a:srgbClr val="CCCCCC"/>
                </a:solidFill>
                <a:effectLst/>
                <a:latin typeface="Consolas" panose="020B0609020204030204" pitchFamily="49" charset="0"/>
              </a:rPr>
              <a:t> </a:t>
            </a:r>
            <a:r>
              <a:rPr lang="en-GB" sz="1050" b="0" dirty="0">
                <a:solidFill>
                  <a:srgbClr val="D4D4D4"/>
                </a:solidFill>
                <a:effectLst/>
                <a:latin typeface="Consolas" panose="020B0609020204030204" pitchFamily="49" charset="0"/>
              </a:rPr>
              <a:t>=</a:t>
            </a:r>
            <a:r>
              <a:rPr lang="en-GB" sz="1050" b="0" dirty="0">
                <a:solidFill>
                  <a:srgbClr val="CCCCCC"/>
                </a:solidFill>
                <a:effectLst/>
                <a:latin typeface="Consolas" panose="020B0609020204030204" pitchFamily="49" charset="0"/>
              </a:rPr>
              <a:t> (</a:t>
            </a:r>
            <a:r>
              <a:rPr lang="en-GB" sz="1050" b="0" dirty="0" err="1">
                <a:solidFill>
                  <a:srgbClr val="4EC9B0"/>
                </a:solidFill>
                <a:effectLst/>
                <a:latin typeface="Consolas" panose="020B0609020204030204" pitchFamily="49" charset="0"/>
              </a:rPr>
              <a:t>cv</a:t>
            </a:r>
            <a:r>
              <a:rPr lang="en-GB" sz="1050" b="0" dirty="0" err="1">
                <a:solidFill>
                  <a:srgbClr val="CCCCCC"/>
                </a:solidFill>
                <a:effectLst/>
                <a:latin typeface="Consolas" panose="020B0609020204030204" pitchFamily="49" charset="0"/>
              </a:rPr>
              <a:t>.TERM_CRITERIA_EPS</a:t>
            </a:r>
            <a:r>
              <a:rPr lang="en-GB" sz="1050" b="0" dirty="0">
                <a:solidFill>
                  <a:srgbClr val="CCCCCC"/>
                </a:solidFill>
                <a:effectLst/>
                <a:latin typeface="Consolas" panose="020B0609020204030204" pitchFamily="49" charset="0"/>
              </a:rPr>
              <a:t> </a:t>
            </a:r>
            <a:r>
              <a:rPr lang="en-GB" sz="1050" b="0" dirty="0">
                <a:solidFill>
                  <a:srgbClr val="D4D4D4"/>
                </a:solidFill>
                <a:effectLst/>
                <a:latin typeface="Consolas" panose="020B0609020204030204" pitchFamily="49" charset="0"/>
              </a:rPr>
              <a:t>+</a:t>
            </a:r>
            <a:r>
              <a:rPr lang="en-GB" sz="1050" b="0" dirty="0">
                <a:solidFill>
                  <a:srgbClr val="CCCCCC"/>
                </a:solidFill>
                <a:effectLst/>
                <a:latin typeface="Consolas" panose="020B0609020204030204" pitchFamily="49" charset="0"/>
              </a:rPr>
              <a:t> </a:t>
            </a:r>
            <a:r>
              <a:rPr lang="en-GB" sz="1050" b="0" dirty="0" err="1">
                <a:solidFill>
                  <a:srgbClr val="4EC9B0"/>
                </a:solidFill>
                <a:effectLst/>
                <a:latin typeface="Consolas" panose="020B0609020204030204" pitchFamily="49" charset="0"/>
              </a:rPr>
              <a:t>cv</a:t>
            </a:r>
            <a:r>
              <a:rPr lang="en-GB" sz="1050" b="0" dirty="0" err="1">
                <a:solidFill>
                  <a:srgbClr val="CCCCCC"/>
                </a:solidFill>
                <a:effectLst/>
                <a:latin typeface="Consolas" panose="020B0609020204030204" pitchFamily="49" charset="0"/>
              </a:rPr>
              <a:t>.TERM_CRITERIA_MAX_ITER</a:t>
            </a:r>
            <a:r>
              <a:rPr lang="en-GB" sz="1050" b="0" dirty="0">
                <a:solidFill>
                  <a:srgbClr val="CCCCCC"/>
                </a:solidFill>
                <a:effectLst/>
                <a:latin typeface="Consolas" panose="020B0609020204030204" pitchFamily="49" charset="0"/>
              </a:rPr>
              <a:t>, </a:t>
            </a:r>
            <a:r>
              <a:rPr lang="en-GB" sz="1050" b="0" dirty="0">
                <a:solidFill>
                  <a:srgbClr val="B5CEA8"/>
                </a:solidFill>
                <a:effectLst/>
                <a:latin typeface="Consolas" panose="020B0609020204030204" pitchFamily="49" charset="0"/>
              </a:rPr>
              <a:t>30</a:t>
            </a:r>
            <a:r>
              <a:rPr lang="en-GB" sz="1050" b="0" dirty="0">
                <a:solidFill>
                  <a:srgbClr val="CCCCCC"/>
                </a:solidFill>
                <a:effectLst/>
                <a:latin typeface="Consolas" panose="020B0609020204030204" pitchFamily="49" charset="0"/>
              </a:rPr>
              <a:t>, </a:t>
            </a:r>
            <a:r>
              <a:rPr lang="en-GB" sz="1050" b="0" dirty="0">
                <a:solidFill>
                  <a:srgbClr val="B5CEA8"/>
                </a:solidFill>
                <a:effectLst/>
                <a:latin typeface="Consolas" panose="020B0609020204030204" pitchFamily="49" charset="0"/>
              </a:rPr>
              <a:t>0.001</a:t>
            </a:r>
            <a:r>
              <a:rPr lang="en-GB" sz="1050" b="0" dirty="0">
                <a:solidFill>
                  <a:srgbClr val="CCCCCC"/>
                </a:solidFill>
                <a:effectLst/>
                <a:latin typeface="Consolas" panose="020B0609020204030204" pitchFamily="49" charset="0"/>
              </a:rPr>
              <a:t>)</a:t>
            </a:r>
          </a:p>
          <a:p>
            <a:pPr marL="0" indent="0">
              <a:lnSpc>
                <a:spcPts val="1425"/>
              </a:lnSpc>
              <a:spcBef>
                <a:spcPts val="0"/>
              </a:spcBef>
              <a:buNone/>
            </a:pPr>
            <a:br>
              <a:rPr lang="en-GB" sz="1050" b="0" dirty="0">
                <a:solidFill>
                  <a:srgbClr val="CCCCCC"/>
                </a:solidFill>
                <a:effectLst/>
                <a:latin typeface="Consolas" panose="020B0609020204030204" pitchFamily="49" charset="0"/>
              </a:rPr>
            </a:br>
            <a:r>
              <a:rPr lang="en-GB" sz="1050" b="0" dirty="0">
                <a:solidFill>
                  <a:srgbClr val="6A9955"/>
                </a:solidFill>
                <a:effectLst/>
                <a:latin typeface="Consolas" panose="020B0609020204030204" pitchFamily="49" charset="0"/>
              </a:rPr>
              <a:t># Prepare known object points in 3D space (0,0,0), (1,0,0), ..., (8,5,0)</a:t>
            </a:r>
            <a:endParaRPr lang="en-GB" sz="1050" b="0" dirty="0">
              <a:solidFill>
                <a:srgbClr val="CCCCCC"/>
              </a:solidFill>
              <a:effectLst/>
              <a:latin typeface="Consolas" panose="020B0609020204030204" pitchFamily="49" charset="0"/>
            </a:endParaRPr>
          </a:p>
          <a:p>
            <a:pPr marL="0" indent="0">
              <a:lnSpc>
                <a:spcPts val="1425"/>
              </a:lnSpc>
              <a:spcBef>
                <a:spcPts val="0"/>
              </a:spcBef>
              <a:buNone/>
            </a:pPr>
            <a:r>
              <a:rPr lang="en-GB" sz="1050" b="0" dirty="0" err="1">
                <a:solidFill>
                  <a:srgbClr val="9CDCFE"/>
                </a:solidFill>
                <a:effectLst/>
                <a:latin typeface="Consolas" panose="020B0609020204030204" pitchFamily="49" charset="0"/>
              </a:rPr>
              <a:t>objp</a:t>
            </a:r>
            <a:r>
              <a:rPr lang="en-GB" sz="1050" b="0" dirty="0">
                <a:solidFill>
                  <a:srgbClr val="CCCCCC"/>
                </a:solidFill>
                <a:effectLst/>
                <a:latin typeface="Consolas" panose="020B0609020204030204" pitchFamily="49" charset="0"/>
              </a:rPr>
              <a:t> </a:t>
            </a:r>
            <a:r>
              <a:rPr lang="en-GB" sz="1050" b="0" dirty="0">
                <a:solidFill>
                  <a:srgbClr val="D4D4D4"/>
                </a:solidFill>
                <a:effectLst/>
                <a:latin typeface="Consolas" panose="020B0609020204030204" pitchFamily="49" charset="0"/>
              </a:rPr>
              <a:t>=</a:t>
            </a:r>
            <a:r>
              <a:rPr lang="en-GB" sz="1050" b="0" dirty="0">
                <a:solidFill>
                  <a:srgbClr val="CCCCCC"/>
                </a:solidFill>
                <a:effectLst/>
                <a:latin typeface="Consolas" panose="020B0609020204030204" pitchFamily="49" charset="0"/>
              </a:rPr>
              <a:t> </a:t>
            </a:r>
            <a:r>
              <a:rPr lang="en-GB" sz="1050" b="0" dirty="0" err="1">
                <a:solidFill>
                  <a:srgbClr val="4EC9B0"/>
                </a:solidFill>
                <a:effectLst/>
                <a:latin typeface="Consolas" panose="020B0609020204030204" pitchFamily="49" charset="0"/>
              </a:rPr>
              <a:t>np</a:t>
            </a:r>
            <a:r>
              <a:rPr lang="en-GB" sz="1050" b="0" dirty="0" err="1">
                <a:solidFill>
                  <a:srgbClr val="CCCCCC"/>
                </a:solidFill>
                <a:effectLst/>
                <a:latin typeface="Consolas" panose="020B0609020204030204" pitchFamily="49" charset="0"/>
              </a:rPr>
              <a:t>.</a:t>
            </a:r>
            <a:r>
              <a:rPr lang="en-GB" sz="1050" b="0" dirty="0" err="1">
                <a:solidFill>
                  <a:srgbClr val="DCDCAA"/>
                </a:solidFill>
                <a:effectLst/>
                <a:latin typeface="Consolas" panose="020B0609020204030204" pitchFamily="49" charset="0"/>
              </a:rPr>
              <a:t>zeros</a:t>
            </a:r>
            <a:r>
              <a:rPr lang="en-GB" sz="1050" b="0" dirty="0">
                <a:solidFill>
                  <a:srgbClr val="CCCCCC"/>
                </a:solidFill>
                <a:effectLst/>
                <a:latin typeface="Consolas" panose="020B0609020204030204" pitchFamily="49" charset="0"/>
              </a:rPr>
              <a:t>((</a:t>
            </a:r>
            <a:r>
              <a:rPr lang="en-GB" sz="1050" b="0" dirty="0" err="1">
                <a:solidFill>
                  <a:srgbClr val="9CDCFE"/>
                </a:solidFill>
                <a:effectLst/>
                <a:latin typeface="Consolas" panose="020B0609020204030204" pitchFamily="49" charset="0"/>
              </a:rPr>
              <a:t>chessboard_size</a:t>
            </a:r>
            <a:r>
              <a:rPr lang="en-GB" sz="1050" b="0" dirty="0">
                <a:solidFill>
                  <a:srgbClr val="CCCCCC"/>
                </a:solidFill>
                <a:effectLst/>
                <a:latin typeface="Consolas" panose="020B0609020204030204" pitchFamily="49" charset="0"/>
              </a:rPr>
              <a:t>[</a:t>
            </a:r>
            <a:r>
              <a:rPr lang="en-GB" sz="1050" b="0" dirty="0">
                <a:solidFill>
                  <a:srgbClr val="B5CEA8"/>
                </a:solidFill>
                <a:effectLst/>
                <a:latin typeface="Consolas" panose="020B0609020204030204" pitchFamily="49" charset="0"/>
              </a:rPr>
              <a:t>0</a:t>
            </a:r>
            <a:r>
              <a:rPr lang="en-GB" sz="1050" b="0" dirty="0">
                <a:solidFill>
                  <a:srgbClr val="CCCCCC"/>
                </a:solidFill>
                <a:effectLst/>
                <a:latin typeface="Consolas" panose="020B0609020204030204" pitchFamily="49" charset="0"/>
              </a:rPr>
              <a:t>] </a:t>
            </a:r>
            <a:r>
              <a:rPr lang="en-GB" sz="1050" b="0" dirty="0">
                <a:solidFill>
                  <a:srgbClr val="D4D4D4"/>
                </a:solidFill>
                <a:effectLst/>
                <a:latin typeface="Consolas" panose="020B0609020204030204" pitchFamily="49" charset="0"/>
              </a:rPr>
              <a:t>*</a:t>
            </a:r>
            <a:r>
              <a:rPr lang="en-GB" sz="1050" b="0" dirty="0">
                <a:solidFill>
                  <a:srgbClr val="CCCCCC"/>
                </a:solidFill>
                <a:effectLst/>
                <a:latin typeface="Consolas" panose="020B0609020204030204" pitchFamily="49" charset="0"/>
              </a:rPr>
              <a:t> </a:t>
            </a:r>
            <a:r>
              <a:rPr lang="en-GB" sz="1050" b="0" dirty="0" err="1">
                <a:solidFill>
                  <a:srgbClr val="9CDCFE"/>
                </a:solidFill>
                <a:effectLst/>
                <a:latin typeface="Consolas" panose="020B0609020204030204" pitchFamily="49" charset="0"/>
              </a:rPr>
              <a:t>chessboard_size</a:t>
            </a:r>
            <a:r>
              <a:rPr lang="en-GB" sz="1050" b="0" dirty="0">
                <a:solidFill>
                  <a:srgbClr val="CCCCCC"/>
                </a:solidFill>
                <a:effectLst/>
                <a:latin typeface="Consolas" panose="020B0609020204030204" pitchFamily="49" charset="0"/>
              </a:rPr>
              <a:t>[</a:t>
            </a:r>
            <a:r>
              <a:rPr lang="en-GB" sz="1050" b="0" dirty="0">
                <a:solidFill>
                  <a:srgbClr val="B5CEA8"/>
                </a:solidFill>
                <a:effectLst/>
                <a:latin typeface="Consolas" panose="020B0609020204030204" pitchFamily="49" charset="0"/>
              </a:rPr>
              <a:t>1</a:t>
            </a:r>
            <a:r>
              <a:rPr lang="en-GB" sz="1050" b="0" dirty="0">
                <a:solidFill>
                  <a:srgbClr val="CCCCCC"/>
                </a:solidFill>
                <a:effectLst/>
                <a:latin typeface="Consolas" panose="020B0609020204030204" pitchFamily="49" charset="0"/>
              </a:rPr>
              <a:t>], </a:t>
            </a:r>
            <a:r>
              <a:rPr lang="en-GB" sz="1050" b="0" dirty="0">
                <a:solidFill>
                  <a:srgbClr val="B5CEA8"/>
                </a:solidFill>
                <a:effectLst/>
                <a:latin typeface="Consolas" panose="020B0609020204030204" pitchFamily="49" charset="0"/>
              </a:rPr>
              <a:t>3</a:t>
            </a:r>
            <a:r>
              <a:rPr lang="en-GB" sz="1050" b="0" dirty="0">
                <a:solidFill>
                  <a:srgbClr val="CCCCCC"/>
                </a:solidFill>
                <a:effectLst/>
                <a:latin typeface="Consolas" panose="020B0609020204030204" pitchFamily="49" charset="0"/>
              </a:rPr>
              <a:t>), </a:t>
            </a:r>
            <a:r>
              <a:rPr lang="en-GB" sz="1050" b="0" dirty="0">
                <a:solidFill>
                  <a:srgbClr val="4EC9B0"/>
                </a:solidFill>
                <a:effectLst/>
                <a:latin typeface="Consolas" panose="020B0609020204030204" pitchFamily="49" charset="0"/>
              </a:rPr>
              <a:t>np</a:t>
            </a:r>
            <a:r>
              <a:rPr lang="en-GB" sz="1050" b="0" dirty="0">
                <a:solidFill>
                  <a:srgbClr val="CCCCCC"/>
                </a:solidFill>
                <a:effectLst/>
                <a:latin typeface="Consolas" panose="020B0609020204030204" pitchFamily="49" charset="0"/>
              </a:rPr>
              <a:t>.</a:t>
            </a:r>
            <a:r>
              <a:rPr lang="en-GB" sz="1050" b="0" dirty="0">
                <a:solidFill>
                  <a:srgbClr val="9CDCFE"/>
                </a:solidFill>
                <a:effectLst/>
                <a:latin typeface="Consolas" panose="020B0609020204030204" pitchFamily="49" charset="0"/>
              </a:rPr>
              <a:t>float32</a:t>
            </a:r>
            <a:r>
              <a:rPr lang="en-GB" sz="1050" b="0" dirty="0">
                <a:solidFill>
                  <a:srgbClr val="CCCCCC"/>
                </a:solidFill>
                <a:effectLst/>
                <a:latin typeface="Consolas" panose="020B0609020204030204" pitchFamily="49" charset="0"/>
              </a:rPr>
              <a:t>)</a:t>
            </a:r>
          </a:p>
          <a:p>
            <a:pPr marL="0" indent="0">
              <a:lnSpc>
                <a:spcPts val="1425"/>
              </a:lnSpc>
              <a:spcBef>
                <a:spcPts val="0"/>
              </a:spcBef>
              <a:buNone/>
            </a:pPr>
            <a:r>
              <a:rPr lang="en-GB" sz="1050" b="0" dirty="0" err="1">
                <a:solidFill>
                  <a:srgbClr val="9CDCFE"/>
                </a:solidFill>
                <a:effectLst/>
                <a:latin typeface="Consolas" panose="020B0609020204030204" pitchFamily="49" charset="0"/>
              </a:rPr>
              <a:t>objp</a:t>
            </a:r>
            <a:r>
              <a:rPr lang="en-GB" sz="1050" b="0" dirty="0">
                <a:solidFill>
                  <a:srgbClr val="CCCCCC"/>
                </a:solidFill>
                <a:effectLst/>
                <a:latin typeface="Consolas" panose="020B0609020204030204" pitchFamily="49" charset="0"/>
              </a:rPr>
              <a:t>[:, :</a:t>
            </a:r>
            <a:r>
              <a:rPr lang="en-GB" sz="1050" b="0" dirty="0">
                <a:solidFill>
                  <a:srgbClr val="B5CEA8"/>
                </a:solidFill>
                <a:effectLst/>
                <a:latin typeface="Consolas" panose="020B0609020204030204" pitchFamily="49" charset="0"/>
              </a:rPr>
              <a:t>2</a:t>
            </a:r>
            <a:r>
              <a:rPr lang="en-GB" sz="1050" b="0" dirty="0">
                <a:solidFill>
                  <a:srgbClr val="CCCCCC"/>
                </a:solidFill>
                <a:effectLst/>
                <a:latin typeface="Consolas" panose="020B0609020204030204" pitchFamily="49" charset="0"/>
              </a:rPr>
              <a:t>] </a:t>
            </a:r>
            <a:r>
              <a:rPr lang="en-GB" sz="1050" b="0" dirty="0">
                <a:solidFill>
                  <a:srgbClr val="D4D4D4"/>
                </a:solidFill>
                <a:effectLst/>
                <a:latin typeface="Consolas" panose="020B0609020204030204" pitchFamily="49" charset="0"/>
              </a:rPr>
              <a:t>=</a:t>
            </a:r>
            <a:r>
              <a:rPr lang="en-GB" sz="1050" b="0" dirty="0">
                <a:solidFill>
                  <a:srgbClr val="CCCCCC"/>
                </a:solidFill>
                <a:effectLst/>
                <a:latin typeface="Consolas" panose="020B0609020204030204" pitchFamily="49" charset="0"/>
              </a:rPr>
              <a:t> </a:t>
            </a:r>
            <a:r>
              <a:rPr lang="en-GB" sz="1050" b="0" dirty="0" err="1">
                <a:solidFill>
                  <a:srgbClr val="4EC9B0"/>
                </a:solidFill>
                <a:effectLst/>
                <a:latin typeface="Consolas" panose="020B0609020204030204" pitchFamily="49" charset="0"/>
              </a:rPr>
              <a:t>np</a:t>
            </a:r>
            <a:r>
              <a:rPr lang="en-GB" sz="1050" b="0" dirty="0" err="1">
                <a:solidFill>
                  <a:srgbClr val="CCCCCC"/>
                </a:solidFill>
                <a:effectLst/>
                <a:latin typeface="Consolas" panose="020B0609020204030204" pitchFamily="49" charset="0"/>
              </a:rPr>
              <a:t>.</a:t>
            </a:r>
            <a:r>
              <a:rPr lang="en-GB" sz="1050" b="0" dirty="0" err="1">
                <a:solidFill>
                  <a:srgbClr val="9CDCFE"/>
                </a:solidFill>
                <a:effectLst/>
                <a:latin typeface="Consolas" panose="020B0609020204030204" pitchFamily="49" charset="0"/>
              </a:rPr>
              <a:t>mgrid</a:t>
            </a:r>
            <a:r>
              <a:rPr lang="en-GB" sz="1050" b="0" dirty="0">
                <a:solidFill>
                  <a:srgbClr val="CCCCCC"/>
                </a:solidFill>
                <a:effectLst/>
                <a:latin typeface="Consolas" panose="020B0609020204030204" pitchFamily="49" charset="0"/>
              </a:rPr>
              <a:t>[</a:t>
            </a:r>
            <a:r>
              <a:rPr lang="en-GB" sz="1050" b="0" dirty="0">
                <a:solidFill>
                  <a:srgbClr val="B5CEA8"/>
                </a:solidFill>
                <a:effectLst/>
                <a:latin typeface="Consolas" panose="020B0609020204030204" pitchFamily="49" charset="0"/>
              </a:rPr>
              <a:t>0</a:t>
            </a:r>
            <a:r>
              <a:rPr lang="en-GB" sz="1050" b="0" dirty="0">
                <a:solidFill>
                  <a:srgbClr val="CCCCCC"/>
                </a:solidFill>
                <a:effectLst/>
                <a:latin typeface="Consolas" panose="020B0609020204030204" pitchFamily="49" charset="0"/>
              </a:rPr>
              <a:t>:</a:t>
            </a:r>
            <a:r>
              <a:rPr lang="en-GB" sz="1050" b="0" dirty="0">
                <a:solidFill>
                  <a:srgbClr val="9CDCFE"/>
                </a:solidFill>
                <a:effectLst/>
                <a:latin typeface="Consolas" panose="020B0609020204030204" pitchFamily="49" charset="0"/>
              </a:rPr>
              <a:t>chessboard_size</a:t>
            </a:r>
            <a:r>
              <a:rPr lang="en-GB" sz="1050" b="0" dirty="0">
                <a:solidFill>
                  <a:srgbClr val="CCCCCC"/>
                </a:solidFill>
                <a:effectLst/>
                <a:latin typeface="Consolas" panose="020B0609020204030204" pitchFamily="49" charset="0"/>
              </a:rPr>
              <a:t>[</a:t>
            </a:r>
            <a:r>
              <a:rPr lang="en-GB" sz="1050" b="0" dirty="0">
                <a:solidFill>
                  <a:srgbClr val="B5CEA8"/>
                </a:solidFill>
                <a:effectLst/>
                <a:latin typeface="Consolas" panose="020B0609020204030204" pitchFamily="49" charset="0"/>
              </a:rPr>
              <a:t>0</a:t>
            </a:r>
            <a:r>
              <a:rPr lang="en-GB" sz="1050" b="0" dirty="0">
                <a:solidFill>
                  <a:srgbClr val="CCCCCC"/>
                </a:solidFill>
                <a:effectLst/>
                <a:latin typeface="Consolas" panose="020B0609020204030204" pitchFamily="49" charset="0"/>
              </a:rPr>
              <a:t>], </a:t>
            </a:r>
            <a:r>
              <a:rPr lang="en-GB" sz="1050" b="0" dirty="0">
                <a:solidFill>
                  <a:srgbClr val="B5CEA8"/>
                </a:solidFill>
                <a:effectLst/>
                <a:latin typeface="Consolas" panose="020B0609020204030204" pitchFamily="49" charset="0"/>
              </a:rPr>
              <a:t>0</a:t>
            </a:r>
            <a:r>
              <a:rPr lang="en-GB" sz="1050" b="0" dirty="0">
                <a:solidFill>
                  <a:srgbClr val="CCCCCC"/>
                </a:solidFill>
                <a:effectLst/>
                <a:latin typeface="Consolas" panose="020B0609020204030204" pitchFamily="49" charset="0"/>
              </a:rPr>
              <a:t>:</a:t>
            </a:r>
            <a:r>
              <a:rPr lang="en-GB" sz="1050" b="0" dirty="0">
                <a:solidFill>
                  <a:srgbClr val="9CDCFE"/>
                </a:solidFill>
                <a:effectLst/>
                <a:latin typeface="Consolas" panose="020B0609020204030204" pitchFamily="49" charset="0"/>
              </a:rPr>
              <a:t>chessboard_size</a:t>
            </a:r>
            <a:r>
              <a:rPr lang="en-GB" sz="1050" b="0" dirty="0">
                <a:solidFill>
                  <a:srgbClr val="CCCCCC"/>
                </a:solidFill>
                <a:effectLst/>
                <a:latin typeface="Consolas" panose="020B0609020204030204" pitchFamily="49" charset="0"/>
              </a:rPr>
              <a:t>[</a:t>
            </a:r>
            <a:r>
              <a:rPr lang="en-GB" sz="1050" b="0" dirty="0">
                <a:solidFill>
                  <a:srgbClr val="B5CEA8"/>
                </a:solidFill>
                <a:effectLst/>
                <a:latin typeface="Consolas" panose="020B0609020204030204" pitchFamily="49" charset="0"/>
              </a:rPr>
              <a:t>1</a:t>
            </a:r>
            <a:r>
              <a:rPr lang="en-GB" sz="1050" b="0" dirty="0">
                <a:solidFill>
                  <a:srgbClr val="CCCCCC"/>
                </a:solidFill>
                <a:effectLst/>
                <a:latin typeface="Consolas" panose="020B0609020204030204" pitchFamily="49" charset="0"/>
              </a:rPr>
              <a:t>]].</a:t>
            </a:r>
            <a:r>
              <a:rPr lang="en-GB" sz="1050" b="0" dirty="0" err="1">
                <a:solidFill>
                  <a:srgbClr val="9CDCFE"/>
                </a:solidFill>
                <a:effectLst/>
                <a:latin typeface="Consolas" panose="020B0609020204030204" pitchFamily="49" charset="0"/>
              </a:rPr>
              <a:t>T</a:t>
            </a:r>
            <a:r>
              <a:rPr lang="en-GB" sz="1050" b="0" dirty="0" err="1">
                <a:solidFill>
                  <a:srgbClr val="CCCCCC"/>
                </a:solidFill>
                <a:effectLst/>
                <a:latin typeface="Consolas" panose="020B0609020204030204" pitchFamily="49" charset="0"/>
              </a:rPr>
              <a:t>.</a:t>
            </a:r>
            <a:r>
              <a:rPr lang="en-GB" sz="1050" b="0" dirty="0" err="1">
                <a:solidFill>
                  <a:srgbClr val="DCDCAA"/>
                </a:solidFill>
                <a:effectLst/>
                <a:latin typeface="Consolas" panose="020B0609020204030204" pitchFamily="49" charset="0"/>
              </a:rPr>
              <a:t>reshape</a:t>
            </a:r>
            <a:r>
              <a:rPr lang="en-GB" sz="1050" b="0" dirty="0">
                <a:solidFill>
                  <a:srgbClr val="CCCCCC"/>
                </a:solidFill>
                <a:effectLst/>
                <a:latin typeface="Consolas" panose="020B0609020204030204" pitchFamily="49" charset="0"/>
              </a:rPr>
              <a:t>(</a:t>
            </a:r>
            <a:r>
              <a:rPr lang="en-GB" sz="1050" b="0" dirty="0">
                <a:solidFill>
                  <a:srgbClr val="D4D4D4"/>
                </a:solidFill>
                <a:effectLst/>
                <a:latin typeface="Consolas" panose="020B0609020204030204" pitchFamily="49" charset="0"/>
              </a:rPr>
              <a:t>-</a:t>
            </a:r>
            <a:r>
              <a:rPr lang="en-GB" sz="1050" b="0" dirty="0">
                <a:solidFill>
                  <a:srgbClr val="B5CEA8"/>
                </a:solidFill>
                <a:effectLst/>
                <a:latin typeface="Consolas" panose="020B0609020204030204" pitchFamily="49" charset="0"/>
              </a:rPr>
              <a:t>1</a:t>
            </a:r>
            <a:r>
              <a:rPr lang="en-GB" sz="1050" b="0" dirty="0">
                <a:solidFill>
                  <a:srgbClr val="CCCCCC"/>
                </a:solidFill>
                <a:effectLst/>
                <a:latin typeface="Consolas" panose="020B0609020204030204" pitchFamily="49" charset="0"/>
              </a:rPr>
              <a:t>, </a:t>
            </a:r>
            <a:r>
              <a:rPr lang="en-GB" sz="1050" b="0" dirty="0">
                <a:solidFill>
                  <a:srgbClr val="B5CEA8"/>
                </a:solidFill>
                <a:effectLst/>
                <a:latin typeface="Consolas" panose="020B0609020204030204" pitchFamily="49" charset="0"/>
              </a:rPr>
              <a:t>2</a:t>
            </a:r>
            <a:r>
              <a:rPr lang="en-GB" sz="1050" b="0" dirty="0">
                <a:solidFill>
                  <a:srgbClr val="CCCCCC"/>
                </a:solidFill>
                <a:effectLst/>
                <a:latin typeface="Consolas" panose="020B0609020204030204" pitchFamily="49" charset="0"/>
              </a:rPr>
              <a:t>)</a:t>
            </a:r>
          </a:p>
          <a:p>
            <a:pPr marL="0" indent="0">
              <a:lnSpc>
                <a:spcPts val="1425"/>
              </a:lnSpc>
              <a:spcBef>
                <a:spcPts val="0"/>
              </a:spcBef>
              <a:buNone/>
            </a:pPr>
            <a:br>
              <a:rPr lang="en-GB" sz="1050" b="0" dirty="0">
                <a:solidFill>
                  <a:srgbClr val="CCCCCC"/>
                </a:solidFill>
                <a:effectLst/>
                <a:latin typeface="Consolas" panose="020B0609020204030204" pitchFamily="49" charset="0"/>
              </a:rPr>
            </a:br>
            <a:r>
              <a:rPr lang="en-GB" sz="1050" b="0" dirty="0">
                <a:solidFill>
                  <a:srgbClr val="6A9955"/>
                </a:solidFill>
                <a:effectLst/>
                <a:latin typeface="Consolas" panose="020B0609020204030204" pitchFamily="49" charset="0"/>
              </a:rPr>
              <a:t># Arrays to store 3D object points and 2D image points from all calibration images</a:t>
            </a:r>
            <a:endParaRPr lang="en-GB" sz="1050" b="0" dirty="0">
              <a:solidFill>
                <a:srgbClr val="CCCCCC"/>
              </a:solidFill>
              <a:effectLst/>
              <a:latin typeface="Consolas" panose="020B0609020204030204" pitchFamily="49" charset="0"/>
            </a:endParaRPr>
          </a:p>
          <a:p>
            <a:pPr marL="0" indent="0">
              <a:lnSpc>
                <a:spcPts val="1425"/>
              </a:lnSpc>
              <a:spcBef>
                <a:spcPts val="0"/>
              </a:spcBef>
              <a:buNone/>
            </a:pPr>
            <a:r>
              <a:rPr lang="en-GB" sz="1050" b="0" dirty="0" err="1">
                <a:solidFill>
                  <a:srgbClr val="9CDCFE"/>
                </a:solidFill>
                <a:effectLst/>
                <a:latin typeface="Consolas" panose="020B0609020204030204" pitchFamily="49" charset="0"/>
              </a:rPr>
              <a:t>objpoints</a:t>
            </a:r>
            <a:r>
              <a:rPr lang="en-GB" sz="1050" b="0" dirty="0">
                <a:solidFill>
                  <a:srgbClr val="CCCCCC"/>
                </a:solidFill>
                <a:effectLst/>
                <a:latin typeface="Consolas" panose="020B0609020204030204" pitchFamily="49" charset="0"/>
              </a:rPr>
              <a:t> </a:t>
            </a:r>
            <a:r>
              <a:rPr lang="en-GB" sz="1050" b="0" dirty="0">
                <a:solidFill>
                  <a:srgbClr val="D4D4D4"/>
                </a:solidFill>
                <a:effectLst/>
                <a:latin typeface="Consolas" panose="020B0609020204030204" pitchFamily="49" charset="0"/>
              </a:rPr>
              <a:t>=</a:t>
            </a:r>
            <a:r>
              <a:rPr lang="en-GB" sz="1050" b="0" dirty="0">
                <a:solidFill>
                  <a:srgbClr val="CCCCCC"/>
                </a:solidFill>
                <a:effectLst/>
                <a:latin typeface="Consolas" panose="020B0609020204030204" pitchFamily="49" charset="0"/>
              </a:rPr>
              <a:t> []  </a:t>
            </a:r>
            <a:r>
              <a:rPr lang="en-GB" sz="1050" b="0" dirty="0">
                <a:solidFill>
                  <a:srgbClr val="6A9955"/>
                </a:solidFill>
                <a:effectLst/>
                <a:latin typeface="Consolas" panose="020B0609020204030204" pitchFamily="49" charset="0"/>
              </a:rPr>
              <a:t># 3D points in real world space</a:t>
            </a:r>
            <a:endParaRPr lang="en-GB" sz="1050" b="0" dirty="0">
              <a:solidFill>
                <a:srgbClr val="CCCCCC"/>
              </a:solidFill>
              <a:effectLst/>
              <a:latin typeface="Consolas" panose="020B0609020204030204" pitchFamily="49" charset="0"/>
            </a:endParaRPr>
          </a:p>
          <a:p>
            <a:pPr marL="0" indent="0">
              <a:lnSpc>
                <a:spcPts val="1425"/>
              </a:lnSpc>
              <a:spcBef>
                <a:spcPts val="0"/>
              </a:spcBef>
              <a:buNone/>
            </a:pPr>
            <a:r>
              <a:rPr lang="en-GB" sz="1050" b="0" dirty="0" err="1">
                <a:solidFill>
                  <a:srgbClr val="9CDCFE"/>
                </a:solidFill>
                <a:effectLst/>
                <a:latin typeface="Consolas" panose="020B0609020204030204" pitchFamily="49" charset="0"/>
              </a:rPr>
              <a:t>imgpoints</a:t>
            </a:r>
            <a:r>
              <a:rPr lang="en-GB" sz="1050" b="0" dirty="0">
                <a:solidFill>
                  <a:srgbClr val="CCCCCC"/>
                </a:solidFill>
                <a:effectLst/>
                <a:latin typeface="Consolas" panose="020B0609020204030204" pitchFamily="49" charset="0"/>
              </a:rPr>
              <a:t> </a:t>
            </a:r>
            <a:r>
              <a:rPr lang="en-GB" sz="1050" b="0" dirty="0">
                <a:solidFill>
                  <a:srgbClr val="D4D4D4"/>
                </a:solidFill>
                <a:effectLst/>
                <a:latin typeface="Consolas" panose="020B0609020204030204" pitchFamily="49" charset="0"/>
              </a:rPr>
              <a:t>=</a:t>
            </a:r>
            <a:r>
              <a:rPr lang="en-GB" sz="1050" b="0" dirty="0">
                <a:solidFill>
                  <a:srgbClr val="CCCCCC"/>
                </a:solidFill>
                <a:effectLst/>
                <a:latin typeface="Consolas" panose="020B0609020204030204" pitchFamily="49" charset="0"/>
              </a:rPr>
              <a:t> []  </a:t>
            </a:r>
            <a:r>
              <a:rPr lang="en-GB" sz="1050" b="0" dirty="0">
                <a:solidFill>
                  <a:srgbClr val="6A9955"/>
                </a:solidFill>
                <a:effectLst/>
                <a:latin typeface="Consolas" panose="020B0609020204030204" pitchFamily="49" charset="0"/>
              </a:rPr>
              <a:t># 2D points in image plane</a:t>
            </a:r>
            <a:endParaRPr lang="en-GB" sz="1050" b="0" dirty="0">
              <a:solidFill>
                <a:srgbClr val="CCCCCC"/>
              </a:solidFill>
              <a:effectLst/>
              <a:latin typeface="Consolas" panose="020B0609020204030204" pitchFamily="49" charset="0"/>
            </a:endParaRPr>
          </a:p>
          <a:p>
            <a:pPr marL="0" indent="0">
              <a:lnSpc>
                <a:spcPts val="1425"/>
              </a:lnSpc>
              <a:spcBef>
                <a:spcPts val="0"/>
              </a:spcBef>
              <a:buNone/>
            </a:pPr>
            <a:br>
              <a:rPr lang="en-GB" sz="1050" b="0" dirty="0">
                <a:solidFill>
                  <a:srgbClr val="CCCCCC"/>
                </a:solidFill>
                <a:effectLst/>
                <a:latin typeface="Consolas" panose="020B0609020204030204" pitchFamily="49" charset="0"/>
              </a:rPr>
            </a:br>
            <a:r>
              <a:rPr lang="en-GB" sz="1050" b="0" dirty="0">
                <a:solidFill>
                  <a:srgbClr val="6A9955"/>
                </a:solidFill>
                <a:effectLst/>
                <a:latin typeface="Consolas" panose="020B0609020204030204" pitchFamily="49" charset="0"/>
              </a:rPr>
              <a:t># === [2] Load and process all chessboard images ===</a:t>
            </a:r>
            <a:endParaRPr lang="en-GB" sz="1050" b="0" dirty="0">
              <a:solidFill>
                <a:srgbClr val="CCCCCC"/>
              </a:solidFill>
              <a:effectLst/>
              <a:latin typeface="Consolas" panose="020B0609020204030204" pitchFamily="49" charset="0"/>
            </a:endParaRPr>
          </a:p>
          <a:p>
            <a:pPr marL="0" indent="0">
              <a:lnSpc>
                <a:spcPts val="1425"/>
              </a:lnSpc>
              <a:spcBef>
                <a:spcPts val="0"/>
              </a:spcBef>
              <a:buNone/>
            </a:pPr>
            <a:br>
              <a:rPr lang="en-GB" sz="1050" b="0" dirty="0">
                <a:solidFill>
                  <a:srgbClr val="CCCCCC"/>
                </a:solidFill>
                <a:effectLst/>
                <a:latin typeface="Consolas" panose="020B0609020204030204" pitchFamily="49" charset="0"/>
              </a:rPr>
            </a:br>
            <a:r>
              <a:rPr lang="en-GB" sz="1050" b="0" dirty="0">
                <a:solidFill>
                  <a:srgbClr val="9CDCFE"/>
                </a:solidFill>
                <a:effectLst/>
                <a:latin typeface="Consolas" panose="020B0609020204030204" pitchFamily="49" charset="0"/>
              </a:rPr>
              <a:t>images</a:t>
            </a:r>
            <a:r>
              <a:rPr lang="en-GB" sz="1050" b="0" dirty="0">
                <a:solidFill>
                  <a:srgbClr val="CCCCCC"/>
                </a:solidFill>
                <a:effectLst/>
                <a:latin typeface="Consolas" panose="020B0609020204030204" pitchFamily="49" charset="0"/>
              </a:rPr>
              <a:t> </a:t>
            </a:r>
            <a:r>
              <a:rPr lang="en-GB" sz="1050" b="0" dirty="0">
                <a:solidFill>
                  <a:srgbClr val="D4D4D4"/>
                </a:solidFill>
                <a:effectLst/>
                <a:latin typeface="Consolas" panose="020B0609020204030204" pitchFamily="49" charset="0"/>
              </a:rPr>
              <a:t>=</a:t>
            </a:r>
            <a:r>
              <a:rPr lang="en-GB" sz="1050" b="0" dirty="0">
                <a:solidFill>
                  <a:srgbClr val="CCCCCC"/>
                </a:solidFill>
                <a:effectLst/>
                <a:latin typeface="Consolas" panose="020B0609020204030204" pitchFamily="49" charset="0"/>
              </a:rPr>
              <a:t> </a:t>
            </a:r>
            <a:r>
              <a:rPr lang="en-GB" sz="1050" b="0" dirty="0" err="1">
                <a:solidFill>
                  <a:srgbClr val="4EC9B0"/>
                </a:solidFill>
                <a:effectLst/>
                <a:latin typeface="Consolas" panose="020B0609020204030204" pitchFamily="49" charset="0"/>
              </a:rPr>
              <a:t>glob</a:t>
            </a:r>
            <a:r>
              <a:rPr lang="en-GB" sz="1050" b="0" dirty="0" err="1">
                <a:solidFill>
                  <a:srgbClr val="CCCCCC"/>
                </a:solidFill>
                <a:effectLst/>
                <a:latin typeface="Consolas" panose="020B0609020204030204" pitchFamily="49" charset="0"/>
              </a:rPr>
              <a:t>.</a:t>
            </a:r>
            <a:r>
              <a:rPr lang="en-GB" sz="1050" b="0" dirty="0" err="1">
                <a:solidFill>
                  <a:srgbClr val="DCDCAA"/>
                </a:solidFill>
                <a:effectLst/>
                <a:latin typeface="Consolas" panose="020B0609020204030204" pitchFamily="49" charset="0"/>
              </a:rPr>
              <a:t>glob</a:t>
            </a:r>
            <a:r>
              <a:rPr lang="en-GB" sz="1050" b="0" dirty="0">
                <a:solidFill>
                  <a:srgbClr val="CCCCCC"/>
                </a:solidFill>
                <a:effectLst/>
                <a:latin typeface="Consolas" panose="020B0609020204030204" pitchFamily="49" charset="0"/>
              </a:rPr>
              <a:t>(</a:t>
            </a:r>
            <a:r>
              <a:rPr lang="en-GB" sz="1050" b="0" dirty="0">
                <a:solidFill>
                  <a:srgbClr val="CE9178"/>
                </a:solidFill>
                <a:effectLst/>
                <a:latin typeface="Consolas" panose="020B0609020204030204" pitchFamily="49" charset="0"/>
              </a:rPr>
              <a:t>'images/*.</a:t>
            </a:r>
            <a:r>
              <a:rPr lang="en-GB" sz="1050" b="0" dirty="0" err="1">
                <a:solidFill>
                  <a:srgbClr val="CE9178"/>
                </a:solidFill>
                <a:effectLst/>
                <a:latin typeface="Consolas" panose="020B0609020204030204" pitchFamily="49" charset="0"/>
              </a:rPr>
              <a:t>png</a:t>
            </a:r>
            <a:r>
              <a:rPr lang="en-GB" sz="1050" b="0" dirty="0">
                <a:solidFill>
                  <a:srgbClr val="CE9178"/>
                </a:solidFill>
                <a:effectLst/>
                <a:latin typeface="Consolas" panose="020B0609020204030204" pitchFamily="49" charset="0"/>
              </a:rPr>
              <a:t>'</a:t>
            </a:r>
            <a:r>
              <a:rPr lang="en-GB" sz="1050" b="0" dirty="0">
                <a:solidFill>
                  <a:srgbClr val="CCCCCC"/>
                </a:solidFill>
                <a:effectLst/>
                <a:latin typeface="Consolas" panose="020B0609020204030204" pitchFamily="49" charset="0"/>
              </a:rPr>
              <a:t>)</a:t>
            </a:r>
          </a:p>
        </p:txBody>
      </p:sp>
      <p:sp>
        <p:nvSpPr>
          <p:cNvPr id="4" name="Title 3">
            <a:extLst>
              <a:ext uri="{FF2B5EF4-FFF2-40B4-BE49-F238E27FC236}">
                <a16:creationId xmlns:a16="http://schemas.microsoft.com/office/drawing/2014/main" id="{BC0DC054-1E9E-963C-B5DC-71835334782C}"/>
              </a:ext>
            </a:extLst>
          </p:cNvPr>
          <p:cNvSpPr>
            <a:spLocks noGrp="1"/>
          </p:cNvSpPr>
          <p:nvPr>
            <p:ph type="title"/>
          </p:nvPr>
        </p:nvSpPr>
        <p:spPr/>
        <p:txBody>
          <a:bodyPr/>
          <a:lstStyle/>
          <a:p>
            <a:r>
              <a:rPr lang="en-GB" dirty="0"/>
              <a:t>Activity 2</a:t>
            </a:r>
          </a:p>
        </p:txBody>
      </p:sp>
      <p:sp>
        <p:nvSpPr>
          <p:cNvPr id="2" name="Rectangle 1">
            <a:extLst>
              <a:ext uri="{FF2B5EF4-FFF2-40B4-BE49-F238E27FC236}">
                <a16:creationId xmlns:a16="http://schemas.microsoft.com/office/drawing/2014/main" id="{E266E38E-7EF3-BFA9-32DB-1CC4F43DB8F7}"/>
              </a:ext>
            </a:extLst>
          </p:cNvPr>
          <p:cNvSpPr/>
          <p:nvPr/>
        </p:nvSpPr>
        <p:spPr>
          <a:xfrm>
            <a:off x="838200" y="5749411"/>
            <a:ext cx="4809043" cy="552591"/>
          </a:xfrm>
          <a:prstGeom prst="rect">
            <a:avLst/>
          </a:prstGeom>
          <a:solidFill>
            <a:schemeClr val="bg1">
              <a:lumMod val="95000"/>
            </a:schemeClr>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r>
              <a:rPr lang="en-GB" sz="1200" dirty="0">
                <a:solidFill>
                  <a:srgbClr val="6C6C6C"/>
                </a:solidFill>
                <a:latin typeface="Consolas" panose="020B0609020204030204" pitchFamily="49" charset="0"/>
              </a:rPr>
              <a:t>python CameraCal.py</a:t>
            </a:r>
            <a:br>
              <a:rPr lang="en-GB" sz="1200" dirty="0">
                <a:solidFill>
                  <a:srgbClr val="6C6C6C"/>
                </a:solidFill>
                <a:latin typeface="Consolas" panose="020B0609020204030204" pitchFamily="49" charset="0"/>
              </a:rPr>
            </a:br>
            <a:r>
              <a:rPr lang="en-GB" sz="1200" dirty="0">
                <a:solidFill>
                  <a:srgbClr val="6C6C6C"/>
                </a:solidFill>
                <a:latin typeface="Consolas" panose="020B0609020204030204" pitchFamily="49" charset="0"/>
              </a:rPr>
              <a:t>#In Ubuntu</a:t>
            </a:r>
          </a:p>
          <a:p>
            <a:r>
              <a:rPr lang="en-GB" sz="1200" dirty="0">
                <a:solidFill>
                  <a:srgbClr val="6C6C6C"/>
                </a:solidFill>
                <a:latin typeface="Consolas" panose="020B0609020204030204" pitchFamily="49" charset="0"/>
              </a:rPr>
              <a:t>python3 CameraCal.py</a:t>
            </a:r>
          </a:p>
        </p:txBody>
      </p:sp>
      <p:sp>
        <p:nvSpPr>
          <p:cNvPr id="5" name="Rectangle 4">
            <a:extLst>
              <a:ext uri="{FF2B5EF4-FFF2-40B4-BE49-F238E27FC236}">
                <a16:creationId xmlns:a16="http://schemas.microsoft.com/office/drawing/2014/main" id="{8C1D7DB0-005B-79FE-E7FC-7E16C28902BF}"/>
              </a:ext>
            </a:extLst>
          </p:cNvPr>
          <p:cNvSpPr/>
          <p:nvPr/>
        </p:nvSpPr>
        <p:spPr>
          <a:xfrm>
            <a:off x="838200" y="4377810"/>
            <a:ext cx="4809043" cy="256941"/>
          </a:xfrm>
          <a:prstGeom prst="rect">
            <a:avLst/>
          </a:prstGeom>
          <a:solidFill>
            <a:schemeClr val="bg1">
              <a:lumMod val="95000"/>
            </a:schemeClr>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r>
              <a:rPr lang="en-GB" sz="1200" dirty="0">
                <a:solidFill>
                  <a:srgbClr val="6C6C6C"/>
                </a:solidFill>
                <a:latin typeface="Consolas" panose="020B0609020204030204" pitchFamily="49" charset="0"/>
              </a:rPr>
              <a:t>pip install </a:t>
            </a:r>
            <a:r>
              <a:rPr lang="en-GB" sz="1200" dirty="0" err="1">
                <a:solidFill>
                  <a:srgbClr val="6C6C6C"/>
                </a:solidFill>
                <a:latin typeface="Consolas" panose="020B0609020204030204" pitchFamily="49" charset="0"/>
              </a:rPr>
              <a:t>PyYAML</a:t>
            </a:r>
            <a:endParaRPr lang="en-GB" sz="1200" dirty="0">
              <a:solidFill>
                <a:srgbClr val="6C6C6C"/>
              </a:solidFill>
              <a:latin typeface="Consolas" panose="020B0609020204030204" pitchFamily="49" charset="0"/>
            </a:endParaRPr>
          </a:p>
        </p:txBody>
      </p:sp>
    </p:spTree>
    <p:extLst>
      <p:ext uri="{BB962C8B-B14F-4D97-AF65-F5344CB8AC3E}">
        <p14:creationId xmlns:p14="http://schemas.microsoft.com/office/powerpoint/2010/main" val="338658599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7A5E4D-9B74-B51E-C6F7-D31D141C9A70}"/>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C8EDEE2-7407-5E86-31D1-DFF11FF2A490}"/>
              </a:ext>
            </a:extLst>
          </p:cNvPr>
          <p:cNvSpPr>
            <a:spLocks noGrp="1"/>
          </p:cNvSpPr>
          <p:nvPr>
            <p:ph sz="half" idx="4294967295"/>
          </p:nvPr>
        </p:nvSpPr>
        <p:spPr>
          <a:xfrm>
            <a:off x="0" y="-1"/>
            <a:ext cx="5961529" cy="6858000"/>
          </a:xfrm>
          <a:solidFill>
            <a:schemeClr val="tx2">
              <a:lumMod val="50000"/>
            </a:schemeClr>
          </a:solidFill>
          <a:ln>
            <a:solidFill>
              <a:schemeClr val="bg1"/>
            </a:solidFill>
          </a:ln>
        </p:spPr>
        <p:txBody>
          <a:bodyPr>
            <a:noAutofit/>
          </a:bodyPr>
          <a:lstStyle/>
          <a:p>
            <a:pPr marL="0" indent="0">
              <a:lnSpc>
                <a:spcPts val="1425"/>
              </a:lnSpc>
              <a:spcBef>
                <a:spcPts val="0"/>
              </a:spcBef>
              <a:buNone/>
            </a:pPr>
            <a:r>
              <a:rPr lang="en-GB" sz="1100" b="0" dirty="0">
                <a:solidFill>
                  <a:srgbClr val="C586C0"/>
                </a:solidFill>
                <a:effectLst/>
                <a:latin typeface="Consolas" panose="020B0609020204030204" pitchFamily="49" charset="0"/>
              </a:rPr>
              <a:t>for</a:t>
            </a:r>
            <a:r>
              <a:rPr lang="en-GB" sz="1100" b="0" dirty="0">
                <a:solidFill>
                  <a:srgbClr val="CCCCCC"/>
                </a:solidFill>
                <a:effectLst/>
                <a:latin typeface="Consolas" panose="020B0609020204030204" pitchFamily="49" charset="0"/>
              </a:rPr>
              <a:t> </a:t>
            </a:r>
            <a:r>
              <a:rPr lang="en-GB" sz="1100" b="0" dirty="0" err="1">
                <a:solidFill>
                  <a:srgbClr val="9CDCFE"/>
                </a:solidFill>
                <a:effectLst/>
                <a:latin typeface="Consolas" panose="020B0609020204030204" pitchFamily="49" charset="0"/>
              </a:rPr>
              <a:t>fname</a:t>
            </a:r>
            <a:r>
              <a:rPr lang="en-GB" sz="1100" b="0" dirty="0">
                <a:solidFill>
                  <a:srgbClr val="CCCCCC"/>
                </a:solidFill>
                <a:effectLst/>
                <a:latin typeface="Consolas" panose="020B0609020204030204" pitchFamily="49" charset="0"/>
              </a:rPr>
              <a:t> </a:t>
            </a:r>
            <a:r>
              <a:rPr lang="en-GB" sz="1100" b="0" dirty="0">
                <a:solidFill>
                  <a:srgbClr val="C586C0"/>
                </a:solidFill>
                <a:effectLst/>
                <a:latin typeface="Consolas" panose="020B0609020204030204" pitchFamily="49" charset="0"/>
              </a:rPr>
              <a:t>in</a:t>
            </a:r>
            <a:r>
              <a:rPr lang="en-GB" sz="1100" b="0" dirty="0">
                <a:solidFill>
                  <a:srgbClr val="CCCCCC"/>
                </a:solidFill>
                <a:effectLst/>
                <a:latin typeface="Consolas" panose="020B0609020204030204" pitchFamily="49" charset="0"/>
              </a:rPr>
              <a:t> </a:t>
            </a:r>
            <a:r>
              <a:rPr lang="en-GB" sz="1100" b="0" dirty="0">
                <a:solidFill>
                  <a:srgbClr val="9CDCFE"/>
                </a:solidFill>
                <a:effectLst/>
                <a:latin typeface="Consolas" panose="020B0609020204030204" pitchFamily="49" charset="0"/>
              </a:rPr>
              <a:t>images</a:t>
            </a:r>
            <a:r>
              <a:rPr lang="en-GB" sz="1100" b="0" dirty="0">
                <a:solidFill>
                  <a:srgbClr val="CCCCCC"/>
                </a:solidFill>
                <a:effectLst/>
                <a:latin typeface="Consolas" panose="020B0609020204030204" pitchFamily="49" charset="0"/>
              </a:rPr>
              <a:t>:</a:t>
            </a:r>
          </a:p>
          <a:p>
            <a:pPr marL="0" indent="0">
              <a:lnSpc>
                <a:spcPts val="1425"/>
              </a:lnSpc>
              <a:spcBef>
                <a:spcPts val="0"/>
              </a:spcBef>
              <a:buNone/>
            </a:pPr>
            <a:r>
              <a:rPr lang="en-GB" sz="1100" b="0" dirty="0">
                <a:solidFill>
                  <a:srgbClr val="CCCCCC"/>
                </a:solidFill>
                <a:effectLst/>
                <a:latin typeface="Consolas" panose="020B0609020204030204" pitchFamily="49" charset="0"/>
              </a:rPr>
              <a:t>    </a:t>
            </a:r>
            <a:r>
              <a:rPr lang="en-GB" sz="1100" b="0" dirty="0" err="1">
                <a:solidFill>
                  <a:srgbClr val="9CDCFE"/>
                </a:solidFill>
                <a:effectLst/>
                <a:latin typeface="Consolas" panose="020B0609020204030204" pitchFamily="49" charset="0"/>
              </a:rPr>
              <a:t>img</a:t>
            </a:r>
            <a:r>
              <a:rPr lang="en-GB" sz="1100" b="0" dirty="0">
                <a:solidFill>
                  <a:srgbClr val="CCCCCC"/>
                </a:solidFill>
                <a:effectLst/>
                <a:latin typeface="Consolas" panose="020B0609020204030204" pitchFamily="49" charset="0"/>
              </a:rPr>
              <a:t> </a:t>
            </a:r>
            <a:r>
              <a:rPr lang="en-GB" sz="1100" b="0" dirty="0">
                <a:solidFill>
                  <a:srgbClr val="D4D4D4"/>
                </a:solidFill>
                <a:effectLst/>
                <a:latin typeface="Consolas" panose="020B0609020204030204" pitchFamily="49" charset="0"/>
              </a:rPr>
              <a:t>=</a:t>
            </a:r>
            <a:r>
              <a:rPr lang="en-GB" sz="1100" b="0" dirty="0">
                <a:solidFill>
                  <a:srgbClr val="CCCCCC"/>
                </a:solidFill>
                <a:effectLst/>
                <a:latin typeface="Consolas" panose="020B0609020204030204" pitchFamily="49" charset="0"/>
              </a:rPr>
              <a:t> </a:t>
            </a:r>
            <a:r>
              <a:rPr lang="en-GB" sz="1100" b="0" dirty="0" err="1">
                <a:solidFill>
                  <a:srgbClr val="4EC9B0"/>
                </a:solidFill>
                <a:effectLst/>
                <a:latin typeface="Consolas" panose="020B0609020204030204" pitchFamily="49" charset="0"/>
              </a:rPr>
              <a:t>cv</a:t>
            </a:r>
            <a:r>
              <a:rPr lang="en-GB" sz="1100" b="0" dirty="0" err="1">
                <a:solidFill>
                  <a:srgbClr val="CCCCCC"/>
                </a:solidFill>
                <a:effectLst/>
                <a:latin typeface="Consolas" panose="020B0609020204030204" pitchFamily="49" charset="0"/>
              </a:rPr>
              <a:t>.imread</a:t>
            </a:r>
            <a:r>
              <a:rPr lang="en-GB" sz="1100" b="0" dirty="0">
                <a:solidFill>
                  <a:srgbClr val="CCCCCC"/>
                </a:solidFill>
                <a:effectLst/>
                <a:latin typeface="Consolas" panose="020B0609020204030204" pitchFamily="49" charset="0"/>
              </a:rPr>
              <a:t>(</a:t>
            </a:r>
            <a:r>
              <a:rPr lang="en-GB" sz="1100" b="0" dirty="0" err="1">
                <a:solidFill>
                  <a:srgbClr val="9CDCFE"/>
                </a:solidFill>
                <a:effectLst/>
                <a:latin typeface="Consolas" panose="020B0609020204030204" pitchFamily="49" charset="0"/>
              </a:rPr>
              <a:t>fname</a:t>
            </a:r>
            <a:r>
              <a:rPr lang="en-GB" sz="1100" b="0" dirty="0">
                <a:solidFill>
                  <a:srgbClr val="CCCCCC"/>
                </a:solidFill>
                <a:effectLst/>
                <a:latin typeface="Consolas" panose="020B0609020204030204" pitchFamily="49" charset="0"/>
              </a:rPr>
              <a:t>)</a:t>
            </a:r>
          </a:p>
          <a:p>
            <a:pPr marL="0" indent="0">
              <a:lnSpc>
                <a:spcPts val="1425"/>
              </a:lnSpc>
              <a:spcBef>
                <a:spcPts val="0"/>
              </a:spcBef>
              <a:buNone/>
            </a:pPr>
            <a:r>
              <a:rPr lang="en-GB" sz="1100" b="0" dirty="0">
                <a:solidFill>
                  <a:srgbClr val="CCCCCC"/>
                </a:solidFill>
                <a:effectLst/>
                <a:latin typeface="Consolas" panose="020B0609020204030204" pitchFamily="49" charset="0"/>
              </a:rPr>
              <a:t>    </a:t>
            </a:r>
            <a:r>
              <a:rPr lang="en-GB" sz="1100" b="0" dirty="0" err="1">
                <a:solidFill>
                  <a:srgbClr val="9CDCFE"/>
                </a:solidFill>
                <a:effectLst/>
                <a:latin typeface="Consolas" panose="020B0609020204030204" pitchFamily="49" charset="0"/>
              </a:rPr>
              <a:t>gray</a:t>
            </a:r>
            <a:r>
              <a:rPr lang="en-GB" sz="1100" b="0" dirty="0">
                <a:solidFill>
                  <a:srgbClr val="CCCCCC"/>
                </a:solidFill>
                <a:effectLst/>
                <a:latin typeface="Consolas" panose="020B0609020204030204" pitchFamily="49" charset="0"/>
              </a:rPr>
              <a:t> </a:t>
            </a:r>
            <a:r>
              <a:rPr lang="en-GB" sz="1100" b="0" dirty="0">
                <a:solidFill>
                  <a:srgbClr val="D4D4D4"/>
                </a:solidFill>
                <a:effectLst/>
                <a:latin typeface="Consolas" panose="020B0609020204030204" pitchFamily="49" charset="0"/>
              </a:rPr>
              <a:t>=</a:t>
            </a:r>
            <a:r>
              <a:rPr lang="en-GB" sz="1100" b="0" dirty="0">
                <a:solidFill>
                  <a:srgbClr val="CCCCCC"/>
                </a:solidFill>
                <a:effectLst/>
                <a:latin typeface="Consolas" panose="020B0609020204030204" pitchFamily="49" charset="0"/>
              </a:rPr>
              <a:t> </a:t>
            </a:r>
            <a:r>
              <a:rPr lang="en-GB" sz="1100" b="0" dirty="0" err="1">
                <a:solidFill>
                  <a:srgbClr val="4EC9B0"/>
                </a:solidFill>
                <a:effectLst/>
                <a:latin typeface="Consolas" panose="020B0609020204030204" pitchFamily="49" charset="0"/>
              </a:rPr>
              <a:t>cv</a:t>
            </a:r>
            <a:r>
              <a:rPr lang="en-GB" sz="1100" b="0" dirty="0" err="1">
                <a:solidFill>
                  <a:srgbClr val="CCCCCC"/>
                </a:solidFill>
                <a:effectLst/>
                <a:latin typeface="Consolas" panose="020B0609020204030204" pitchFamily="49" charset="0"/>
              </a:rPr>
              <a:t>.cvtColor</a:t>
            </a:r>
            <a:r>
              <a:rPr lang="en-GB" sz="1100" b="0" dirty="0">
                <a:solidFill>
                  <a:srgbClr val="CCCCCC"/>
                </a:solidFill>
                <a:effectLst/>
                <a:latin typeface="Consolas" panose="020B0609020204030204" pitchFamily="49" charset="0"/>
              </a:rPr>
              <a:t>(</a:t>
            </a:r>
            <a:r>
              <a:rPr lang="en-GB" sz="1100" b="0" dirty="0" err="1">
                <a:solidFill>
                  <a:srgbClr val="9CDCFE"/>
                </a:solidFill>
                <a:effectLst/>
                <a:latin typeface="Consolas" panose="020B0609020204030204" pitchFamily="49" charset="0"/>
              </a:rPr>
              <a:t>img</a:t>
            </a:r>
            <a:r>
              <a:rPr lang="en-GB" sz="1100" b="0" dirty="0">
                <a:solidFill>
                  <a:srgbClr val="CCCCCC"/>
                </a:solidFill>
                <a:effectLst/>
                <a:latin typeface="Consolas" panose="020B0609020204030204" pitchFamily="49" charset="0"/>
              </a:rPr>
              <a:t>, </a:t>
            </a:r>
            <a:r>
              <a:rPr lang="en-GB" sz="1100" b="0" dirty="0">
                <a:solidFill>
                  <a:srgbClr val="4EC9B0"/>
                </a:solidFill>
                <a:effectLst/>
                <a:latin typeface="Consolas" panose="020B0609020204030204" pitchFamily="49" charset="0"/>
              </a:rPr>
              <a:t>cv</a:t>
            </a:r>
            <a:r>
              <a:rPr lang="en-GB" sz="1100" b="0" dirty="0">
                <a:solidFill>
                  <a:srgbClr val="CCCCCC"/>
                </a:solidFill>
                <a:effectLst/>
                <a:latin typeface="Consolas" panose="020B0609020204030204" pitchFamily="49" charset="0"/>
              </a:rPr>
              <a:t>.COLOR_BGR2GRAY)</a:t>
            </a:r>
          </a:p>
          <a:p>
            <a:pPr marL="0" indent="0">
              <a:lnSpc>
                <a:spcPts val="1425"/>
              </a:lnSpc>
              <a:spcBef>
                <a:spcPts val="0"/>
              </a:spcBef>
              <a:buNone/>
            </a:pPr>
            <a:br>
              <a:rPr lang="en-GB" sz="1100" b="0" dirty="0">
                <a:solidFill>
                  <a:srgbClr val="CCCCCC"/>
                </a:solidFill>
                <a:effectLst/>
                <a:latin typeface="Consolas" panose="020B0609020204030204" pitchFamily="49" charset="0"/>
              </a:rPr>
            </a:br>
            <a:r>
              <a:rPr lang="en-GB" sz="1100" b="0" dirty="0">
                <a:solidFill>
                  <a:srgbClr val="CCCCCC"/>
                </a:solidFill>
                <a:effectLst/>
                <a:latin typeface="Consolas" panose="020B0609020204030204" pitchFamily="49" charset="0"/>
              </a:rPr>
              <a:t>    </a:t>
            </a:r>
            <a:r>
              <a:rPr lang="en-GB" sz="1100" b="0" dirty="0">
                <a:solidFill>
                  <a:srgbClr val="6A9955"/>
                </a:solidFill>
                <a:effectLst/>
                <a:latin typeface="Consolas" panose="020B0609020204030204" pitchFamily="49" charset="0"/>
              </a:rPr>
              <a:t># Try to find the chessboard corners</a:t>
            </a:r>
            <a:endParaRPr lang="en-GB" sz="1100" b="0" dirty="0">
              <a:solidFill>
                <a:srgbClr val="CCCCCC"/>
              </a:solidFill>
              <a:effectLst/>
              <a:latin typeface="Consolas" panose="020B0609020204030204" pitchFamily="49" charset="0"/>
            </a:endParaRPr>
          </a:p>
          <a:p>
            <a:pPr marL="0" indent="0">
              <a:lnSpc>
                <a:spcPts val="1425"/>
              </a:lnSpc>
              <a:spcBef>
                <a:spcPts val="0"/>
              </a:spcBef>
              <a:buNone/>
            </a:pPr>
            <a:r>
              <a:rPr lang="en-GB" sz="1100" b="0" dirty="0">
                <a:solidFill>
                  <a:srgbClr val="CCCCCC"/>
                </a:solidFill>
                <a:effectLst/>
                <a:latin typeface="Consolas" panose="020B0609020204030204" pitchFamily="49" charset="0"/>
              </a:rPr>
              <a:t>    </a:t>
            </a:r>
            <a:r>
              <a:rPr lang="en-GB" sz="1100" b="0" dirty="0">
                <a:solidFill>
                  <a:srgbClr val="9CDCFE"/>
                </a:solidFill>
                <a:effectLst/>
                <a:latin typeface="Consolas" panose="020B0609020204030204" pitchFamily="49" charset="0"/>
              </a:rPr>
              <a:t>ret</a:t>
            </a:r>
            <a:r>
              <a:rPr lang="en-GB" sz="1100" b="0" dirty="0">
                <a:solidFill>
                  <a:srgbClr val="CCCCCC"/>
                </a:solidFill>
                <a:effectLst/>
                <a:latin typeface="Consolas" panose="020B0609020204030204" pitchFamily="49" charset="0"/>
              </a:rPr>
              <a:t>, </a:t>
            </a:r>
            <a:r>
              <a:rPr lang="en-GB" sz="1100" b="0" dirty="0">
                <a:solidFill>
                  <a:srgbClr val="9CDCFE"/>
                </a:solidFill>
                <a:effectLst/>
                <a:latin typeface="Consolas" panose="020B0609020204030204" pitchFamily="49" charset="0"/>
              </a:rPr>
              <a:t>corners</a:t>
            </a:r>
            <a:r>
              <a:rPr lang="en-GB" sz="1100" b="0" dirty="0">
                <a:solidFill>
                  <a:srgbClr val="CCCCCC"/>
                </a:solidFill>
                <a:effectLst/>
                <a:latin typeface="Consolas" panose="020B0609020204030204" pitchFamily="49" charset="0"/>
              </a:rPr>
              <a:t> </a:t>
            </a:r>
            <a:r>
              <a:rPr lang="en-GB" sz="1100" b="0" dirty="0">
                <a:solidFill>
                  <a:srgbClr val="D4D4D4"/>
                </a:solidFill>
                <a:effectLst/>
                <a:latin typeface="Consolas" panose="020B0609020204030204" pitchFamily="49" charset="0"/>
              </a:rPr>
              <a:t>=</a:t>
            </a:r>
            <a:r>
              <a:rPr lang="en-GB" sz="1100" b="0" dirty="0">
                <a:solidFill>
                  <a:srgbClr val="CCCCCC"/>
                </a:solidFill>
                <a:effectLst/>
                <a:latin typeface="Consolas" panose="020B0609020204030204" pitchFamily="49" charset="0"/>
              </a:rPr>
              <a:t> </a:t>
            </a:r>
            <a:r>
              <a:rPr lang="en-GB" sz="1100" b="0" dirty="0" err="1">
                <a:solidFill>
                  <a:srgbClr val="4EC9B0"/>
                </a:solidFill>
                <a:effectLst/>
                <a:latin typeface="Consolas" panose="020B0609020204030204" pitchFamily="49" charset="0"/>
              </a:rPr>
              <a:t>cv</a:t>
            </a:r>
            <a:r>
              <a:rPr lang="en-GB" sz="1100" b="0" dirty="0" err="1">
                <a:solidFill>
                  <a:srgbClr val="CCCCCC"/>
                </a:solidFill>
                <a:effectLst/>
                <a:latin typeface="Consolas" panose="020B0609020204030204" pitchFamily="49" charset="0"/>
              </a:rPr>
              <a:t>.findChessboardCorners</a:t>
            </a:r>
            <a:r>
              <a:rPr lang="en-GB" sz="1100" b="0" dirty="0">
                <a:solidFill>
                  <a:srgbClr val="CCCCCC"/>
                </a:solidFill>
                <a:effectLst/>
                <a:latin typeface="Consolas" panose="020B0609020204030204" pitchFamily="49" charset="0"/>
              </a:rPr>
              <a:t>(</a:t>
            </a:r>
            <a:r>
              <a:rPr lang="en-GB" sz="1100" b="0" dirty="0" err="1">
                <a:solidFill>
                  <a:srgbClr val="9CDCFE"/>
                </a:solidFill>
                <a:effectLst/>
                <a:latin typeface="Consolas" panose="020B0609020204030204" pitchFamily="49" charset="0"/>
              </a:rPr>
              <a:t>gray</a:t>
            </a:r>
            <a:r>
              <a:rPr lang="en-GB" sz="1100" b="0" dirty="0">
                <a:solidFill>
                  <a:srgbClr val="CCCCCC"/>
                </a:solidFill>
                <a:effectLst/>
                <a:latin typeface="Consolas" panose="020B0609020204030204" pitchFamily="49" charset="0"/>
              </a:rPr>
              <a:t>, </a:t>
            </a:r>
            <a:r>
              <a:rPr lang="en-GB" sz="1100" b="0" dirty="0" err="1">
                <a:solidFill>
                  <a:srgbClr val="9CDCFE"/>
                </a:solidFill>
                <a:effectLst/>
                <a:latin typeface="Consolas" panose="020B0609020204030204" pitchFamily="49" charset="0"/>
              </a:rPr>
              <a:t>chessboard_size</a:t>
            </a:r>
            <a:r>
              <a:rPr lang="en-GB" sz="1100" b="0" dirty="0">
                <a:solidFill>
                  <a:srgbClr val="CCCCCC"/>
                </a:solidFill>
                <a:effectLst/>
                <a:latin typeface="Consolas" panose="020B0609020204030204" pitchFamily="49" charset="0"/>
              </a:rPr>
              <a:t>, </a:t>
            </a:r>
            <a:r>
              <a:rPr lang="en-GB" sz="1100" b="0" dirty="0">
                <a:solidFill>
                  <a:srgbClr val="569CD6"/>
                </a:solidFill>
                <a:effectLst/>
                <a:latin typeface="Consolas" panose="020B0609020204030204" pitchFamily="49" charset="0"/>
              </a:rPr>
              <a:t>None</a:t>
            </a:r>
            <a:r>
              <a:rPr lang="en-GB" sz="1100" b="0" dirty="0">
                <a:solidFill>
                  <a:srgbClr val="CCCCCC"/>
                </a:solidFill>
                <a:effectLst/>
                <a:latin typeface="Consolas" panose="020B0609020204030204" pitchFamily="49" charset="0"/>
              </a:rPr>
              <a:t>)</a:t>
            </a:r>
          </a:p>
          <a:p>
            <a:pPr marL="0" indent="0">
              <a:lnSpc>
                <a:spcPts val="1425"/>
              </a:lnSpc>
              <a:spcBef>
                <a:spcPts val="0"/>
              </a:spcBef>
              <a:buNone/>
            </a:pPr>
            <a:r>
              <a:rPr lang="en-GB" sz="1100" b="0" dirty="0">
                <a:solidFill>
                  <a:srgbClr val="CCCCCC"/>
                </a:solidFill>
                <a:effectLst/>
                <a:latin typeface="Consolas" panose="020B0609020204030204" pitchFamily="49" charset="0"/>
              </a:rPr>
              <a:t>    </a:t>
            </a:r>
            <a:r>
              <a:rPr lang="en-GB" sz="1100" b="0" dirty="0">
                <a:solidFill>
                  <a:srgbClr val="DCDCAA"/>
                </a:solidFill>
                <a:effectLst/>
                <a:latin typeface="Consolas" panose="020B0609020204030204" pitchFamily="49" charset="0"/>
              </a:rPr>
              <a:t>print</a:t>
            </a:r>
            <a:r>
              <a:rPr lang="en-GB" sz="1100" b="0" dirty="0">
                <a:solidFill>
                  <a:srgbClr val="CCCCCC"/>
                </a:solidFill>
                <a:effectLst/>
                <a:latin typeface="Consolas" panose="020B0609020204030204" pitchFamily="49" charset="0"/>
              </a:rPr>
              <a:t>(</a:t>
            </a:r>
            <a:r>
              <a:rPr lang="en-GB" sz="1100" b="0" dirty="0" err="1">
                <a:solidFill>
                  <a:srgbClr val="9CDCFE"/>
                </a:solidFill>
                <a:effectLst/>
                <a:latin typeface="Consolas" panose="020B0609020204030204" pitchFamily="49" charset="0"/>
              </a:rPr>
              <a:t>fname</a:t>
            </a:r>
            <a:r>
              <a:rPr lang="en-GB" sz="1100" b="0" dirty="0">
                <a:solidFill>
                  <a:srgbClr val="CCCCCC"/>
                </a:solidFill>
                <a:effectLst/>
                <a:latin typeface="Consolas" panose="020B0609020204030204" pitchFamily="49" charset="0"/>
              </a:rPr>
              <a:t>, </a:t>
            </a:r>
            <a:r>
              <a:rPr lang="en-GB" sz="1100" b="0" dirty="0">
                <a:solidFill>
                  <a:srgbClr val="CE9178"/>
                </a:solidFill>
                <a:effectLst/>
                <a:latin typeface="Consolas" panose="020B0609020204030204" pitchFamily="49" charset="0"/>
              </a:rPr>
              <a:t>"  Chessboard found:"</a:t>
            </a:r>
            <a:r>
              <a:rPr lang="en-GB" sz="1100" b="0" dirty="0">
                <a:solidFill>
                  <a:srgbClr val="CCCCCC"/>
                </a:solidFill>
                <a:effectLst/>
                <a:latin typeface="Consolas" panose="020B0609020204030204" pitchFamily="49" charset="0"/>
              </a:rPr>
              <a:t>, </a:t>
            </a:r>
            <a:r>
              <a:rPr lang="en-GB" sz="1100" b="0" dirty="0">
                <a:solidFill>
                  <a:srgbClr val="9CDCFE"/>
                </a:solidFill>
                <a:effectLst/>
                <a:latin typeface="Consolas" panose="020B0609020204030204" pitchFamily="49" charset="0"/>
              </a:rPr>
              <a:t>ret</a:t>
            </a:r>
            <a:r>
              <a:rPr lang="en-GB" sz="1100" b="0" dirty="0">
                <a:solidFill>
                  <a:srgbClr val="CCCCCC"/>
                </a:solidFill>
                <a:effectLst/>
                <a:latin typeface="Consolas" panose="020B0609020204030204" pitchFamily="49" charset="0"/>
              </a:rPr>
              <a:t>)</a:t>
            </a:r>
          </a:p>
          <a:p>
            <a:pPr marL="0" indent="0">
              <a:lnSpc>
                <a:spcPts val="1425"/>
              </a:lnSpc>
              <a:spcBef>
                <a:spcPts val="0"/>
              </a:spcBef>
              <a:buNone/>
            </a:pPr>
            <a:br>
              <a:rPr lang="en-GB" sz="1100" b="0" dirty="0">
                <a:solidFill>
                  <a:srgbClr val="CCCCCC"/>
                </a:solidFill>
                <a:effectLst/>
                <a:latin typeface="Consolas" panose="020B0609020204030204" pitchFamily="49" charset="0"/>
              </a:rPr>
            </a:br>
            <a:r>
              <a:rPr lang="en-GB" sz="1100" b="0" dirty="0">
                <a:solidFill>
                  <a:srgbClr val="CCCCCC"/>
                </a:solidFill>
                <a:effectLst/>
                <a:latin typeface="Consolas" panose="020B0609020204030204" pitchFamily="49" charset="0"/>
              </a:rPr>
              <a:t>    </a:t>
            </a:r>
            <a:r>
              <a:rPr lang="en-GB" sz="1100" b="0" dirty="0">
                <a:solidFill>
                  <a:srgbClr val="C586C0"/>
                </a:solidFill>
                <a:effectLst/>
                <a:latin typeface="Consolas" panose="020B0609020204030204" pitchFamily="49" charset="0"/>
              </a:rPr>
              <a:t>if</a:t>
            </a:r>
            <a:r>
              <a:rPr lang="en-GB" sz="1100" b="0" dirty="0">
                <a:solidFill>
                  <a:srgbClr val="CCCCCC"/>
                </a:solidFill>
                <a:effectLst/>
                <a:latin typeface="Consolas" panose="020B0609020204030204" pitchFamily="49" charset="0"/>
              </a:rPr>
              <a:t> </a:t>
            </a:r>
            <a:r>
              <a:rPr lang="en-GB" sz="1100" b="0" dirty="0">
                <a:solidFill>
                  <a:srgbClr val="9CDCFE"/>
                </a:solidFill>
                <a:effectLst/>
                <a:latin typeface="Consolas" panose="020B0609020204030204" pitchFamily="49" charset="0"/>
              </a:rPr>
              <a:t>ret</a:t>
            </a:r>
            <a:r>
              <a:rPr lang="en-GB" sz="1100" b="0" dirty="0">
                <a:solidFill>
                  <a:srgbClr val="CCCCCC"/>
                </a:solidFill>
                <a:effectLst/>
                <a:latin typeface="Consolas" panose="020B0609020204030204" pitchFamily="49" charset="0"/>
              </a:rPr>
              <a:t>:</a:t>
            </a:r>
          </a:p>
          <a:p>
            <a:pPr marL="0" indent="0">
              <a:lnSpc>
                <a:spcPts val="1425"/>
              </a:lnSpc>
              <a:spcBef>
                <a:spcPts val="0"/>
              </a:spcBef>
              <a:buNone/>
            </a:pPr>
            <a:r>
              <a:rPr lang="en-GB" sz="1100" b="0" dirty="0">
                <a:solidFill>
                  <a:srgbClr val="CCCCCC"/>
                </a:solidFill>
                <a:effectLst/>
                <a:latin typeface="Consolas" panose="020B0609020204030204" pitchFamily="49" charset="0"/>
              </a:rPr>
              <a:t>        </a:t>
            </a:r>
            <a:r>
              <a:rPr lang="en-GB" sz="1100" b="0" dirty="0">
                <a:solidFill>
                  <a:srgbClr val="6A9955"/>
                </a:solidFill>
                <a:effectLst/>
                <a:latin typeface="Consolas" panose="020B0609020204030204" pitchFamily="49" charset="0"/>
              </a:rPr>
              <a:t># Refine corner positions and save them</a:t>
            </a:r>
            <a:endParaRPr lang="en-GB" sz="1100" b="0" dirty="0">
              <a:solidFill>
                <a:srgbClr val="CCCCCC"/>
              </a:solidFill>
              <a:effectLst/>
              <a:latin typeface="Consolas" panose="020B0609020204030204" pitchFamily="49" charset="0"/>
            </a:endParaRPr>
          </a:p>
          <a:p>
            <a:pPr marL="0" indent="0">
              <a:lnSpc>
                <a:spcPts val="1425"/>
              </a:lnSpc>
              <a:spcBef>
                <a:spcPts val="0"/>
              </a:spcBef>
              <a:buNone/>
            </a:pPr>
            <a:r>
              <a:rPr lang="en-GB" sz="1100" b="0" dirty="0">
                <a:solidFill>
                  <a:srgbClr val="CCCCCC"/>
                </a:solidFill>
                <a:effectLst/>
                <a:latin typeface="Consolas" panose="020B0609020204030204" pitchFamily="49" charset="0"/>
              </a:rPr>
              <a:t>        </a:t>
            </a:r>
            <a:r>
              <a:rPr lang="en-GB" sz="1100" b="0" dirty="0">
                <a:solidFill>
                  <a:srgbClr val="9CDCFE"/>
                </a:solidFill>
                <a:effectLst/>
                <a:latin typeface="Consolas" panose="020B0609020204030204" pitchFamily="49" charset="0"/>
              </a:rPr>
              <a:t>corners2</a:t>
            </a:r>
            <a:r>
              <a:rPr lang="en-GB" sz="1100" b="0" dirty="0">
                <a:solidFill>
                  <a:srgbClr val="CCCCCC"/>
                </a:solidFill>
                <a:effectLst/>
                <a:latin typeface="Consolas" panose="020B0609020204030204" pitchFamily="49" charset="0"/>
              </a:rPr>
              <a:t> </a:t>
            </a:r>
            <a:r>
              <a:rPr lang="en-GB" sz="1100" b="0" dirty="0">
                <a:solidFill>
                  <a:srgbClr val="D4D4D4"/>
                </a:solidFill>
                <a:effectLst/>
                <a:latin typeface="Consolas" panose="020B0609020204030204" pitchFamily="49" charset="0"/>
              </a:rPr>
              <a:t>=</a:t>
            </a:r>
            <a:r>
              <a:rPr lang="en-GB" sz="1100" b="0" dirty="0">
                <a:solidFill>
                  <a:srgbClr val="CCCCCC"/>
                </a:solidFill>
                <a:effectLst/>
                <a:latin typeface="Consolas" panose="020B0609020204030204" pitchFamily="49" charset="0"/>
              </a:rPr>
              <a:t> </a:t>
            </a:r>
            <a:r>
              <a:rPr lang="en-GB" sz="1100" b="0" dirty="0" err="1">
                <a:solidFill>
                  <a:srgbClr val="4EC9B0"/>
                </a:solidFill>
                <a:effectLst/>
                <a:latin typeface="Consolas" panose="020B0609020204030204" pitchFamily="49" charset="0"/>
              </a:rPr>
              <a:t>cv</a:t>
            </a:r>
            <a:r>
              <a:rPr lang="en-GB" sz="1100" b="0" dirty="0" err="1">
                <a:solidFill>
                  <a:srgbClr val="CCCCCC"/>
                </a:solidFill>
                <a:effectLst/>
                <a:latin typeface="Consolas" panose="020B0609020204030204" pitchFamily="49" charset="0"/>
              </a:rPr>
              <a:t>.cornerSubPix</a:t>
            </a:r>
            <a:r>
              <a:rPr lang="en-GB" sz="1100" b="0" dirty="0">
                <a:solidFill>
                  <a:srgbClr val="CCCCCC"/>
                </a:solidFill>
                <a:effectLst/>
                <a:latin typeface="Consolas" panose="020B0609020204030204" pitchFamily="49" charset="0"/>
              </a:rPr>
              <a:t>(</a:t>
            </a:r>
            <a:r>
              <a:rPr lang="en-GB" sz="1100" b="0" dirty="0" err="1">
                <a:solidFill>
                  <a:srgbClr val="9CDCFE"/>
                </a:solidFill>
                <a:effectLst/>
                <a:latin typeface="Consolas" panose="020B0609020204030204" pitchFamily="49" charset="0"/>
              </a:rPr>
              <a:t>gray</a:t>
            </a:r>
            <a:r>
              <a:rPr lang="en-GB" sz="1100" b="0" dirty="0">
                <a:solidFill>
                  <a:srgbClr val="CCCCCC"/>
                </a:solidFill>
                <a:effectLst/>
                <a:latin typeface="Consolas" panose="020B0609020204030204" pitchFamily="49" charset="0"/>
              </a:rPr>
              <a:t>, </a:t>
            </a:r>
            <a:r>
              <a:rPr lang="en-GB" sz="1100" b="0" dirty="0">
                <a:solidFill>
                  <a:srgbClr val="9CDCFE"/>
                </a:solidFill>
                <a:effectLst/>
                <a:latin typeface="Consolas" panose="020B0609020204030204" pitchFamily="49" charset="0"/>
              </a:rPr>
              <a:t>corners</a:t>
            </a:r>
            <a:r>
              <a:rPr lang="en-GB" sz="1100" b="0" dirty="0">
                <a:solidFill>
                  <a:srgbClr val="CCCCCC"/>
                </a:solidFill>
                <a:effectLst/>
                <a:latin typeface="Consolas" panose="020B0609020204030204" pitchFamily="49" charset="0"/>
              </a:rPr>
              <a:t>, (</a:t>
            </a:r>
            <a:r>
              <a:rPr lang="en-GB" sz="1100" b="0" dirty="0">
                <a:solidFill>
                  <a:srgbClr val="B5CEA8"/>
                </a:solidFill>
                <a:effectLst/>
                <a:latin typeface="Consolas" panose="020B0609020204030204" pitchFamily="49" charset="0"/>
              </a:rPr>
              <a:t>11</a:t>
            </a:r>
            <a:r>
              <a:rPr lang="en-GB" sz="1100" b="0" dirty="0">
                <a:solidFill>
                  <a:srgbClr val="CCCCCC"/>
                </a:solidFill>
                <a:effectLst/>
                <a:latin typeface="Consolas" panose="020B0609020204030204" pitchFamily="49" charset="0"/>
              </a:rPr>
              <a:t>, </a:t>
            </a:r>
            <a:r>
              <a:rPr lang="en-GB" sz="1100" b="0" dirty="0">
                <a:solidFill>
                  <a:srgbClr val="B5CEA8"/>
                </a:solidFill>
                <a:effectLst/>
                <a:latin typeface="Consolas" panose="020B0609020204030204" pitchFamily="49" charset="0"/>
              </a:rPr>
              <a:t>11</a:t>
            </a:r>
            <a:r>
              <a:rPr lang="en-GB" sz="1100" b="0" dirty="0">
                <a:solidFill>
                  <a:srgbClr val="CCCCCC"/>
                </a:solidFill>
                <a:effectLst/>
                <a:latin typeface="Consolas" panose="020B0609020204030204" pitchFamily="49" charset="0"/>
              </a:rPr>
              <a:t>), (</a:t>
            </a:r>
            <a:r>
              <a:rPr lang="en-GB" sz="1100" b="0" dirty="0">
                <a:solidFill>
                  <a:srgbClr val="D4D4D4"/>
                </a:solidFill>
                <a:effectLst/>
                <a:latin typeface="Consolas" panose="020B0609020204030204" pitchFamily="49" charset="0"/>
              </a:rPr>
              <a:t>-</a:t>
            </a:r>
            <a:r>
              <a:rPr lang="en-GB" sz="1100" b="0" dirty="0">
                <a:solidFill>
                  <a:srgbClr val="B5CEA8"/>
                </a:solidFill>
                <a:effectLst/>
                <a:latin typeface="Consolas" panose="020B0609020204030204" pitchFamily="49" charset="0"/>
              </a:rPr>
              <a:t>1</a:t>
            </a:r>
            <a:r>
              <a:rPr lang="en-GB" sz="1100" b="0" dirty="0">
                <a:solidFill>
                  <a:srgbClr val="CCCCCC"/>
                </a:solidFill>
                <a:effectLst/>
                <a:latin typeface="Consolas" panose="020B0609020204030204" pitchFamily="49" charset="0"/>
              </a:rPr>
              <a:t>, </a:t>
            </a:r>
            <a:r>
              <a:rPr lang="en-GB" sz="1100" b="0" dirty="0">
                <a:solidFill>
                  <a:srgbClr val="D4D4D4"/>
                </a:solidFill>
                <a:effectLst/>
                <a:latin typeface="Consolas" panose="020B0609020204030204" pitchFamily="49" charset="0"/>
              </a:rPr>
              <a:t>-</a:t>
            </a:r>
            <a:r>
              <a:rPr lang="en-GB" sz="1100" b="0" dirty="0">
                <a:solidFill>
                  <a:srgbClr val="B5CEA8"/>
                </a:solidFill>
                <a:effectLst/>
                <a:latin typeface="Consolas" panose="020B0609020204030204" pitchFamily="49" charset="0"/>
              </a:rPr>
              <a:t>1</a:t>
            </a:r>
            <a:r>
              <a:rPr lang="en-GB" sz="1100" b="0" dirty="0">
                <a:solidFill>
                  <a:srgbClr val="CCCCCC"/>
                </a:solidFill>
                <a:effectLst/>
                <a:latin typeface="Consolas" panose="020B0609020204030204" pitchFamily="49" charset="0"/>
              </a:rPr>
              <a:t>), </a:t>
            </a:r>
            <a:r>
              <a:rPr lang="en-GB" sz="1100" b="0" dirty="0">
                <a:solidFill>
                  <a:srgbClr val="9CDCFE"/>
                </a:solidFill>
                <a:effectLst/>
                <a:latin typeface="Consolas" panose="020B0609020204030204" pitchFamily="49" charset="0"/>
              </a:rPr>
              <a:t>criteria</a:t>
            </a:r>
            <a:r>
              <a:rPr lang="en-GB" sz="1100" b="0" dirty="0">
                <a:solidFill>
                  <a:srgbClr val="CCCCCC"/>
                </a:solidFill>
                <a:effectLst/>
                <a:latin typeface="Consolas" panose="020B0609020204030204" pitchFamily="49" charset="0"/>
              </a:rPr>
              <a:t>)</a:t>
            </a:r>
          </a:p>
          <a:p>
            <a:pPr marL="0" indent="0">
              <a:lnSpc>
                <a:spcPts val="1425"/>
              </a:lnSpc>
              <a:spcBef>
                <a:spcPts val="0"/>
              </a:spcBef>
              <a:buNone/>
            </a:pPr>
            <a:r>
              <a:rPr lang="en-GB" sz="1100" b="0" dirty="0">
                <a:solidFill>
                  <a:srgbClr val="CCCCCC"/>
                </a:solidFill>
                <a:effectLst/>
                <a:latin typeface="Consolas" panose="020B0609020204030204" pitchFamily="49" charset="0"/>
              </a:rPr>
              <a:t>        </a:t>
            </a:r>
            <a:r>
              <a:rPr lang="en-GB" sz="1100" b="0" dirty="0" err="1">
                <a:solidFill>
                  <a:srgbClr val="9CDCFE"/>
                </a:solidFill>
                <a:effectLst/>
                <a:latin typeface="Consolas" panose="020B0609020204030204" pitchFamily="49" charset="0"/>
              </a:rPr>
              <a:t>objpoints</a:t>
            </a:r>
            <a:r>
              <a:rPr lang="en-GB" sz="1100" b="0" dirty="0" err="1">
                <a:solidFill>
                  <a:srgbClr val="CCCCCC"/>
                </a:solidFill>
                <a:effectLst/>
                <a:latin typeface="Consolas" panose="020B0609020204030204" pitchFamily="49" charset="0"/>
              </a:rPr>
              <a:t>.</a:t>
            </a:r>
            <a:r>
              <a:rPr lang="en-GB" sz="1100" b="0" dirty="0" err="1">
                <a:solidFill>
                  <a:srgbClr val="DCDCAA"/>
                </a:solidFill>
                <a:effectLst/>
                <a:latin typeface="Consolas" panose="020B0609020204030204" pitchFamily="49" charset="0"/>
              </a:rPr>
              <a:t>append</a:t>
            </a:r>
            <a:r>
              <a:rPr lang="en-GB" sz="1100" b="0" dirty="0">
                <a:solidFill>
                  <a:srgbClr val="CCCCCC"/>
                </a:solidFill>
                <a:effectLst/>
                <a:latin typeface="Consolas" panose="020B0609020204030204" pitchFamily="49" charset="0"/>
              </a:rPr>
              <a:t>(</a:t>
            </a:r>
            <a:r>
              <a:rPr lang="en-GB" sz="1100" b="0" dirty="0" err="1">
                <a:solidFill>
                  <a:srgbClr val="9CDCFE"/>
                </a:solidFill>
                <a:effectLst/>
                <a:latin typeface="Consolas" panose="020B0609020204030204" pitchFamily="49" charset="0"/>
              </a:rPr>
              <a:t>objp</a:t>
            </a:r>
            <a:r>
              <a:rPr lang="en-GB" sz="1100" b="0" dirty="0">
                <a:solidFill>
                  <a:srgbClr val="CCCCCC"/>
                </a:solidFill>
                <a:effectLst/>
                <a:latin typeface="Consolas" panose="020B0609020204030204" pitchFamily="49" charset="0"/>
              </a:rPr>
              <a:t>)</a:t>
            </a:r>
          </a:p>
          <a:p>
            <a:pPr marL="0" indent="0">
              <a:lnSpc>
                <a:spcPts val="1425"/>
              </a:lnSpc>
              <a:spcBef>
                <a:spcPts val="0"/>
              </a:spcBef>
              <a:buNone/>
            </a:pPr>
            <a:r>
              <a:rPr lang="en-GB" sz="1100" b="0" dirty="0">
                <a:solidFill>
                  <a:srgbClr val="CCCCCC"/>
                </a:solidFill>
                <a:effectLst/>
                <a:latin typeface="Consolas" panose="020B0609020204030204" pitchFamily="49" charset="0"/>
              </a:rPr>
              <a:t>        </a:t>
            </a:r>
            <a:r>
              <a:rPr lang="en-GB" sz="1100" b="0" dirty="0" err="1">
                <a:solidFill>
                  <a:srgbClr val="9CDCFE"/>
                </a:solidFill>
                <a:effectLst/>
                <a:latin typeface="Consolas" panose="020B0609020204030204" pitchFamily="49" charset="0"/>
              </a:rPr>
              <a:t>imgpoints</a:t>
            </a:r>
            <a:r>
              <a:rPr lang="en-GB" sz="1100" b="0" dirty="0" err="1">
                <a:solidFill>
                  <a:srgbClr val="CCCCCC"/>
                </a:solidFill>
                <a:effectLst/>
                <a:latin typeface="Consolas" panose="020B0609020204030204" pitchFamily="49" charset="0"/>
              </a:rPr>
              <a:t>.</a:t>
            </a:r>
            <a:r>
              <a:rPr lang="en-GB" sz="1100" b="0" dirty="0" err="1">
                <a:solidFill>
                  <a:srgbClr val="DCDCAA"/>
                </a:solidFill>
                <a:effectLst/>
                <a:latin typeface="Consolas" panose="020B0609020204030204" pitchFamily="49" charset="0"/>
              </a:rPr>
              <a:t>append</a:t>
            </a:r>
            <a:r>
              <a:rPr lang="en-GB" sz="1100" b="0" dirty="0">
                <a:solidFill>
                  <a:srgbClr val="CCCCCC"/>
                </a:solidFill>
                <a:effectLst/>
                <a:latin typeface="Consolas" panose="020B0609020204030204" pitchFamily="49" charset="0"/>
              </a:rPr>
              <a:t>(</a:t>
            </a:r>
            <a:r>
              <a:rPr lang="en-GB" sz="1100" b="0" dirty="0">
                <a:solidFill>
                  <a:srgbClr val="9CDCFE"/>
                </a:solidFill>
                <a:effectLst/>
                <a:latin typeface="Consolas" panose="020B0609020204030204" pitchFamily="49" charset="0"/>
              </a:rPr>
              <a:t>corners2</a:t>
            </a:r>
            <a:r>
              <a:rPr lang="en-GB" sz="1100" b="0" dirty="0">
                <a:solidFill>
                  <a:srgbClr val="CCCCCC"/>
                </a:solidFill>
                <a:effectLst/>
                <a:latin typeface="Consolas" panose="020B0609020204030204" pitchFamily="49" charset="0"/>
              </a:rPr>
              <a:t>)</a:t>
            </a:r>
          </a:p>
          <a:p>
            <a:pPr marL="0" indent="0">
              <a:lnSpc>
                <a:spcPts val="1425"/>
              </a:lnSpc>
              <a:spcBef>
                <a:spcPts val="0"/>
              </a:spcBef>
              <a:buNone/>
            </a:pPr>
            <a:br>
              <a:rPr lang="en-GB" sz="1100" b="0" dirty="0">
                <a:solidFill>
                  <a:srgbClr val="CCCCCC"/>
                </a:solidFill>
                <a:effectLst/>
                <a:latin typeface="Consolas" panose="020B0609020204030204" pitchFamily="49" charset="0"/>
              </a:rPr>
            </a:br>
            <a:r>
              <a:rPr lang="en-GB" sz="1100" b="0" dirty="0">
                <a:solidFill>
                  <a:srgbClr val="CCCCCC"/>
                </a:solidFill>
                <a:effectLst/>
                <a:latin typeface="Consolas" panose="020B0609020204030204" pitchFamily="49" charset="0"/>
              </a:rPr>
              <a:t>        </a:t>
            </a:r>
            <a:r>
              <a:rPr lang="en-GB" sz="1100" b="0" dirty="0">
                <a:solidFill>
                  <a:srgbClr val="6A9955"/>
                </a:solidFill>
                <a:effectLst/>
                <a:latin typeface="Consolas" panose="020B0609020204030204" pitchFamily="49" charset="0"/>
              </a:rPr>
              <a:t># Draw the corners on the image</a:t>
            </a:r>
            <a:endParaRPr lang="en-GB" sz="1100" b="0" dirty="0">
              <a:solidFill>
                <a:srgbClr val="CCCCCC"/>
              </a:solidFill>
              <a:effectLst/>
              <a:latin typeface="Consolas" panose="020B0609020204030204" pitchFamily="49" charset="0"/>
            </a:endParaRPr>
          </a:p>
          <a:p>
            <a:pPr marL="0" indent="0">
              <a:lnSpc>
                <a:spcPts val="1425"/>
              </a:lnSpc>
              <a:spcBef>
                <a:spcPts val="0"/>
              </a:spcBef>
              <a:buNone/>
            </a:pPr>
            <a:r>
              <a:rPr lang="en-GB" sz="1100" b="0" dirty="0">
                <a:solidFill>
                  <a:srgbClr val="CCCCCC"/>
                </a:solidFill>
                <a:effectLst/>
                <a:latin typeface="Consolas" panose="020B0609020204030204" pitchFamily="49" charset="0"/>
              </a:rPr>
              <a:t>        </a:t>
            </a:r>
            <a:r>
              <a:rPr lang="en-GB" sz="1100" b="0" dirty="0" err="1">
                <a:solidFill>
                  <a:srgbClr val="4EC9B0"/>
                </a:solidFill>
                <a:effectLst/>
                <a:latin typeface="Consolas" panose="020B0609020204030204" pitchFamily="49" charset="0"/>
              </a:rPr>
              <a:t>cv</a:t>
            </a:r>
            <a:r>
              <a:rPr lang="en-GB" sz="1100" b="0" dirty="0" err="1">
                <a:solidFill>
                  <a:srgbClr val="CCCCCC"/>
                </a:solidFill>
                <a:effectLst/>
                <a:latin typeface="Consolas" panose="020B0609020204030204" pitchFamily="49" charset="0"/>
              </a:rPr>
              <a:t>.drawChessboardCorners</a:t>
            </a:r>
            <a:r>
              <a:rPr lang="en-GB" sz="1100" b="0" dirty="0">
                <a:solidFill>
                  <a:srgbClr val="CCCCCC"/>
                </a:solidFill>
                <a:effectLst/>
                <a:latin typeface="Consolas" panose="020B0609020204030204" pitchFamily="49" charset="0"/>
              </a:rPr>
              <a:t>(</a:t>
            </a:r>
            <a:r>
              <a:rPr lang="en-GB" sz="1100" b="0" dirty="0" err="1">
                <a:solidFill>
                  <a:srgbClr val="9CDCFE"/>
                </a:solidFill>
                <a:effectLst/>
                <a:latin typeface="Consolas" panose="020B0609020204030204" pitchFamily="49" charset="0"/>
              </a:rPr>
              <a:t>img</a:t>
            </a:r>
            <a:r>
              <a:rPr lang="en-GB" sz="1100" b="0" dirty="0">
                <a:solidFill>
                  <a:srgbClr val="CCCCCC"/>
                </a:solidFill>
                <a:effectLst/>
                <a:latin typeface="Consolas" panose="020B0609020204030204" pitchFamily="49" charset="0"/>
              </a:rPr>
              <a:t>, </a:t>
            </a:r>
            <a:r>
              <a:rPr lang="en-GB" sz="1100" b="0" dirty="0" err="1">
                <a:solidFill>
                  <a:srgbClr val="9CDCFE"/>
                </a:solidFill>
                <a:effectLst/>
                <a:latin typeface="Consolas" panose="020B0609020204030204" pitchFamily="49" charset="0"/>
              </a:rPr>
              <a:t>chessboard_size</a:t>
            </a:r>
            <a:r>
              <a:rPr lang="en-GB" sz="1100" b="0" dirty="0">
                <a:solidFill>
                  <a:srgbClr val="CCCCCC"/>
                </a:solidFill>
                <a:effectLst/>
                <a:latin typeface="Consolas" panose="020B0609020204030204" pitchFamily="49" charset="0"/>
              </a:rPr>
              <a:t>, </a:t>
            </a:r>
            <a:r>
              <a:rPr lang="en-GB" sz="1100" b="0" dirty="0">
                <a:solidFill>
                  <a:srgbClr val="9CDCFE"/>
                </a:solidFill>
                <a:effectLst/>
                <a:latin typeface="Consolas" panose="020B0609020204030204" pitchFamily="49" charset="0"/>
              </a:rPr>
              <a:t>corners2</a:t>
            </a:r>
            <a:r>
              <a:rPr lang="en-GB" sz="1100" b="0" dirty="0">
                <a:solidFill>
                  <a:srgbClr val="CCCCCC"/>
                </a:solidFill>
                <a:effectLst/>
                <a:latin typeface="Consolas" panose="020B0609020204030204" pitchFamily="49" charset="0"/>
              </a:rPr>
              <a:t>, </a:t>
            </a:r>
            <a:r>
              <a:rPr lang="en-GB" sz="1100" b="0" dirty="0">
                <a:solidFill>
                  <a:srgbClr val="9CDCFE"/>
                </a:solidFill>
                <a:effectLst/>
                <a:latin typeface="Consolas" panose="020B0609020204030204" pitchFamily="49" charset="0"/>
              </a:rPr>
              <a:t>ret</a:t>
            </a:r>
            <a:r>
              <a:rPr lang="en-GB" sz="1100" b="0" dirty="0">
                <a:solidFill>
                  <a:srgbClr val="CCCCCC"/>
                </a:solidFill>
                <a:effectLst/>
                <a:latin typeface="Consolas" panose="020B0609020204030204" pitchFamily="49" charset="0"/>
              </a:rPr>
              <a:t>)</a:t>
            </a:r>
          </a:p>
          <a:p>
            <a:pPr marL="0" indent="0">
              <a:lnSpc>
                <a:spcPts val="1425"/>
              </a:lnSpc>
              <a:spcBef>
                <a:spcPts val="0"/>
              </a:spcBef>
              <a:buNone/>
            </a:pPr>
            <a:r>
              <a:rPr lang="en-GB" sz="1100" b="0" dirty="0">
                <a:solidFill>
                  <a:srgbClr val="CCCCCC"/>
                </a:solidFill>
                <a:effectLst/>
                <a:latin typeface="Consolas" panose="020B0609020204030204" pitchFamily="49" charset="0"/>
              </a:rPr>
              <a:t>        </a:t>
            </a:r>
            <a:r>
              <a:rPr lang="en-GB" sz="1100" b="0" dirty="0" err="1">
                <a:solidFill>
                  <a:srgbClr val="4EC9B0"/>
                </a:solidFill>
                <a:effectLst/>
                <a:latin typeface="Consolas" panose="020B0609020204030204" pitchFamily="49" charset="0"/>
              </a:rPr>
              <a:t>cv</a:t>
            </a:r>
            <a:r>
              <a:rPr lang="en-GB" sz="1100" b="0" dirty="0" err="1">
                <a:solidFill>
                  <a:srgbClr val="CCCCCC"/>
                </a:solidFill>
                <a:effectLst/>
                <a:latin typeface="Consolas" panose="020B0609020204030204" pitchFamily="49" charset="0"/>
              </a:rPr>
              <a:t>.imshow</a:t>
            </a:r>
            <a:r>
              <a:rPr lang="en-GB" sz="1100" b="0" dirty="0">
                <a:solidFill>
                  <a:srgbClr val="CCCCCC"/>
                </a:solidFill>
                <a:effectLst/>
                <a:latin typeface="Consolas" panose="020B0609020204030204" pitchFamily="49" charset="0"/>
              </a:rPr>
              <a:t>(</a:t>
            </a:r>
            <a:r>
              <a:rPr lang="en-GB" sz="1100" b="0" dirty="0">
                <a:solidFill>
                  <a:srgbClr val="CE9178"/>
                </a:solidFill>
                <a:effectLst/>
                <a:latin typeface="Consolas" panose="020B0609020204030204" pitchFamily="49" charset="0"/>
              </a:rPr>
              <a:t>'Chessboard'</a:t>
            </a:r>
            <a:r>
              <a:rPr lang="en-GB" sz="1100" b="0" dirty="0">
                <a:solidFill>
                  <a:srgbClr val="CCCCCC"/>
                </a:solidFill>
                <a:effectLst/>
                <a:latin typeface="Consolas" panose="020B0609020204030204" pitchFamily="49" charset="0"/>
              </a:rPr>
              <a:t>, </a:t>
            </a:r>
            <a:r>
              <a:rPr lang="en-GB" sz="1100" b="0" dirty="0" err="1">
                <a:solidFill>
                  <a:srgbClr val="9CDCFE"/>
                </a:solidFill>
                <a:effectLst/>
                <a:latin typeface="Consolas" panose="020B0609020204030204" pitchFamily="49" charset="0"/>
              </a:rPr>
              <a:t>img</a:t>
            </a:r>
            <a:r>
              <a:rPr lang="en-GB" sz="1100" b="0" dirty="0">
                <a:solidFill>
                  <a:srgbClr val="CCCCCC"/>
                </a:solidFill>
                <a:effectLst/>
                <a:latin typeface="Consolas" panose="020B0609020204030204" pitchFamily="49" charset="0"/>
              </a:rPr>
              <a:t>)</a:t>
            </a:r>
          </a:p>
          <a:p>
            <a:pPr marL="0" indent="0">
              <a:lnSpc>
                <a:spcPts val="1425"/>
              </a:lnSpc>
              <a:spcBef>
                <a:spcPts val="0"/>
              </a:spcBef>
              <a:buNone/>
            </a:pPr>
            <a:r>
              <a:rPr lang="en-GB" sz="1100" b="0" dirty="0">
                <a:solidFill>
                  <a:srgbClr val="CCCCCC"/>
                </a:solidFill>
                <a:effectLst/>
                <a:latin typeface="Consolas" panose="020B0609020204030204" pitchFamily="49" charset="0"/>
              </a:rPr>
              <a:t>        </a:t>
            </a:r>
            <a:r>
              <a:rPr lang="en-GB" sz="1100" b="0" dirty="0" err="1">
                <a:solidFill>
                  <a:srgbClr val="4EC9B0"/>
                </a:solidFill>
                <a:effectLst/>
                <a:latin typeface="Consolas" panose="020B0609020204030204" pitchFamily="49" charset="0"/>
              </a:rPr>
              <a:t>cv</a:t>
            </a:r>
            <a:r>
              <a:rPr lang="en-GB" sz="1100" b="0" dirty="0" err="1">
                <a:solidFill>
                  <a:srgbClr val="CCCCCC"/>
                </a:solidFill>
                <a:effectLst/>
                <a:latin typeface="Consolas" panose="020B0609020204030204" pitchFamily="49" charset="0"/>
              </a:rPr>
              <a:t>.waitKey</a:t>
            </a:r>
            <a:r>
              <a:rPr lang="en-GB" sz="1100" b="0" dirty="0">
                <a:solidFill>
                  <a:srgbClr val="CCCCCC"/>
                </a:solidFill>
                <a:effectLst/>
                <a:latin typeface="Consolas" panose="020B0609020204030204" pitchFamily="49" charset="0"/>
              </a:rPr>
              <a:t>(</a:t>
            </a:r>
            <a:r>
              <a:rPr lang="en-GB" sz="1100" b="0" dirty="0">
                <a:solidFill>
                  <a:srgbClr val="B5CEA8"/>
                </a:solidFill>
                <a:effectLst/>
                <a:latin typeface="Consolas" panose="020B0609020204030204" pitchFamily="49" charset="0"/>
              </a:rPr>
              <a:t>500</a:t>
            </a:r>
            <a:r>
              <a:rPr lang="en-GB" sz="1100" b="0" dirty="0">
                <a:solidFill>
                  <a:srgbClr val="CCCCCC"/>
                </a:solidFill>
                <a:effectLst/>
                <a:latin typeface="Consolas" panose="020B0609020204030204" pitchFamily="49" charset="0"/>
              </a:rPr>
              <a:t>)</a:t>
            </a:r>
          </a:p>
          <a:p>
            <a:pPr marL="0" indent="0">
              <a:lnSpc>
                <a:spcPts val="1425"/>
              </a:lnSpc>
              <a:spcBef>
                <a:spcPts val="0"/>
              </a:spcBef>
              <a:buNone/>
            </a:pPr>
            <a:br>
              <a:rPr lang="en-GB" sz="1100" b="0" dirty="0">
                <a:solidFill>
                  <a:srgbClr val="CCCCCC"/>
                </a:solidFill>
                <a:effectLst/>
                <a:latin typeface="Consolas" panose="020B0609020204030204" pitchFamily="49" charset="0"/>
              </a:rPr>
            </a:br>
            <a:r>
              <a:rPr lang="en-GB" sz="1100" b="0" dirty="0" err="1">
                <a:solidFill>
                  <a:srgbClr val="4EC9B0"/>
                </a:solidFill>
                <a:effectLst/>
                <a:latin typeface="Consolas" panose="020B0609020204030204" pitchFamily="49" charset="0"/>
              </a:rPr>
              <a:t>cv</a:t>
            </a:r>
            <a:r>
              <a:rPr lang="en-GB" sz="1100" b="0" dirty="0" err="1">
                <a:solidFill>
                  <a:srgbClr val="CCCCCC"/>
                </a:solidFill>
                <a:effectLst/>
                <a:latin typeface="Consolas" panose="020B0609020204030204" pitchFamily="49" charset="0"/>
              </a:rPr>
              <a:t>.destroyAllWindows</a:t>
            </a:r>
            <a:r>
              <a:rPr lang="en-GB" sz="1100" b="0" dirty="0">
                <a:solidFill>
                  <a:srgbClr val="CCCCCC"/>
                </a:solidFill>
                <a:effectLst/>
                <a:latin typeface="Consolas" panose="020B0609020204030204" pitchFamily="49" charset="0"/>
              </a:rPr>
              <a:t>()</a:t>
            </a:r>
          </a:p>
          <a:p>
            <a:pPr marL="0" indent="0">
              <a:lnSpc>
                <a:spcPts val="1425"/>
              </a:lnSpc>
              <a:spcBef>
                <a:spcPts val="0"/>
              </a:spcBef>
              <a:buNone/>
            </a:pPr>
            <a:br>
              <a:rPr lang="en-GB" sz="1100" b="0" dirty="0">
                <a:solidFill>
                  <a:srgbClr val="CCCCCC"/>
                </a:solidFill>
                <a:effectLst/>
                <a:latin typeface="Consolas" panose="020B0609020204030204" pitchFamily="49" charset="0"/>
              </a:rPr>
            </a:br>
            <a:r>
              <a:rPr lang="en-GB" sz="1100" b="0" dirty="0">
                <a:solidFill>
                  <a:srgbClr val="6A9955"/>
                </a:solidFill>
                <a:effectLst/>
                <a:latin typeface="Consolas" panose="020B0609020204030204" pitchFamily="49" charset="0"/>
              </a:rPr>
              <a:t># === [3] Calibrate the camera ===</a:t>
            </a:r>
            <a:endParaRPr lang="en-GB" sz="1100" b="0" dirty="0">
              <a:solidFill>
                <a:srgbClr val="CCCCCC"/>
              </a:solidFill>
              <a:effectLst/>
              <a:latin typeface="Consolas" panose="020B0609020204030204" pitchFamily="49" charset="0"/>
            </a:endParaRPr>
          </a:p>
          <a:p>
            <a:pPr marL="0" indent="0">
              <a:lnSpc>
                <a:spcPts val="1425"/>
              </a:lnSpc>
              <a:spcBef>
                <a:spcPts val="0"/>
              </a:spcBef>
              <a:buNone/>
            </a:pPr>
            <a:br>
              <a:rPr lang="en-GB" sz="1100" b="0" dirty="0">
                <a:solidFill>
                  <a:srgbClr val="CCCCCC"/>
                </a:solidFill>
                <a:effectLst/>
                <a:latin typeface="Consolas" panose="020B0609020204030204" pitchFamily="49" charset="0"/>
              </a:rPr>
            </a:br>
            <a:r>
              <a:rPr lang="en-GB" sz="1100" b="0" dirty="0">
                <a:solidFill>
                  <a:srgbClr val="9CDCFE"/>
                </a:solidFill>
                <a:effectLst/>
                <a:latin typeface="Consolas" panose="020B0609020204030204" pitchFamily="49" charset="0"/>
              </a:rPr>
              <a:t>ret</a:t>
            </a:r>
            <a:r>
              <a:rPr lang="en-GB" sz="1100" b="0" dirty="0">
                <a:solidFill>
                  <a:srgbClr val="CCCCCC"/>
                </a:solidFill>
                <a:effectLst/>
                <a:latin typeface="Consolas" panose="020B0609020204030204" pitchFamily="49" charset="0"/>
              </a:rPr>
              <a:t>, </a:t>
            </a:r>
            <a:r>
              <a:rPr lang="en-GB" sz="1100" b="0" dirty="0" err="1">
                <a:solidFill>
                  <a:srgbClr val="9CDCFE"/>
                </a:solidFill>
                <a:effectLst/>
                <a:latin typeface="Consolas" panose="020B0609020204030204" pitchFamily="49" charset="0"/>
              </a:rPr>
              <a:t>camera_matrix</a:t>
            </a:r>
            <a:r>
              <a:rPr lang="en-GB" sz="1100" b="0" dirty="0">
                <a:solidFill>
                  <a:srgbClr val="CCCCCC"/>
                </a:solidFill>
                <a:effectLst/>
                <a:latin typeface="Consolas" panose="020B0609020204030204" pitchFamily="49" charset="0"/>
              </a:rPr>
              <a:t>, </a:t>
            </a:r>
            <a:r>
              <a:rPr lang="en-GB" sz="1100" b="0" dirty="0" err="1">
                <a:solidFill>
                  <a:srgbClr val="9CDCFE"/>
                </a:solidFill>
                <a:effectLst/>
                <a:latin typeface="Consolas" panose="020B0609020204030204" pitchFamily="49" charset="0"/>
              </a:rPr>
              <a:t>dist_coeffs</a:t>
            </a:r>
            <a:r>
              <a:rPr lang="en-GB" sz="1100" b="0" dirty="0">
                <a:solidFill>
                  <a:srgbClr val="CCCCCC"/>
                </a:solidFill>
                <a:effectLst/>
                <a:latin typeface="Consolas" panose="020B0609020204030204" pitchFamily="49" charset="0"/>
              </a:rPr>
              <a:t>, </a:t>
            </a:r>
            <a:r>
              <a:rPr lang="en-GB" sz="1100" b="0" dirty="0" err="1">
                <a:solidFill>
                  <a:srgbClr val="9CDCFE"/>
                </a:solidFill>
                <a:effectLst/>
                <a:latin typeface="Consolas" panose="020B0609020204030204" pitchFamily="49" charset="0"/>
              </a:rPr>
              <a:t>rvecs</a:t>
            </a:r>
            <a:r>
              <a:rPr lang="en-GB" sz="1100" b="0" dirty="0">
                <a:solidFill>
                  <a:srgbClr val="CCCCCC"/>
                </a:solidFill>
                <a:effectLst/>
                <a:latin typeface="Consolas" panose="020B0609020204030204" pitchFamily="49" charset="0"/>
              </a:rPr>
              <a:t>, </a:t>
            </a:r>
            <a:r>
              <a:rPr lang="en-GB" sz="1100" b="0" dirty="0" err="1">
                <a:solidFill>
                  <a:srgbClr val="9CDCFE"/>
                </a:solidFill>
                <a:effectLst/>
                <a:latin typeface="Consolas" panose="020B0609020204030204" pitchFamily="49" charset="0"/>
              </a:rPr>
              <a:t>tvecs</a:t>
            </a:r>
            <a:r>
              <a:rPr lang="en-GB" sz="1100" b="0" dirty="0">
                <a:solidFill>
                  <a:srgbClr val="CCCCCC"/>
                </a:solidFill>
                <a:effectLst/>
                <a:latin typeface="Consolas" panose="020B0609020204030204" pitchFamily="49" charset="0"/>
              </a:rPr>
              <a:t> </a:t>
            </a:r>
            <a:r>
              <a:rPr lang="en-GB" sz="1100" b="0" dirty="0">
                <a:solidFill>
                  <a:srgbClr val="D4D4D4"/>
                </a:solidFill>
                <a:effectLst/>
                <a:latin typeface="Consolas" panose="020B0609020204030204" pitchFamily="49" charset="0"/>
              </a:rPr>
              <a:t>=</a:t>
            </a:r>
            <a:r>
              <a:rPr lang="en-GB" sz="1100" b="0" dirty="0">
                <a:solidFill>
                  <a:srgbClr val="CCCCCC"/>
                </a:solidFill>
                <a:effectLst/>
                <a:latin typeface="Consolas" panose="020B0609020204030204" pitchFamily="49" charset="0"/>
              </a:rPr>
              <a:t> </a:t>
            </a:r>
            <a:r>
              <a:rPr lang="en-GB" sz="1100" b="0" dirty="0" err="1">
                <a:solidFill>
                  <a:srgbClr val="4EC9B0"/>
                </a:solidFill>
                <a:effectLst/>
                <a:latin typeface="Consolas" panose="020B0609020204030204" pitchFamily="49" charset="0"/>
              </a:rPr>
              <a:t>cv</a:t>
            </a:r>
            <a:r>
              <a:rPr lang="en-GB" sz="1100" b="0" dirty="0" err="1">
                <a:solidFill>
                  <a:srgbClr val="CCCCCC"/>
                </a:solidFill>
                <a:effectLst/>
                <a:latin typeface="Consolas" panose="020B0609020204030204" pitchFamily="49" charset="0"/>
              </a:rPr>
              <a:t>.calibrateCamera</a:t>
            </a:r>
            <a:r>
              <a:rPr lang="en-GB" sz="1100" b="0" dirty="0">
                <a:solidFill>
                  <a:srgbClr val="CCCCCC"/>
                </a:solidFill>
                <a:effectLst/>
                <a:latin typeface="Consolas" panose="020B0609020204030204" pitchFamily="49" charset="0"/>
              </a:rPr>
              <a:t>(</a:t>
            </a:r>
          </a:p>
          <a:p>
            <a:pPr marL="0" indent="0">
              <a:lnSpc>
                <a:spcPts val="1425"/>
              </a:lnSpc>
              <a:spcBef>
                <a:spcPts val="0"/>
              </a:spcBef>
              <a:buNone/>
            </a:pPr>
            <a:r>
              <a:rPr lang="en-GB" sz="1100" b="0" dirty="0">
                <a:solidFill>
                  <a:srgbClr val="CCCCCC"/>
                </a:solidFill>
                <a:effectLst/>
                <a:latin typeface="Consolas" panose="020B0609020204030204" pitchFamily="49" charset="0"/>
              </a:rPr>
              <a:t>    </a:t>
            </a:r>
            <a:r>
              <a:rPr lang="en-GB" sz="1100" b="0" dirty="0" err="1">
                <a:solidFill>
                  <a:srgbClr val="9CDCFE"/>
                </a:solidFill>
                <a:effectLst/>
                <a:latin typeface="Consolas" panose="020B0609020204030204" pitchFamily="49" charset="0"/>
              </a:rPr>
              <a:t>objpoints</a:t>
            </a:r>
            <a:r>
              <a:rPr lang="en-GB" sz="1100" b="0" dirty="0">
                <a:solidFill>
                  <a:srgbClr val="CCCCCC"/>
                </a:solidFill>
                <a:effectLst/>
                <a:latin typeface="Consolas" panose="020B0609020204030204" pitchFamily="49" charset="0"/>
              </a:rPr>
              <a:t>, </a:t>
            </a:r>
            <a:r>
              <a:rPr lang="en-GB" sz="1100" b="0" dirty="0" err="1">
                <a:solidFill>
                  <a:srgbClr val="9CDCFE"/>
                </a:solidFill>
                <a:effectLst/>
                <a:latin typeface="Consolas" panose="020B0609020204030204" pitchFamily="49" charset="0"/>
              </a:rPr>
              <a:t>imgpoints</a:t>
            </a:r>
            <a:r>
              <a:rPr lang="en-GB" sz="1100" b="0" dirty="0">
                <a:solidFill>
                  <a:srgbClr val="CCCCCC"/>
                </a:solidFill>
                <a:effectLst/>
                <a:latin typeface="Consolas" panose="020B0609020204030204" pitchFamily="49" charset="0"/>
              </a:rPr>
              <a:t>, </a:t>
            </a:r>
            <a:r>
              <a:rPr lang="en-GB" sz="1100" b="0" dirty="0" err="1">
                <a:solidFill>
                  <a:srgbClr val="9CDCFE"/>
                </a:solidFill>
                <a:effectLst/>
                <a:latin typeface="Consolas" panose="020B0609020204030204" pitchFamily="49" charset="0"/>
              </a:rPr>
              <a:t>gray</a:t>
            </a:r>
            <a:r>
              <a:rPr lang="en-GB" sz="1100" b="0" dirty="0" err="1">
                <a:solidFill>
                  <a:srgbClr val="CCCCCC"/>
                </a:solidFill>
                <a:effectLst/>
                <a:latin typeface="Consolas" panose="020B0609020204030204" pitchFamily="49" charset="0"/>
              </a:rPr>
              <a:t>.shape</a:t>
            </a:r>
            <a:r>
              <a:rPr lang="en-GB" sz="1100" b="0" dirty="0">
                <a:solidFill>
                  <a:srgbClr val="CCCCCC"/>
                </a:solidFill>
                <a:effectLst/>
                <a:latin typeface="Consolas" panose="020B0609020204030204" pitchFamily="49" charset="0"/>
              </a:rPr>
              <a:t>[::</a:t>
            </a:r>
            <a:r>
              <a:rPr lang="en-GB" sz="1100" b="0" dirty="0">
                <a:solidFill>
                  <a:srgbClr val="D4D4D4"/>
                </a:solidFill>
                <a:effectLst/>
                <a:latin typeface="Consolas" panose="020B0609020204030204" pitchFamily="49" charset="0"/>
              </a:rPr>
              <a:t>-</a:t>
            </a:r>
            <a:r>
              <a:rPr lang="en-GB" sz="1100" b="0" dirty="0">
                <a:solidFill>
                  <a:srgbClr val="B5CEA8"/>
                </a:solidFill>
                <a:effectLst/>
                <a:latin typeface="Consolas" panose="020B0609020204030204" pitchFamily="49" charset="0"/>
              </a:rPr>
              <a:t>1</a:t>
            </a:r>
            <a:r>
              <a:rPr lang="en-GB" sz="1100" b="0" dirty="0">
                <a:solidFill>
                  <a:srgbClr val="CCCCCC"/>
                </a:solidFill>
                <a:effectLst/>
                <a:latin typeface="Consolas" panose="020B0609020204030204" pitchFamily="49" charset="0"/>
              </a:rPr>
              <a:t>], </a:t>
            </a:r>
            <a:r>
              <a:rPr lang="en-GB" sz="1100" b="0" dirty="0">
                <a:solidFill>
                  <a:srgbClr val="569CD6"/>
                </a:solidFill>
                <a:effectLst/>
                <a:latin typeface="Consolas" panose="020B0609020204030204" pitchFamily="49" charset="0"/>
              </a:rPr>
              <a:t>None</a:t>
            </a:r>
            <a:r>
              <a:rPr lang="en-GB" sz="1100" b="0" dirty="0">
                <a:solidFill>
                  <a:srgbClr val="CCCCCC"/>
                </a:solidFill>
                <a:effectLst/>
                <a:latin typeface="Consolas" panose="020B0609020204030204" pitchFamily="49" charset="0"/>
              </a:rPr>
              <a:t>, </a:t>
            </a:r>
            <a:r>
              <a:rPr lang="en-GB" sz="1100" b="0" dirty="0">
                <a:solidFill>
                  <a:srgbClr val="569CD6"/>
                </a:solidFill>
                <a:effectLst/>
                <a:latin typeface="Consolas" panose="020B0609020204030204" pitchFamily="49" charset="0"/>
              </a:rPr>
              <a:t>None</a:t>
            </a:r>
            <a:r>
              <a:rPr lang="en-GB" sz="1100" b="0" dirty="0">
                <a:solidFill>
                  <a:srgbClr val="CCCCCC"/>
                </a:solidFill>
                <a:effectLst/>
                <a:latin typeface="Consolas" panose="020B0609020204030204" pitchFamily="49" charset="0"/>
              </a:rPr>
              <a:t>)</a:t>
            </a:r>
          </a:p>
          <a:p>
            <a:pPr marL="0" indent="0">
              <a:lnSpc>
                <a:spcPts val="1425"/>
              </a:lnSpc>
              <a:spcBef>
                <a:spcPts val="0"/>
              </a:spcBef>
              <a:buNone/>
            </a:pPr>
            <a:br>
              <a:rPr lang="en-GB" sz="1100" b="0" dirty="0">
                <a:solidFill>
                  <a:srgbClr val="CCCCCC"/>
                </a:solidFill>
                <a:effectLst/>
                <a:latin typeface="Consolas" panose="020B0609020204030204" pitchFamily="49" charset="0"/>
              </a:rPr>
            </a:br>
            <a:r>
              <a:rPr lang="en-GB" sz="1100" b="0" dirty="0">
                <a:solidFill>
                  <a:srgbClr val="DCDCAA"/>
                </a:solidFill>
                <a:effectLst/>
                <a:latin typeface="Consolas" panose="020B0609020204030204" pitchFamily="49" charset="0"/>
              </a:rPr>
              <a:t>print</a:t>
            </a:r>
            <a:r>
              <a:rPr lang="en-GB" sz="1100" b="0" dirty="0">
                <a:solidFill>
                  <a:srgbClr val="CCCCCC"/>
                </a:solidFill>
                <a:effectLst/>
                <a:latin typeface="Consolas" panose="020B0609020204030204" pitchFamily="49" charset="0"/>
              </a:rPr>
              <a:t>(</a:t>
            </a:r>
            <a:r>
              <a:rPr lang="en-GB" sz="1100" b="0" dirty="0">
                <a:solidFill>
                  <a:srgbClr val="CE9178"/>
                </a:solidFill>
                <a:effectLst/>
                <a:latin typeface="Consolas" panose="020B0609020204030204" pitchFamily="49" charset="0"/>
              </a:rPr>
              <a:t>"</a:t>
            </a:r>
            <a:r>
              <a:rPr lang="en-GB" sz="1100" b="0" dirty="0">
                <a:solidFill>
                  <a:srgbClr val="D7BA7D"/>
                </a:solidFill>
                <a:effectLst/>
                <a:latin typeface="Consolas" panose="020B0609020204030204" pitchFamily="49" charset="0"/>
              </a:rPr>
              <a:t>\n</a:t>
            </a:r>
            <a:r>
              <a:rPr lang="en-GB" sz="1100" b="0" dirty="0">
                <a:solidFill>
                  <a:srgbClr val="CE9178"/>
                </a:solidFill>
                <a:effectLst/>
                <a:latin typeface="Consolas" panose="020B0609020204030204" pitchFamily="49" charset="0"/>
              </a:rPr>
              <a:t>=== Calibration Results ==="</a:t>
            </a:r>
            <a:r>
              <a:rPr lang="en-GB" sz="1100" b="0" dirty="0">
                <a:solidFill>
                  <a:srgbClr val="CCCCCC"/>
                </a:solidFill>
                <a:effectLst/>
                <a:latin typeface="Consolas" panose="020B0609020204030204" pitchFamily="49" charset="0"/>
              </a:rPr>
              <a:t>)</a:t>
            </a:r>
          </a:p>
          <a:p>
            <a:pPr marL="0" indent="0">
              <a:lnSpc>
                <a:spcPts val="1425"/>
              </a:lnSpc>
              <a:spcBef>
                <a:spcPts val="0"/>
              </a:spcBef>
              <a:buNone/>
            </a:pPr>
            <a:r>
              <a:rPr lang="en-GB" sz="1100" b="0" dirty="0">
                <a:solidFill>
                  <a:srgbClr val="DCDCAA"/>
                </a:solidFill>
                <a:effectLst/>
                <a:latin typeface="Consolas" panose="020B0609020204030204" pitchFamily="49" charset="0"/>
              </a:rPr>
              <a:t>print</a:t>
            </a:r>
            <a:r>
              <a:rPr lang="en-GB" sz="1100" b="0" dirty="0">
                <a:solidFill>
                  <a:srgbClr val="CCCCCC"/>
                </a:solidFill>
                <a:effectLst/>
                <a:latin typeface="Consolas" panose="020B0609020204030204" pitchFamily="49" charset="0"/>
              </a:rPr>
              <a:t>(</a:t>
            </a:r>
            <a:r>
              <a:rPr lang="en-GB" sz="1100" b="0" dirty="0">
                <a:solidFill>
                  <a:srgbClr val="CE9178"/>
                </a:solidFill>
                <a:effectLst/>
                <a:latin typeface="Consolas" panose="020B0609020204030204" pitchFamily="49" charset="0"/>
              </a:rPr>
              <a:t>"Reprojection error:"</a:t>
            </a:r>
            <a:r>
              <a:rPr lang="en-GB" sz="1100" b="0" dirty="0">
                <a:solidFill>
                  <a:srgbClr val="CCCCCC"/>
                </a:solidFill>
                <a:effectLst/>
                <a:latin typeface="Consolas" panose="020B0609020204030204" pitchFamily="49" charset="0"/>
              </a:rPr>
              <a:t>, </a:t>
            </a:r>
            <a:r>
              <a:rPr lang="en-GB" sz="1100" b="0" dirty="0">
                <a:solidFill>
                  <a:srgbClr val="9CDCFE"/>
                </a:solidFill>
                <a:effectLst/>
                <a:latin typeface="Consolas" panose="020B0609020204030204" pitchFamily="49" charset="0"/>
              </a:rPr>
              <a:t>ret</a:t>
            </a:r>
            <a:r>
              <a:rPr lang="en-GB" sz="1100" b="0" dirty="0">
                <a:solidFill>
                  <a:srgbClr val="CCCCCC"/>
                </a:solidFill>
                <a:effectLst/>
                <a:latin typeface="Consolas" panose="020B0609020204030204" pitchFamily="49" charset="0"/>
              </a:rPr>
              <a:t>)</a:t>
            </a:r>
          </a:p>
          <a:p>
            <a:pPr marL="0" indent="0">
              <a:lnSpc>
                <a:spcPts val="1425"/>
              </a:lnSpc>
              <a:spcBef>
                <a:spcPts val="0"/>
              </a:spcBef>
              <a:buNone/>
            </a:pPr>
            <a:r>
              <a:rPr lang="en-GB" sz="1100" b="0" dirty="0">
                <a:solidFill>
                  <a:srgbClr val="DCDCAA"/>
                </a:solidFill>
                <a:effectLst/>
                <a:latin typeface="Consolas" panose="020B0609020204030204" pitchFamily="49" charset="0"/>
              </a:rPr>
              <a:t>print</a:t>
            </a:r>
            <a:r>
              <a:rPr lang="en-GB" sz="1100" b="0" dirty="0">
                <a:solidFill>
                  <a:srgbClr val="CCCCCC"/>
                </a:solidFill>
                <a:effectLst/>
                <a:latin typeface="Consolas" panose="020B0609020204030204" pitchFamily="49" charset="0"/>
              </a:rPr>
              <a:t>(</a:t>
            </a:r>
            <a:r>
              <a:rPr lang="en-GB" sz="1100" b="0" dirty="0">
                <a:solidFill>
                  <a:srgbClr val="CE9178"/>
                </a:solidFill>
                <a:effectLst/>
                <a:latin typeface="Consolas" panose="020B0609020204030204" pitchFamily="49" charset="0"/>
              </a:rPr>
              <a:t>"</a:t>
            </a:r>
            <a:r>
              <a:rPr lang="en-GB" sz="1100" b="0" dirty="0">
                <a:solidFill>
                  <a:srgbClr val="D7BA7D"/>
                </a:solidFill>
                <a:effectLst/>
                <a:latin typeface="Consolas" panose="020B0609020204030204" pitchFamily="49" charset="0"/>
              </a:rPr>
              <a:t>\</a:t>
            </a:r>
            <a:r>
              <a:rPr lang="en-GB" sz="1100" b="0" dirty="0" err="1">
                <a:solidFill>
                  <a:srgbClr val="D7BA7D"/>
                </a:solidFill>
                <a:effectLst/>
                <a:latin typeface="Consolas" panose="020B0609020204030204" pitchFamily="49" charset="0"/>
              </a:rPr>
              <a:t>n</a:t>
            </a:r>
            <a:r>
              <a:rPr lang="en-GB" sz="1100" b="0" dirty="0" err="1">
                <a:solidFill>
                  <a:srgbClr val="CE9178"/>
                </a:solidFill>
                <a:effectLst/>
                <a:latin typeface="Consolas" panose="020B0609020204030204" pitchFamily="49" charset="0"/>
              </a:rPr>
              <a:t>Camera</a:t>
            </a:r>
            <a:r>
              <a:rPr lang="en-GB" sz="1100" b="0" dirty="0">
                <a:solidFill>
                  <a:srgbClr val="CE9178"/>
                </a:solidFill>
                <a:effectLst/>
                <a:latin typeface="Consolas" panose="020B0609020204030204" pitchFamily="49" charset="0"/>
              </a:rPr>
              <a:t> Matrix:</a:t>
            </a:r>
            <a:r>
              <a:rPr lang="en-GB" sz="1100" b="0" dirty="0">
                <a:solidFill>
                  <a:srgbClr val="D7BA7D"/>
                </a:solidFill>
                <a:effectLst/>
                <a:latin typeface="Consolas" panose="020B0609020204030204" pitchFamily="49" charset="0"/>
              </a:rPr>
              <a:t>\n</a:t>
            </a:r>
            <a:r>
              <a:rPr lang="en-GB" sz="1100" b="0" dirty="0">
                <a:solidFill>
                  <a:srgbClr val="CE9178"/>
                </a:solidFill>
                <a:effectLst/>
                <a:latin typeface="Consolas" panose="020B0609020204030204" pitchFamily="49" charset="0"/>
              </a:rPr>
              <a:t>"</a:t>
            </a:r>
            <a:r>
              <a:rPr lang="en-GB" sz="1100" b="0" dirty="0">
                <a:solidFill>
                  <a:srgbClr val="CCCCCC"/>
                </a:solidFill>
                <a:effectLst/>
                <a:latin typeface="Consolas" panose="020B0609020204030204" pitchFamily="49" charset="0"/>
              </a:rPr>
              <a:t>, </a:t>
            </a:r>
            <a:r>
              <a:rPr lang="en-GB" sz="1100" b="0" dirty="0" err="1">
                <a:solidFill>
                  <a:srgbClr val="9CDCFE"/>
                </a:solidFill>
                <a:effectLst/>
                <a:latin typeface="Consolas" panose="020B0609020204030204" pitchFamily="49" charset="0"/>
              </a:rPr>
              <a:t>camera_matrix</a:t>
            </a:r>
            <a:r>
              <a:rPr lang="en-GB" sz="1100" b="0" dirty="0">
                <a:solidFill>
                  <a:srgbClr val="CCCCCC"/>
                </a:solidFill>
                <a:effectLst/>
                <a:latin typeface="Consolas" panose="020B0609020204030204" pitchFamily="49" charset="0"/>
              </a:rPr>
              <a:t>)</a:t>
            </a:r>
          </a:p>
          <a:p>
            <a:pPr marL="0" indent="0">
              <a:lnSpc>
                <a:spcPts val="1425"/>
              </a:lnSpc>
              <a:spcBef>
                <a:spcPts val="0"/>
              </a:spcBef>
              <a:buNone/>
            </a:pPr>
            <a:r>
              <a:rPr lang="en-GB" sz="1100" b="0" dirty="0">
                <a:solidFill>
                  <a:srgbClr val="DCDCAA"/>
                </a:solidFill>
                <a:effectLst/>
                <a:latin typeface="Consolas" panose="020B0609020204030204" pitchFamily="49" charset="0"/>
              </a:rPr>
              <a:t>print</a:t>
            </a:r>
            <a:r>
              <a:rPr lang="en-GB" sz="1100" b="0" dirty="0">
                <a:solidFill>
                  <a:srgbClr val="CCCCCC"/>
                </a:solidFill>
                <a:effectLst/>
                <a:latin typeface="Consolas" panose="020B0609020204030204" pitchFamily="49" charset="0"/>
              </a:rPr>
              <a:t>(</a:t>
            </a:r>
            <a:r>
              <a:rPr lang="en-GB" sz="1100" b="0" dirty="0">
                <a:solidFill>
                  <a:srgbClr val="CE9178"/>
                </a:solidFill>
                <a:effectLst/>
                <a:latin typeface="Consolas" panose="020B0609020204030204" pitchFamily="49" charset="0"/>
              </a:rPr>
              <a:t>"</a:t>
            </a:r>
            <a:r>
              <a:rPr lang="en-GB" sz="1100" b="0" dirty="0">
                <a:solidFill>
                  <a:srgbClr val="D7BA7D"/>
                </a:solidFill>
                <a:effectLst/>
                <a:latin typeface="Consolas" panose="020B0609020204030204" pitchFamily="49" charset="0"/>
              </a:rPr>
              <a:t>\</a:t>
            </a:r>
            <a:r>
              <a:rPr lang="en-GB" sz="1100" b="0" dirty="0" err="1">
                <a:solidFill>
                  <a:srgbClr val="D7BA7D"/>
                </a:solidFill>
                <a:effectLst/>
                <a:latin typeface="Consolas" panose="020B0609020204030204" pitchFamily="49" charset="0"/>
              </a:rPr>
              <a:t>n</a:t>
            </a:r>
            <a:r>
              <a:rPr lang="en-GB" sz="1100" b="0" dirty="0" err="1">
                <a:solidFill>
                  <a:srgbClr val="CE9178"/>
                </a:solidFill>
                <a:effectLst/>
                <a:latin typeface="Consolas" panose="020B0609020204030204" pitchFamily="49" charset="0"/>
              </a:rPr>
              <a:t>Distortion</a:t>
            </a:r>
            <a:r>
              <a:rPr lang="en-GB" sz="1100" b="0" dirty="0">
                <a:solidFill>
                  <a:srgbClr val="CE9178"/>
                </a:solidFill>
                <a:effectLst/>
                <a:latin typeface="Consolas" panose="020B0609020204030204" pitchFamily="49" charset="0"/>
              </a:rPr>
              <a:t> Coefficients:</a:t>
            </a:r>
            <a:r>
              <a:rPr lang="en-GB" sz="1100" b="0" dirty="0">
                <a:solidFill>
                  <a:srgbClr val="D7BA7D"/>
                </a:solidFill>
                <a:effectLst/>
                <a:latin typeface="Consolas" panose="020B0609020204030204" pitchFamily="49" charset="0"/>
              </a:rPr>
              <a:t>\n</a:t>
            </a:r>
            <a:r>
              <a:rPr lang="en-GB" sz="1100" b="0" dirty="0">
                <a:solidFill>
                  <a:srgbClr val="CE9178"/>
                </a:solidFill>
                <a:effectLst/>
                <a:latin typeface="Consolas" panose="020B0609020204030204" pitchFamily="49" charset="0"/>
              </a:rPr>
              <a:t>"</a:t>
            </a:r>
            <a:r>
              <a:rPr lang="en-GB" sz="1100" b="0" dirty="0">
                <a:solidFill>
                  <a:srgbClr val="CCCCCC"/>
                </a:solidFill>
                <a:effectLst/>
                <a:latin typeface="Consolas" panose="020B0609020204030204" pitchFamily="49" charset="0"/>
              </a:rPr>
              <a:t>, </a:t>
            </a:r>
            <a:r>
              <a:rPr lang="en-GB" sz="1100" b="0" dirty="0" err="1">
                <a:solidFill>
                  <a:srgbClr val="9CDCFE"/>
                </a:solidFill>
                <a:effectLst/>
                <a:latin typeface="Consolas" panose="020B0609020204030204" pitchFamily="49" charset="0"/>
              </a:rPr>
              <a:t>dist_coeffs</a:t>
            </a:r>
            <a:r>
              <a:rPr lang="en-GB" sz="1100" b="0" dirty="0">
                <a:solidFill>
                  <a:srgbClr val="CCCCCC"/>
                </a:solidFill>
                <a:effectLst/>
                <a:latin typeface="Consolas" panose="020B0609020204030204" pitchFamily="49" charset="0"/>
              </a:rPr>
              <a:t>)</a:t>
            </a:r>
          </a:p>
          <a:p>
            <a:pPr marL="0" indent="0">
              <a:lnSpc>
                <a:spcPts val="1425"/>
              </a:lnSpc>
              <a:spcBef>
                <a:spcPts val="0"/>
              </a:spcBef>
              <a:buNone/>
            </a:pPr>
            <a:r>
              <a:rPr lang="en-GB" sz="1100" b="0" dirty="0">
                <a:solidFill>
                  <a:srgbClr val="DCDCAA"/>
                </a:solidFill>
                <a:effectLst/>
                <a:latin typeface="Consolas" panose="020B0609020204030204" pitchFamily="49" charset="0"/>
              </a:rPr>
              <a:t>print</a:t>
            </a:r>
            <a:r>
              <a:rPr lang="en-GB" sz="1100" b="0" dirty="0">
                <a:solidFill>
                  <a:srgbClr val="CCCCCC"/>
                </a:solidFill>
                <a:effectLst/>
                <a:latin typeface="Consolas" panose="020B0609020204030204" pitchFamily="49" charset="0"/>
              </a:rPr>
              <a:t>(</a:t>
            </a:r>
            <a:r>
              <a:rPr lang="en-GB" sz="1100" b="0" dirty="0">
                <a:solidFill>
                  <a:srgbClr val="CE9178"/>
                </a:solidFill>
                <a:effectLst/>
                <a:latin typeface="Consolas" panose="020B0609020204030204" pitchFamily="49" charset="0"/>
              </a:rPr>
              <a:t>"</a:t>
            </a:r>
            <a:r>
              <a:rPr lang="en-GB" sz="1100" b="0" dirty="0">
                <a:solidFill>
                  <a:srgbClr val="D7BA7D"/>
                </a:solidFill>
                <a:effectLst/>
                <a:latin typeface="Consolas" panose="020B0609020204030204" pitchFamily="49" charset="0"/>
              </a:rPr>
              <a:t>\</a:t>
            </a:r>
            <a:r>
              <a:rPr lang="en-GB" sz="1100" b="0" dirty="0" err="1">
                <a:solidFill>
                  <a:srgbClr val="D7BA7D"/>
                </a:solidFill>
                <a:effectLst/>
                <a:latin typeface="Consolas" panose="020B0609020204030204" pitchFamily="49" charset="0"/>
              </a:rPr>
              <a:t>n</a:t>
            </a:r>
            <a:r>
              <a:rPr lang="en-GB" sz="1100" b="0" dirty="0" err="1">
                <a:solidFill>
                  <a:srgbClr val="CE9178"/>
                </a:solidFill>
                <a:effectLst/>
                <a:latin typeface="Consolas" panose="020B0609020204030204" pitchFamily="49" charset="0"/>
              </a:rPr>
              <a:t>Rotation</a:t>
            </a:r>
            <a:r>
              <a:rPr lang="en-GB" sz="1100" b="0" dirty="0">
                <a:solidFill>
                  <a:srgbClr val="CE9178"/>
                </a:solidFill>
                <a:effectLst/>
                <a:latin typeface="Consolas" panose="020B0609020204030204" pitchFamily="49" charset="0"/>
              </a:rPr>
              <a:t> Vectors:</a:t>
            </a:r>
            <a:r>
              <a:rPr lang="en-GB" sz="1100" b="0" dirty="0">
                <a:solidFill>
                  <a:srgbClr val="D7BA7D"/>
                </a:solidFill>
                <a:effectLst/>
                <a:latin typeface="Consolas" panose="020B0609020204030204" pitchFamily="49" charset="0"/>
              </a:rPr>
              <a:t>\n</a:t>
            </a:r>
            <a:r>
              <a:rPr lang="en-GB" sz="1100" b="0" dirty="0">
                <a:solidFill>
                  <a:srgbClr val="CE9178"/>
                </a:solidFill>
                <a:effectLst/>
                <a:latin typeface="Consolas" panose="020B0609020204030204" pitchFamily="49" charset="0"/>
              </a:rPr>
              <a:t>"</a:t>
            </a:r>
            <a:r>
              <a:rPr lang="en-GB" sz="1100" b="0" dirty="0">
                <a:solidFill>
                  <a:srgbClr val="CCCCCC"/>
                </a:solidFill>
                <a:effectLst/>
                <a:latin typeface="Consolas" panose="020B0609020204030204" pitchFamily="49" charset="0"/>
              </a:rPr>
              <a:t>, </a:t>
            </a:r>
            <a:r>
              <a:rPr lang="en-GB" sz="1100" b="0" dirty="0" err="1">
                <a:solidFill>
                  <a:srgbClr val="9CDCFE"/>
                </a:solidFill>
                <a:effectLst/>
                <a:latin typeface="Consolas" panose="020B0609020204030204" pitchFamily="49" charset="0"/>
              </a:rPr>
              <a:t>rvecs</a:t>
            </a:r>
            <a:r>
              <a:rPr lang="en-GB" sz="1100" b="0" dirty="0">
                <a:solidFill>
                  <a:srgbClr val="CCCCCC"/>
                </a:solidFill>
                <a:effectLst/>
                <a:latin typeface="Consolas" panose="020B0609020204030204" pitchFamily="49" charset="0"/>
              </a:rPr>
              <a:t>)</a:t>
            </a:r>
          </a:p>
          <a:p>
            <a:pPr marL="0" indent="0">
              <a:lnSpc>
                <a:spcPts val="1425"/>
              </a:lnSpc>
              <a:spcBef>
                <a:spcPts val="0"/>
              </a:spcBef>
              <a:buNone/>
            </a:pPr>
            <a:r>
              <a:rPr lang="en-GB" sz="1100" b="0" dirty="0">
                <a:solidFill>
                  <a:srgbClr val="DCDCAA"/>
                </a:solidFill>
                <a:effectLst/>
                <a:latin typeface="Consolas" panose="020B0609020204030204" pitchFamily="49" charset="0"/>
              </a:rPr>
              <a:t>print</a:t>
            </a:r>
            <a:r>
              <a:rPr lang="en-GB" sz="1100" b="0" dirty="0">
                <a:solidFill>
                  <a:srgbClr val="CCCCCC"/>
                </a:solidFill>
                <a:effectLst/>
                <a:latin typeface="Consolas" panose="020B0609020204030204" pitchFamily="49" charset="0"/>
              </a:rPr>
              <a:t>(</a:t>
            </a:r>
            <a:r>
              <a:rPr lang="en-GB" sz="1100" b="0" dirty="0">
                <a:solidFill>
                  <a:srgbClr val="CE9178"/>
                </a:solidFill>
                <a:effectLst/>
                <a:latin typeface="Consolas" panose="020B0609020204030204" pitchFamily="49" charset="0"/>
              </a:rPr>
              <a:t>"</a:t>
            </a:r>
            <a:r>
              <a:rPr lang="en-GB" sz="1100" b="0" dirty="0">
                <a:solidFill>
                  <a:srgbClr val="D7BA7D"/>
                </a:solidFill>
                <a:effectLst/>
                <a:latin typeface="Consolas" panose="020B0609020204030204" pitchFamily="49" charset="0"/>
              </a:rPr>
              <a:t>\</a:t>
            </a:r>
            <a:r>
              <a:rPr lang="en-GB" sz="1100" b="0" dirty="0" err="1">
                <a:solidFill>
                  <a:srgbClr val="D7BA7D"/>
                </a:solidFill>
                <a:effectLst/>
                <a:latin typeface="Consolas" panose="020B0609020204030204" pitchFamily="49" charset="0"/>
              </a:rPr>
              <a:t>n</a:t>
            </a:r>
            <a:r>
              <a:rPr lang="en-GB" sz="1100" b="0" dirty="0" err="1">
                <a:solidFill>
                  <a:srgbClr val="CE9178"/>
                </a:solidFill>
                <a:effectLst/>
                <a:latin typeface="Consolas" panose="020B0609020204030204" pitchFamily="49" charset="0"/>
              </a:rPr>
              <a:t>Translation</a:t>
            </a:r>
            <a:r>
              <a:rPr lang="en-GB" sz="1100" b="0" dirty="0">
                <a:solidFill>
                  <a:srgbClr val="CE9178"/>
                </a:solidFill>
                <a:effectLst/>
                <a:latin typeface="Consolas" panose="020B0609020204030204" pitchFamily="49" charset="0"/>
              </a:rPr>
              <a:t> Vectors:</a:t>
            </a:r>
            <a:r>
              <a:rPr lang="en-GB" sz="1100" b="0" dirty="0">
                <a:solidFill>
                  <a:srgbClr val="D7BA7D"/>
                </a:solidFill>
                <a:effectLst/>
                <a:latin typeface="Consolas" panose="020B0609020204030204" pitchFamily="49" charset="0"/>
              </a:rPr>
              <a:t>\n</a:t>
            </a:r>
            <a:r>
              <a:rPr lang="en-GB" sz="1100" b="0" dirty="0">
                <a:solidFill>
                  <a:srgbClr val="CE9178"/>
                </a:solidFill>
                <a:effectLst/>
                <a:latin typeface="Consolas" panose="020B0609020204030204" pitchFamily="49" charset="0"/>
              </a:rPr>
              <a:t>"</a:t>
            </a:r>
            <a:r>
              <a:rPr lang="en-GB" sz="1100" b="0" dirty="0">
                <a:solidFill>
                  <a:srgbClr val="CCCCCC"/>
                </a:solidFill>
                <a:effectLst/>
                <a:latin typeface="Consolas" panose="020B0609020204030204" pitchFamily="49" charset="0"/>
              </a:rPr>
              <a:t>, </a:t>
            </a:r>
            <a:r>
              <a:rPr lang="en-GB" sz="1100" b="0" dirty="0" err="1">
                <a:solidFill>
                  <a:srgbClr val="9CDCFE"/>
                </a:solidFill>
                <a:effectLst/>
                <a:latin typeface="Consolas" panose="020B0609020204030204" pitchFamily="49" charset="0"/>
              </a:rPr>
              <a:t>tvecs</a:t>
            </a:r>
            <a:r>
              <a:rPr lang="en-GB" sz="1100" b="0" dirty="0">
                <a:solidFill>
                  <a:srgbClr val="CCCCCC"/>
                </a:solidFill>
                <a:effectLst/>
                <a:latin typeface="Consolas" panose="020B0609020204030204" pitchFamily="49" charset="0"/>
              </a:rPr>
              <a:t>)</a:t>
            </a:r>
          </a:p>
          <a:p>
            <a:pPr marL="0" indent="0">
              <a:lnSpc>
                <a:spcPct val="100000"/>
              </a:lnSpc>
              <a:spcBef>
                <a:spcPts val="0"/>
              </a:spcBef>
              <a:buNone/>
            </a:pPr>
            <a:r>
              <a:rPr lang="en-GB" sz="1600" b="0" dirty="0">
                <a:solidFill>
                  <a:srgbClr val="CCCCCC"/>
                </a:solidFill>
                <a:effectLst/>
                <a:latin typeface="Consolas" panose="020B0609020204030204" pitchFamily="49" charset="0"/>
              </a:rPr>
              <a:t>       </a:t>
            </a:r>
          </a:p>
        </p:txBody>
      </p:sp>
      <p:sp>
        <p:nvSpPr>
          <p:cNvPr id="3" name="Content Placeholder 1">
            <a:extLst>
              <a:ext uri="{FF2B5EF4-FFF2-40B4-BE49-F238E27FC236}">
                <a16:creationId xmlns:a16="http://schemas.microsoft.com/office/drawing/2014/main" id="{5BE3225E-01B0-9E53-4310-A3C772D7721D}"/>
              </a:ext>
            </a:extLst>
          </p:cNvPr>
          <p:cNvSpPr txBox="1">
            <a:spLocks/>
          </p:cNvSpPr>
          <p:nvPr/>
        </p:nvSpPr>
        <p:spPr>
          <a:xfrm>
            <a:off x="5961529" y="-1"/>
            <a:ext cx="6230471" cy="6858000"/>
          </a:xfrm>
          <a:prstGeom prst="rect">
            <a:avLst/>
          </a:prstGeom>
          <a:solidFill>
            <a:schemeClr val="tx2">
              <a:lumMod val="50000"/>
            </a:schemeClr>
          </a:solidFill>
          <a:ln>
            <a:solidFill>
              <a:schemeClr val="bg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ts val="1425"/>
              </a:lnSpc>
              <a:spcBef>
                <a:spcPts val="0"/>
              </a:spcBef>
              <a:buNone/>
            </a:pPr>
            <a:r>
              <a:rPr lang="en-GB" sz="1100" b="0" dirty="0">
                <a:solidFill>
                  <a:srgbClr val="6A9955"/>
                </a:solidFill>
                <a:effectLst/>
                <a:latin typeface="Consolas" panose="020B0609020204030204" pitchFamily="49" charset="0"/>
              </a:rPr>
              <a:t># === [4] Undistort one of the images ===</a:t>
            </a:r>
            <a:endParaRPr lang="en-GB" sz="1100" b="0" dirty="0">
              <a:solidFill>
                <a:srgbClr val="CCCCCC"/>
              </a:solidFill>
              <a:effectLst/>
              <a:latin typeface="Consolas" panose="020B0609020204030204" pitchFamily="49" charset="0"/>
            </a:endParaRPr>
          </a:p>
          <a:p>
            <a:pPr marL="0" indent="0">
              <a:lnSpc>
                <a:spcPts val="1425"/>
              </a:lnSpc>
              <a:spcBef>
                <a:spcPts val="0"/>
              </a:spcBef>
              <a:buNone/>
            </a:pPr>
            <a:br>
              <a:rPr lang="en-GB" sz="1100" b="0" dirty="0">
                <a:solidFill>
                  <a:srgbClr val="CCCCCC"/>
                </a:solidFill>
                <a:effectLst/>
                <a:latin typeface="Consolas" panose="020B0609020204030204" pitchFamily="49" charset="0"/>
              </a:rPr>
            </a:br>
            <a:r>
              <a:rPr lang="en-GB" sz="1100" b="0" dirty="0" err="1">
                <a:solidFill>
                  <a:srgbClr val="9CDCFE"/>
                </a:solidFill>
                <a:effectLst/>
                <a:latin typeface="Consolas" panose="020B0609020204030204" pitchFamily="49" charset="0"/>
              </a:rPr>
              <a:t>img</a:t>
            </a:r>
            <a:r>
              <a:rPr lang="en-GB" sz="1100" b="0" dirty="0">
                <a:solidFill>
                  <a:srgbClr val="CCCCCC"/>
                </a:solidFill>
                <a:effectLst/>
                <a:latin typeface="Consolas" panose="020B0609020204030204" pitchFamily="49" charset="0"/>
              </a:rPr>
              <a:t> </a:t>
            </a:r>
            <a:r>
              <a:rPr lang="en-GB" sz="1100" b="0" dirty="0">
                <a:solidFill>
                  <a:srgbClr val="D4D4D4"/>
                </a:solidFill>
                <a:effectLst/>
                <a:latin typeface="Consolas" panose="020B0609020204030204" pitchFamily="49" charset="0"/>
              </a:rPr>
              <a:t>=</a:t>
            </a:r>
            <a:r>
              <a:rPr lang="en-GB" sz="1100" b="0" dirty="0">
                <a:solidFill>
                  <a:srgbClr val="CCCCCC"/>
                </a:solidFill>
                <a:effectLst/>
                <a:latin typeface="Consolas" panose="020B0609020204030204" pitchFamily="49" charset="0"/>
              </a:rPr>
              <a:t> </a:t>
            </a:r>
            <a:r>
              <a:rPr lang="en-GB" sz="1100" b="0" dirty="0" err="1">
                <a:solidFill>
                  <a:srgbClr val="4EC9B0"/>
                </a:solidFill>
                <a:effectLst/>
                <a:latin typeface="Consolas" panose="020B0609020204030204" pitchFamily="49" charset="0"/>
              </a:rPr>
              <a:t>cv</a:t>
            </a:r>
            <a:r>
              <a:rPr lang="en-GB" sz="1100" b="0" dirty="0" err="1">
                <a:solidFill>
                  <a:srgbClr val="CCCCCC"/>
                </a:solidFill>
                <a:effectLst/>
                <a:latin typeface="Consolas" panose="020B0609020204030204" pitchFamily="49" charset="0"/>
              </a:rPr>
              <a:t>.imread</a:t>
            </a:r>
            <a:r>
              <a:rPr lang="en-GB" sz="1100" b="0" dirty="0">
                <a:solidFill>
                  <a:srgbClr val="CCCCCC"/>
                </a:solidFill>
                <a:effectLst/>
                <a:latin typeface="Consolas" panose="020B0609020204030204" pitchFamily="49" charset="0"/>
              </a:rPr>
              <a:t>(</a:t>
            </a:r>
            <a:r>
              <a:rPr lang="en-GB" sz="1100" b="0" dirty="0">
                <a:solidFill>
                  <a:srgbClr val="CE9178"/>
                </a:solidFill>
                <a:effectLst/>
                <a:latin typeface="Consolas" panose="020B0609020204030204" pitchFamily="49" charset="0"/>
              </a:rPr>
              <a:t>'images/chess3.png'</a:t>
            </a:r>
            <a:r>
              <a:rPr lang="en-GB" sz="1100" b="0" dirty="0">
                <a:solidFill>
                  <a:srgbClr val="CCCCCC"/>
                </a:solidFill>
                <a:effectLst/>
                <a:latin typeface="Consolas" panose="020B0609020204030204" pitchFamily="49" charset="0"/>
              </a:rPr>
              <a:t>)</a:t>
            </a:r>
          </a:p>
          <a:p>
            <a:pPr marL="0" indent="0">
              <a:lnSpc>
                <a:spcPts val="1425"/>
              </a:lnSpc>
              <a:spcBef>
                <a:spcPts val="0"/>
              </a:spcBef>
              <a:buNone/>
            </a:pPr>
            <a:r>
              <a:rPr lang="en-GB" sz="1100" b="0" dirty="0">
                <a:solidFill>
                  <a:srgbClr val="9CDCFE"/>
                </a:solidFill>
                <a:effectLst/>
                <a:latin typeface="Consolas" panose="020B0609020204030204" pitchFamily="49" charset="0"/>
              </a:rPr>
              <a:t>h</a:t>
            </a:r>
            <a:r>
              <a:rPr lang="en-GB" sz="1100" b="0" dirty="0">
                <a:solidFill>
                  <a:srgbClr val="CCCCCC"/>
                </a:solidFill>
                <a:effectLst/>
                <a:latin typeface="Consolas" panose="020B0609020204030204" pitchFamily="49" charset="0"/>
              </a:rPr>
              <a:t>, </a:t>
            </a:r>
            <a:r>
              <a:rPr lang="en-GB" sz="1100" b="0" dirty="0">
                <a:solidFill>
                  <a:srgbClr val="9CDCFE"/>
                </a:solidFill>
                <a:effectLst/>
                <a:latin typeface="Consolas" panose="020B0609020204030204" pitchFamily="49" charset="0"/>
              </a:rPr>
              <a:t>w</a:t>
            </a:r>
            <a:r>
              <a:rPr lang="en-GB" sz="1100" b="0" dirty="0">
                <a:solidFill>
                  <a:srgbClr val="CCCCCC"/>
                </a:solidFill>
                <a:effectLst/>
                <a:latin typeface="Consolas" panose="020B0609020204030204" pitchFamily="49" charset="0"/>
              </a:rPr>
              <a:t> </a:t>
            </a:r>
            <a:r>
              <a:rPr lang="en-GB" sz="1100" b="0" dirty="0">
                <a:solidFill>
                  <a:srgbClr val="D4D4D4"/>
                </a:solidFill>
                <a:effectLst/>
                <a:latin typeface="Consolas" panose="020B0609020204030204" pitchFamily="49" charset="0"/>
              </a:rPr>
              <a:t>=</a:t>
            </a:r>
            <a:r>
              <a:rPr lang="en-GB" sz="1100" b="0" dirty="0">
                <a:solidFill>
                  <a:srgbClr val="CCCCCC"/>
                </a:solidFill>
                <a:effectLst/>
                <a:latin typeface="Consolas" panose="020B0609020204030204" pitchFamily="49" charset="0"/>
              </a:rPr>
              <a:t> </a:t>
            </a:r>
            <a:r>
              <a:rPr lang="en-GB" sz="1100" b="0" dirty="0" err="1">
                <a:solidFill>
                  <a:srgbClr val="9CDCFE"/>
                </a:solidFill>
                <a:effectLst/>
                <a:latin typeface="Consolas" panose="020B0609020204030204" pitchFamily="49" charset="0"/>
              </a:rPr>
              <a:t>img</a:t>
            </a:r>
            <a:r>
              <a:rPr lang="en-GB" sz="1100" b="0" dirty="0" err="1">
                <a:solidFill>
                  <a:srgbClr val="CCCCCC"/>
                </a:solidFill>
                <a:effectLst/>
                <a:latin typeface="Consolas" panose="020B0609020204030204" pitchFamily="49" charset="0"/>
              </a:rPr>
              <a:t>.shape</a:t>
            </a:r>
            <a:r>
              <a:rPr lang="en-GB" sz="1100" b="0" dirty="0">
                <a:solidFill>
                  <a:srgbClr val="CCCCCC"/>
                </a:solidFill>
                <a:effectLst/>
                <a:latin typeface="Consolas" panose="020B0609020204030204" pitchFamily="49" charset="0"/>
              </a:rPr>
              <a:t>[:</a:t>
            </a:r>
            <a:r>
              <a:rPr lang="en-GB" sz="1100" b="0" dirty="0">
                <a:solidFill>
                  <a:srgbClr val="B5CEA8"/>
                </a:solidFill>
                <a:effectLst/>
                <a:latin typeface="Consolas" panose="020B0609020204030204" pitchFamily="49" charset="0"/>
              </a:rPr>
              <a:t>2</a:t>
            </a:r>
            <a:r>
              <a:rPr lang="en-GB" sz="1100" b="0" dirty="0">
                <a:solidFill>
                  <a:srgbClr val="CCCCCC"/>
                </a:solidFill>
                <a:effectLst/>
                <a:latin typeface="Consolas" panose="020B0609020204030204" pitchFamily="49" charset="0"/>
              </a:rPr>
              <a:t>]</a:t>
            </a:r>
          </a:p>
          <a:p>
            <a:pPr marL="0" indent="0">
              <a:lnSpc>
                <a:spcPts val="1425"/>
              </a:lnSpc>
              <a:spcBef>
                <a:spcPts val="0"/>
              </a:spcBef>
              <a:buNone/>
            </a:pPr>
            <a:br>
              <a:rPr lang="en-GB" sz="1100" b="0" dirty="0">
                <a:solidFill>
                  <a:srgbClr val="CCCCCC"/>
                </a:solidFill>
                <a:effectLst/>
                <a:latin typeface="Consolas" panose="020B0609020204030204" pitchFamily="49" charset="0"/>
              </a:rPr>
            </a:br>
            <a:r>
              <a:rPr lang="en-GB" sz="1100" b="0" dirty="0">
                <a:solidFill>
                  <a:srgbClr val="6A9955"/>
                </a:solidFill>
                <a:effectLst/>
                <a:latin typeface="Consolas" panose="020B0609020204030204" pitchFamily="49" charset="0"/>
              </a:rPr>
              <a:t># Compute the optimal new camera matrix to minimize unwanted pixels</a:t>
            </a:r>
            <a:endParaRPr lang="en-GB" sz="1100" b="0" dirty="0">
              <a:solidFill>
                <a:srgbClr val="CCCCCC"/>
              </a:solidFill>
              <a:effectLst/>
              <a:latin typeface="Consolas" panose="020B0609020204030204" pitchFamily="49" charset="0"/>
            </a:endParaRPr>
          </a:p>
          <a:p>
            <a:pPr marL="0" indent="0">
              <a:lnSpc>
                <a:spcPts val="1425"/>
              </a:lnSpc>
              <a:spcBef>
                <a:spcPts val="0"/>
              </a:spcBef>
              <a:buNone/>
            </a:pPr>
            <a:r>
              <a:rPr lang="en-GB" sz="1100" b="0" dirty="0" err="1">
                <a:solidFill>
                  <a:srgbClr val="9CDCFE"/>
                </a:solidFill>
                <a:effectLst/>
                <a:latin typeface="Consolas" panose="020B0609020204030204" pitchFamily="49" charset="0"/>
              </a:rPr>
              <a:t>new_camera_matrix</a:t>
            </a:r>
            <a:r>
              <a:rPr lang="en-GB" sz="1100" b="0" dirty="0">
                <a:solidFill>
                  <a:srgbClr val="CCCCCC"/>
                </a:solidFill>
                <a:effectLst/>
                <a:latin typeface="Consolas" panose="020B0609020204030204" pitchFamily="49" charset="0"/>
              </a:rPr>
              <a:t>, </a:t>
            </a:r>
            <a:r>
              <a:rPr lang="en-GB" sz="1100" b="0" dirty="0" err="1">
                <a:solidFill>
                  <a:srgbClr val="9CDCFE"/>
                </a:solidFill>
                <a:effectLst/>
                <a:latin typeface="Consolas" panose="020B0609020204030204" pitchFamily="49" charset="0"/>
              </a:rPr>
              <a:t>roi</a:t>
            </a:r>
            <a:r>
              <a:rPr lang="en-GB" sz="1100" b="0" dirty="0">
                <a:solidFill>
                  <a:srgbClr val="CCCCCC"/>
                </a:solidFill>
                <a:effectLst/>
                <a:latin typeface="Consolas" panose="020B0609020204030204" pitchFamily="49" charset="0"/>
              </a:rPr>
              <a:t> </a:t>
            </a:r>
            <a:r>
              <a:rPr lang="en-GB" sz="1100" b="0" dirty="0">
                <a:solidFill>
                  <a:srgbClr val="D4D4D4"/>
                </a:solidFill>
                <a:effectLst/>
                <a:latin typeface="Consolas" panose="020B0609020204030204" pitchFamily="49" charset="0"/>
              </a:rPr>
              <a:t>=</a:t>
            </a:r>
            <a:r>
              <a:rPr lang="en-GB" sz="1100" b="0" dirty="0">
                <a:solidFill>
                  <a:srgbClr val="CCCCCC"/>
                </a:solidFill>
                <a:effectLst/>
                <a:latin typeface="Consolas" panose="020B0609020204030204" pitchFamily="49" charset="0"/>
              </a:rPr>
              <a:t> </a:t>
            </a:r>
            <a:r>
              <a:rPr lang="en-GB" sz="1100" b="0" dirty="0" err="1">
                <a:solidFill>
                  <a:srgbClr val="4EC9B0"/>
                </a:solidFill>
                <a:effectLst/>
                <a:latin typeface="Consolas" panose="020B0609020204030204" pitchFamily="49" charset="0"/>
              </a:rPr>
              <a:t>cv</a:t>
            </a:r>
            <a:r>
              <a:rPr lang="en-GB" sz="1100" b="0" dirty="0" err="1">
                <a:solidFill>
                  <a:srgbClr val="CCCCCC"/>
                </a:solidFill>
                <a:effectLst/>
                <a:latin typeface="Consolas" panose="020B0609020204030204" pitchFamily="49" charset="0"/>
              </a:rPr>
              <a:t>.getOptimalNewCameraMatrix</a:t>
            </a:r>
            <a:r>
              <a:rPr lang="en-GB" sz="1100" b="0" dirty="0">
                <a:solidFill>
                  <a:srgbClr val="CCCCCC"/>
                </a:solidFill>
                <a:effectLst/>
                <a:latin typeface="Consolas" panose="020B0609020204030204" pitchFamily="49" charset="0"/>
              </a:rPr>
              <a:t>(</a:t>
            </a:r>
            <a:r>
              <a:rPr lang="en-GB" sz="1100" b="0" dirty="0" err="1">
                <a:solidFill>
                  <a:srgbClr val="9CDCFE"/>
                </a:solidFill>
                <a:effectLst/>
                <a:latin typeface="Consolas" panose="020B0609020204030204" pitchFamily="49" charset="0"/>
              </a:rPr>
              <a:t>camera_matrix</a:t>
            </a:r>
            <a:r>
              <a:rPr lang="en-GB" sz="1100" b="0" dirty="0">
                <a:solidFill>
                  <a:srgbClr val="CCCCCC"/>
                </a:solidFill>
                <a:effectLst/>
                <a:latin typeface="Consolas" panose="020B0609020204030204" pitchFamily="49" charset="0"/>
              </a:rPr>
              <a:t>, </a:t>
            </a:r>
            <a:r>
              <a:rPr lang="en-GB" sz="1100" b="0" dirty="0" err="1">
                <a:solidFill>
                  <a:srgbClr val="9CDCFE"/>
                </a:solidFill>
                <a:effectLst/>
                <a:latin typeface="Consolas" panose="020B0609020204030204" pitchFamily="49" charset="0"/>
              </a:rPr>
              <a:t>dist_coeffs</a:t>
            </a:r>
            <a:r>
              <a:rPr lang="en-GB" sz="1100" b="0" dirty="0">
                <a:solidFill>
                  <a:srgbClr val="CCCCCC"/>
                </a:solidFill>
                <a:effectLst/>
                <a:latin typeface="Consolas" panose="020B0609020204030204" pitchFamily="49" charset="0"/>
              </a:rPr>
              <a:t>, (</a:t>
            </a:r>
            <a:r>
              <a:rPr lang="en-GB" sz="1100" b="0" dirty="0">
                <a:solidFill>
                  <a:srgbClr val="9CDCFE"/>
                </a:solidFill>
                <a:effectLst/>
                <a:latin typeface="Consolas" panose="020B0609020204030204" pitchFamily="49" charset="0"/>
              </a:rPr>
              <a:t>w</a:t>
            </a:r>
            <a:r>
              <a:rPr lang="en-GB" sz="1100" b="0" dirty="0">
                <a:solidFill>
                  <a:srgbClr val="CCCCCC"/>
                </a:solidFill>
                <a:effectLst/>
                <a:latin typeface="Consolas" panose="020B0609020204030204" pitchFamily="49" charset="0"/>
              </a:rPr>
              <a:t>, </a:t>
            </a:r>
            <a:r>
              <a:rPr lang="en-GB" sz="1100" b="0" dirty="0">
                <a:solidFill>
                  <a:srgbClr val="9CDCFE"/>
                </a:solidFill>
                <a:effectLst/>
                <a:latin typeface="Consolas" panose="020B0609020204030204" pitchFamily="49" charset="0"/>
              </a:rPr>
              <a:t>h</a:t>
            </a:r>
            <a:r>
              <a:rPr lang="en-GB" sz="1100" b="0" dirty="0">
                <a:solidFill>
                  <a:srgbClr val="CCCCCC"/>
                </a:solidFill>
                <a:effectLst/>
                <a:latin typeface="Consolas" panose="020B0609020204030204" pitchFamily="49" charset="0"/>
              </a:rPr>
              <a:t>), </a:t>
            </a:r>
            <a:r>
              <a:rPr lang="en-GB" sz="1100" b="0" dirty="0">
                <a:solidFill>
                  <a:srgbClr val="B5CEA8"/>
                </a:solidFill>
                <a:effectLst/>
                <a:latin typeface="Consolas" panose="020B0609020204030204" pitchFamily="49" charset="0"/>
              </a:rPr>
              <a:t>1</a:t>
            </a:r>
            <a:r>
              <a:rPr lang="en-GB" sz="1100" b="0" dirty="0">
                <a:solidFill>
                  <a:srgbClr val="CCCCCC"/>
                </a:solidFill>
                <a:effectLst/>
                <a:latin typeface="Consolas" panose="020B0609020204030204" pitchFamily="49" charset="0"/>
              </a:rPr>
              <a:t>, (</a:t>
            </a:r>
            <a:r>
              <a:rPr lang="en-GB" sz="1100" b="0" dirty="0">
                <a:solidFill>
                  <a:srgbClr val="9CDCFE"/>
                </a:solidFill>
                <a:effectLst/>
                <a:latin typeface="Consolas" panose="020B0609020204030204" pitchFamily="49" charset="0"/>
              </a:rPr>
              <a:t>w</a:t>
            </a:r>
            <a:r>
              <a:rPr lang="en-GB" sz="1100" b="0" dirty="0">
                <a:solidFill>
                  <a:srgbClr val="CCCCCC"/>
                </a:solidFill>
                <a:effectLst/>
                <a:latin typeface="Consolas" panose="020B0609020204030204" pitchFamily="49" charset="0"/>
              </a:rPr>
              <a:t>, </a:t>
            </a:r>
            <a:r>
              <a:rPr lang="en-GB" sz="1100" b="0" dirty="0">
                <a:solidFill>
                  <a:srgbClr val="9CDCFE"/>
                </a:solidFill>
                <a:effectLst/>
                <a:latin typeface="Consolas" panose="020B0609020204030204" pitchFamily="49" charset="0"/>
              </a:rPr>
              <a:t>h</a:t>
            </a:r>
            <a:r>
              <a:rPr lang="en-GB" sz="1100" b="0" dirty="0">
                <a:solidFill>
                  <a:srgbClr val="CCCCCC"/>
                </a:solidFill>
                <a:effectLst/>
                <a:latin typeface="Consolas" panose="020B0609020204030204" pitchFamily="49" charset="0"/>
              </a:rPr>
              <a:t>))</a:t>
            </a:r>
          </a:p>
          <a:p>
            <a:pPr marL="0" indent="0">
              <a:lnSpc>
                <a:spcPts val="1425"/>
              </a:lnSpc>
              <a:spcBef>
                <a:spcPts val="0"/>
              </a:spcBef>
              <a:buNone/>
            </a:pPr>
            <a:br>
              <a:rPr lang="en-GB" sz="1100" b="0" dirty="0">
                <a:solidFill>
                  <a:srgbClr val="CCCCCC"/>
                </a:solidFill>
                <a:effectLst/>
                <a:latin typeface="Consolas" panose="020B0609020204030204" pitchFamily="49" charset="0"/>
              </a:rPr>
            </a:br>
            <a:r>
              <a:rPr lang="en-GB" sz="1100" b="0" dirty="0">
                <a:solidFill>
                  <a:srgbClr val="6A9955"/>
                </a:solidFill>
                <a:effectLst/>
                <a:latin typeface="Consolas" panose="020B0609020204030204" pitchFamily="49" charset="0"/>
              </a:rPr>
              <a:t># Undistort the image</a:t>
            </a:r>
            <a:endParaRPr lang="en-GB" sz="1100" b="0" dirty="0">
              <a:solidFill>
                <a:srgbClr val="CCCCCC"/>
              </a:solidFill>
              <a:effectLst/>
              <a:latin typeface="Consolas" panose="020B0609020204030204" pitchFamily="49" charset="0"/>
            </a:endParaRPr>
          </a:p>
          <a:p>
            <a:pPr marL="0" indent="0">
              <a:lnSpc>
                <a:spcPts val="1425"/>
              </a:lnSpc>
              <a:spcBef>
                <a:spcPts val="0"/>
              </a:spcBef>
              <a:buNone/>
            </a:pPr>
            <a:r>
              <a:rPr lang="en-GB" sz="1100" b="0" dirty="0">
                <a:solidFill>
                  <a:srgbClr val="9CDCFE"/>
                </a:solidFill>
                <a:effectLst/>
                <a:latin typeface="Consolas" panose="020B0609020204030204" pitchFamily="49" charset="0"/>
              </a:rPr>
              <a:t>undistorted</a:t>
            </a:r>
            <a:r>
              <a:rPr lang="en-GB" sz="1100" b="0" dirty="0">
                <a:solidFill>
                  <a:srgbClr val="CCCCCC"/>
                </a:solidFill>
                <a:effectLst/>
                <a:latin typeface="Consolas" panose="020B0609020204030204" pitchFamily="49" charset="0"/>
              </a:rPr>
              <a:t> </a:t>
            </a:r>
            <a:r>
              <a:rPr lang="en-GB" sz="1100" b="0" dirty="0">
                <a:solidFill>
                  <a:srgbClr val="D4D4D4"/>
                </a:solidFill>
                <a:effectLst/>
                <a:latin typeface="Consolas" panose="020B0609020204030204" pitchFamily="49" charset="0"/>
              </a:rPr>
              <a:t>=</a:t>
            </a:r>
            <a:r>
              <a:rPr lang="en-GB" sz="1100" b="0" dirty="0">
                <a:solidFill>
                  <a:srgbClr val="CCCCCC"/>
                </a:solidFill>
                <a:effectLst/>
                <a:latin typeface="Consolas" panose="020B0609020204030204" pitchFamily="49" charset="0"/>
              </a:rPr>
              <a:t> </a:t>
            </a:r>
            <a:r>
              <a:rPr lang="en-GB" sz="1100" b="0" dirty="0" err="1">
                <a:solidFill>
                  <a:srgbClr val="4EC9B0"/>
                </a:solidFill>
                <a:effectLst/>
                <a:latin typeface="Consolas" panose="020B0609020204030204" pitchFamily="49" charset="0"/>
              </a:rPr>
              <a:t>cv</a:t>
            </a:r>
            <a:r>
              <a:rPr lang="en-GB" sz="1100" b="0" dirty="0" err="1">
                <a:solidFill>
                  <a:srgbClr val="CCCCCC"/>
                </a:solidFill>
                <a:effectLst/>
                <a:latin typeface="Consolas" panose="020B0609020204030204" pitchFamily="49" charset="0"/>
              </a:rPr>
              <a:t>.undistort</a:t>
            </a:r>
            <a:r>
              <a:rPr lang="en-GB" sz="1100" b="0" dirty="0">
                <a:solidFill>
                  <a:srgbClr val="CCCCCC"/>
                </a:solidFill>
                <a:effectLst/>
                <a:latin typeface="Consolas" panose="020B0609020204030204" pitchFamily="49" charset="0"/>
              </a:rPr>
              <a:t>(</a:t>
            </a:r>
            <a:r>
              <a:rPr lang="en-GB" sz="1100" b="0" dirty="0" err="1">
                <a:solidFill>
                  <a:srgbClr val="9CDCFE"/>
                </a:solidFill>
                <a:effectLst/>
                <a:latin typeface="Consolas" panose="020B0609020204030204" pitchFamily="49" charset="0"/>
              </a:rPr>
              <a:t>img</a:t>
            </a:r>
            <a:r>
              <a:rPr lang="en-GB" sz="1100" b="0" dirty="0">
                <a:solidFill>
                  <a:srgbClr val="CCCCCC"/>
                </a:solidFill>
                <a:effectLst/>
                <a:latin typeface="Consolas" panose="020B0609020204030204" pitchFamily="49" charset="0"/>
              </a:rPr>
              <a:t>, </a:t>
            </a:r>
            <a:r>
              <a:rPr lang="en-GB" sz="1100" b="0" dirty="0" err="1">
                <a:solidFill>
                  <a:srgbClr val="9CDCFE"/>
                </a:solidFill>
                <a:effectLst/>
                <a:latin typeface="Consolas" panose="020B0609020204030204" pitchFamily="49" charset="0"/>
              </a:rPr>
              <a:t>camera_matrix</a:t>
            </a:r>
            <a:r>
              <a:rPr lang="en-GB" sz="1100" b="0" dirty="0">
                <a:solidFill>
                  <a:srgbClr val="CCCCCC"/>
                </a:solidFill>
                <a:effectLst/>
                <a:latin typeface="Consolas" panose="020B0609020204030204" pitchFamily="49" charset="0"/>
              </a:rPr>
              <a:t>, </a:t>
            </a:r>
            <a:r>
              <a:rPr lang="en-GB" sz="1100" b="0" dirty="0" err="1">
                <a:solidFill>
                  <a:srgbClr val="9CDCFE"/>
                </a:solidFill>
                <a:effectLst/>
                <a:latin typeface="Consolas" panose="020B0609020204030204" pitchFamily="49" charset="0"/>
              </a:rPr>
              <a:t>dist_coeffs</a:t>
            </a:r>
            <a:r>
              <a:rPr lang="en-GB" sz="1100" b="0" dirty="0">
                <a:solidFill>
                  <a:srgbClr val="CCCCCC"/>
                </a:solidFill>
                <a:effectLst/>
                <a:latin typeface="Consolas" panose="020B0609020204030204" pitchFamily="49" charset="0"/>
              </a:rPr>
              <a:t>, </a:t>
            </a:r>
            <a:r>
              <a:rPr lang="en-GB" sz="1100" b="0" dirty="0">
                <a:solidFill>
                  <a:srgbClr val="569CD6"/>
                </a:solidFill>
                <a:effectLst/>
                <a:latin typeface="Consolas" panose="020B0609020204030204" pitchFamily="49" charset="0"/>
              </a:rPr>
              <a:t>None</a:t>
            </a:r>
            <a:r>
              <a:rPr lang="en-GB" sz="1100" b="0" dirty="0">
                <a:solidFill>
                  <a:srgbClr val="CCCCCC"/>
                </a:solidFill>
                <a:effectLst/>
                <a:latin typeface="Consolas" panose="020B0609020204030204" pitchFamily="49" charset="0"/>
              </a:rPr>
              <a:t>, </a:t>
            </a:r>
            <a:r>
              <a:rPr lang="en-GB" sz="1100" b="0" dirty="0" err="1">
                <a:solidFill>
                  <a:srgbClr val="9CDCFE"/>
                </a:solidFill>
                <a:effectLst/>
                <a:latin typeface="Consolas" panose="020B0609020204030204" pitchFamily="49" charset="0"/>
              </a:rPr>
              <a:t>new_camera_matrix</a:t>
            </a:r>
            <a:r>
              <a:rPr lang="en-GB" sz="1100" b="0" dirty="0">
                <a:solidFill>
                  <a:srgbClr val="CCCCCC"/>
                </a:solidFill>
                <a:effectLst/>
                <a:latin typeface="Consolas" panose="020B0609020204030204" pitchFamily="49" charset="0"/>
              </a:rPr>
              <a:t>)</a:t>
            </a:r>
          </a:p>
          <a:p>
            <a:pPr marL="0" indent="0">
              <a:lnSpc>
                <a:spcPts val="1425"/>
              </a:lnSpc>
              <a:spcBef>
                <a:spcPts val="0"/>
              </a:spcBef>
              <a:buNone/>
            </a:pPr>
            <a:br>
              <a:rPr lang="en-GB" sz="1100" b="0" dirty="0">
                <a:solidFill>
                  <a:srgbClr val="CCCCCC"/>
                </a:solidFill>
                <a:effectLst/>
                <a:latin typeface="Consolas" panose="020B0609020204030204" pitchFamily="49" charset="0"/>
              </a:rPr>
            </a:br>
            <a:r>
              <a:rPr lang="en-GB" sz="1100" b="0" dirty="0">
                <a:solidFill>
                  <a:srgbClr val="6A9955"/>
                </a:solidFill>
                <a:effectLst/>
                <a:latin typeface="Consolas" panose="020B0609020204030204" pitchFamily="49" charset="0"/>
              </a:rPr>
              <a:t># Crop the image using the ROI</a:t>
            </a:r>
            <a:endParaRPr lang="en-GB" sz="1100" b="0" dirty="0">
              <a:solidFill>
                <a:srgbClr val="CCCCCC"/>
              </a:solidFill>
              <a:effectLst/>
              <a:latin typeface="Consolas" panose="020B0609020204030204" pitchFamily="49" charset="0"/>
            </a:endParaRPr>
          </a:p>
          <a:p>
            <a:pPr marL="0" indent="0">
              <a:lnSpc>
                <a:spcPts val="1425"/>
              </a:lnSpc>
              <a:spcBef>
                <a:spcPts val="0"/>
              </a:spcBef>
              <a:buNone/>
            </a:pPr>
            <a:r>
              <a:rPr lang="en-GB" sz="1100" b="0" dirty="0">
                <a:solidFill>
                  <a:srgbClr val="9CDCFE"/>
                </a:solidFill>
                <a:effectLst/>
                <a:latin typeface="Consolas" panose="020B0609020204030204" pitchFamily="49" charset="0"/>
              </a:rPr>
              <a:t>x</a:t>
            </a:r>
            <a:r>
              <a:rPr lang="en-GB" sz="1100" b="0" dirty="0">
                <a:solidFill>
                  <a:srgbClr val="CCCCCC"/>
                </a:solidFill>
                <a:effectLst/>
                <a:latin typeface="Consolas" panose="020B0609020204030204" pitchFamily="49" charset="0"/>
              </a:rPr>
              <a:t>, </a:t>
            </a:r>
            <a:r>
              <a:rPr lang="en-GB" sz="1100" b="0" dirty="0">
                <a:solidFill>
                  <a:srgbClr val="9CDCFE"/>
                </a:solidFill>
                <a:effectLst/>
                <a:latin typeface="Consolas" panose="020B0609020204030204" pitchFamily="49" charset="0"/>
              </a:rPr>
              <a:t>y</a:t>
            </a:r>
            <a:r>
              <a:rPr lang="en-GB" sz="1100" b="0" dirty="0">
                <a:solidFill>
                  <a:srgbClr val="CCCCCC"/>
                </a:solidFill>
                <a:effectLst/>
                <a:latin typeface="Consolas" panose="020B0609020204030204" pitchFamily="49" charset="0"/>
              </a:rPr>
              <a:t>, </a:t>
            </a:r>
            <a:r>
              <a:rPr lang="en-GB" sz="1100" b="0" dirty="0">
                <a:solidFill>
                  <a:srgbClr val="9CDCFE"/>
                </a:solidFill>
                <a:effectLst/>
                <a:latin typeface="Consolas" panose="020B0609020204030204" pitchFamily="49" charset="0"/>
              </a:rPr>
              <a:t>w</a:t>
            </a:r>
            <a:r>
              <a:rPr lang="en-GB" sz="1100" b="0" dirty="0">
                <a:solidFill>
                  <a:srgbClr val="CCCCCC"/>
                </a:solidFill>
                <a:effectLst/>
                <a:latin typeface="Consolas" panose="020B0609020204030204" pitchFamily="49" charset="0"/>
              </a:rPr>
              <a:t>, </a:t>
            </a:r>
            <a:r>
              <a:rPr lang="en-GB" sz="1100" b="0" dirty="0">
                <a:solidFill>
                  <a:srgbClr val="9CDCFE"/>
                </a:solidFill>
                <a:effectLst/>
                <a:latin typeface="Consolas" panose="020B0609020204030204" pitchFamily="49" charset="0"/>
              </a:rPr>
              <a:t>h</a:t>
            </a:r>
            <a:r>
              <a:rPr lang="en-GB" sz="1100" b="0" dirty="0">
                <a:solidFill>
                  <a:srgbClr val="CCCCCC"/>
                </a:solidFill>
                <a:effectLst/>
                <a:latin typeface="Consolas" panose="020B0609020204030204" pitchFamily="49" charset="0"/>
              </a:rPr>
              <a:t> </a:t>
            </a:r>
            <a:r>
              <a:rPr lang="en-GB" sz="1100" b="0" dirty="0">
                <a:solidFill>
                  <a:srgbClr val="D4D4D4"/>
                </a:solidFill>
                <a:effectLst/>
                <a:latin typeface="Consolas" panose="020B0609020204030204" pitchFamily="49" charset="0"/>
              </a:rPr>
              <a:t>=</a:t>
            </a:r>
            <a:r>
              <a:rPr lang="en-GB" sz="1100" b="0" dirty="0">
                <a:solidFill>
                  <a:srgbClr val="CCCCCC"/>
                </a:solidFill>
                <a:effectLst/>
                <a:latin typeface="Consolas" panose="020B0609020204030204" pitchFamily="49" charset="0"/>
              </a:rPr>
              <a:t> </a:t>
            </a:r>
            <a:r>
              <a:rPr lang="en-GB" sz="1100" b="0" dirty="0" err="1">
                <a:solidFill>
                  <a:srgbClr val="9CDCFE"/>
                </a:solidFill>
                <a:effectLst/>
                <a:latin typeface="Consolas" panose="020B0609020204030204" pitchFamily="49" charset="0"/>
              </a:rPr>
              <a:t>roi</a:t>
            </a:r>
            <a:endParaRPr lang="en-GB" sz="1100" b="0" dirty="0">
              <a:solidFill>
                <a:srgbClr val="CCCCCC"/>
              </a:solidFill>
              <a:effectLst/>
              <a:latin typeface="Consolas" panose="020B0609020204030204" pitchFamily="49" charset="0"/>
            </a:endParaRPr>
          </a:p>
          <a:p>
            <a:pPr marL="0" indent="0">
              <a:lnSpc>
                <a:spcPts val="1425"/>
              </a:lnSpc>
              <a:spcBef>
                <a:spcPts val="0"/>
              </a:spcBef>
              <a:buNone/>
            </a:pPr>
            <a:r>
              <a:rPr lang="en-GB" sz="1100" b="0" dirty="0" err="1">
                <a:solidFill>
                  <a:srgbClr val="9CDCFE"/>
                </a:solidFill>
                <a:effectLst/>
                <a:latin typeface="Consolas" panose="020B0609020204030204" pitchFamily="49" charset="0"/>
              </a:rPr>
              <a:t>undistorted_cropped</a:t>
            </a:r>
            <a:r>
              <a:rPr lang="en-GB" sz="1100" b="0" dirty="0">
                <a:solidFill>
                  <a:srgbClr val="CCCCCC"/>
                </a:solidFill>
                <a:effectLst/>
                <a:latin typeface="Consolas" panose="020B0609020204030204" pitchFamily="49" charset="0"/>
              </a:rPr>
              <a:t> </a:t>
            </a:r>
            <a:r>
              <a:rPr lang="en-GB" sz="1100" b="0" dirty="0">
                <a:solidFill>
                  <a:srgbClr val="D4D4D4"/>
                </a:solidFill>
                <a:effectLst/>
                <a:latin typeface="Consolas" panose="020B0609020204030204" pitchFamily="49" charset="0"/>
              </a:rPr>
              <a:t>=</a:t>
            </a:r>
            <a:r>
              <a:rPr lang="en-GB" sz="1100" b="0" dirty="0">
                <a:solidFill>
                  <a:srgbClr val="CCCCCC"/>
                </a:solidFill>
                <a:effectLst/>
                <a:latin typeface="Consolas" panose="020B0609020204030204" pitchFamily="49" charset="0"/>
              </a:rPr>
              <a:t> </a:t>
            </a:r>
            <a:r>
              <a:rPr lang="en-GB" sz="1100" b="0" dirty="0">
                <a:solidFill>
                  <a:srgbClr val="9CDCFE"/>
                </a:solidFill>
                <a:effectLst/>
                <a:latin typeface="Consolas" panose="020B0609020204030204" pitchFamily="49" charset="0"/>
              </a:rPr>
              <a:t>undistorted</a:t>
            </a:r>
            <a:r>
              <a:rPr lang="en-GB" sz="1100" b="0" dirty="0">
                <a:solidFill>
                  <a:srgbClr val="CCCCCC"/>
                </a:solidFill>
                <a:effectLst/>
                <a:latin typeface="Consolas" panose="020B0609020204030204" pitchFamily="49" charset="0"/>
              </a:rPr>
              <a:t>[</a:t>
            </a:r>
            <a:r>
              <a:rPr lang="en-GB" sz="1100" b="0" dirty="0" err="1">
                <a:solidFill>
                  <a:srgbClr val="9CDCFE"/>
                </a:solidFill>
                <a:effectLst/>
                <a:latin typeface="Consolas" panose="020B0609020204030204" pitchFamily="49" charset="0"/>
              </a:rPr>
              <a:t>y</a:t>
            </a:r>
            <a:r>
              <a:rPr lang="en-GB" sz="1100" b="0" dirty="0" err="1">
                <a:solidFill>
                  <a:srgbClr val="CCCCCC"/>
                </a:solidFill>
                <a:effectLst/>
                <a:latin typeface="Consolas" panose="020B0609020204030204" pitchFamily="49" charset="0"/>
              </a:rPr>
              <a:t>:</a:t>
            </a:r>
            <a:r>
              <a:rPr lang="en-GB" sz="1100" b="0" dirty="0" err="1">
                <a:solidFill>
                  <a:srgbClr val="9CDCFE"/>
                </a:solidFill>
                <a:effectLst/>
                <a:latin typeface="Consolas" panose="020B0609020204030204" pitchFamily="49" charset="0"/>
              </a:rPr>
              <a:t>y</a:t>
            </a:r>
            <a:r>
              <a:rPr lang="en-GB" sz="1100" b="0" dirty="0" err="1">
                <a:solidFill>
                  <a:srgbClr val="D4D4D4"/>
                </a:solidFill>
                <a:effectLst/>
                <a:latin typeface="Consolas" panose="020B0609020204030204" pitchFamily="49" charset="0"/>
              </a:rPr>
              <a:t>+</a:t>
            </a:r>
            <a:r>
              <a:rPr lang="en-GB" sz="1100" b="0" dirty="0" err="1">
                <a:solidFill>
                  <a:srgbClr val="9CDCFE"/>
                </a:solidFill>
                <a:effectLst/>
                <a:latin typeface="Consolas" panose="020B0609020204030204" pitchFamily="49" charset="0"/>
              </a:rPr>
              <a:t>h</a:t>
            </a:r>
            <a:r>
              <a:rPr lang="en-GB" sz="1100" b="0" dirty="0">
                <a:solidFill>
                  <a:srgbClr val="CCCCCC"/>
                </a:solidFill>
                <a:effectLst/>
                <a:latin typeface="Consolas" panose="020B0609020204030204" pitchFamily="49" charset="0"/>
              </a:rPr>
              <a:t>, </a:t>
            </a:r>
            <a:r>
              <a:rPr lang="en-GB" sz="1100" b="0" dirty="0">
                <a:solidFill>
                  <a:srgbClr val="9CDCFE"/>
                </a:solidFill>
                <a:effectLst/>
                <a:latin typeface="Consolas" panose="020B0609020204030204" pitchFamily="49" charset="0"/>
              </a:rPr>
              <a:t>x</a:t>
            </a:r>
            <a:r>
              <a:rPr lang="en-GB" sz="1100" b="0" dirty="0">
                <a:solidFill>
                  <a:srgbClr val="CCCCCC"/>
                </a:solidFill>
                <a:effectLst/>
                <a:latin typeface="Consolas" panose="020B0609020204030204" pitchFamily="49" charset="0"/>
              </a:rPr>
              <a:t>:</a:t>
            </a:r>
            <a:r>
              <a:rPr lang="en-GB" sz="1100" b="0" dirty="0">
                <a:solidFill>
                  <a:srgbClr val="9CDCFE"/>
                </a:solidFill>
                <a:effectLst/>
                <a:latin typeface="Consolas" panose="020B0609020204030204" pitchFamily="49" charset="0"/>
              </a:rPr>
              <a:t>x</a:t>
            </a:r>
            <a:r>
              <a:rPr lang="en-GB" sz="1100" b="0" dirty="0">
                <a:solidFill>
                  <a:srgbClr val="D4D4D4"/>
                </a:solidFill>
                <a:effectLst/>
                <a:latin typeface="Consolas" panose="020B0609020204030204" pitchFamily="49" charset="0"/>
              </a:rPr>
              <a:t>+</a:t>
            </a:r>
            <a:r>
              <a:rPr lang="en-GB" sz="1100" b="0" dirty="0">
                <a:solidFill>
                  <a:srgbClr val="9CDCFE"/>
                </a:solidFill>
                <a:effectLst/>
                <a:latin typeface="Consolas" panose="020B0609020204030204" pitchFamily="49" charset="0"/>
              </a:rPr>
              <a:t>w</a:t>
            </a:r>
            <a:r>
              <a:rPr lang="en-GB" sz="1100" b="0" dirty="0">
                <a:solidFill>
                  <a:srgbClr val="CCCCCC"/>
                </a:solidFill>
                <a:effectLst/>
                <a:latin typeface="Consolas" panose="020B0609020204030204" pitchFamily="49" charset="0"/>
              </a:rPr>
              <a:t>]</a:t>
            </a:r>
          </a:p>
          <a:p>
            <a:pPr marL="0" indent="0">
              <a:lnSpc>
                <a:spcPts val="1425"/>
              </a:lnSpc>
              <a:spcBef>
                <a:spcPts val="0"/>
              </a:spcBef>
              <a:buNone/>
            </a:pPr>
            <a:br>
              <a:rPr lang="en-GB" sz="1100" b="0" dirty="0">
                <a:solidFill>
                  <a:srgbClr val="CCCCCC"/>
                </a:solidFill>
                <a:effectLst/>
                <a:latin typeface="Consolas" panose="020B0609020204030204" pitchFamily="49" charset="0"/>
              </a:rPr>
            </a:br>
            <a:r>
              <a:rPr lang="en-GB" sz="1100" b="0" dirty="0">
                <a:solidFill>
                  <a:srgbClr val="6A9955"/>
                </a:solidFill>
                <a:effectLst/>
                <a:latin typeface="Consolas" panose="020B0609020204030204" pitchFamily="49" charset="0"/>
              </a:rPr>
              <a:t># Save the undistorted image</a:t>
            </a:r>
            <a:endParaRPr lang="en-GB" sz="1100" b="0" dirty="0">
              <a:solidFill>
                <a:srgbClr val="CCCCCC"/>
              </a:solidFill>
              <a:effectLst/>
              <a:latin typeface="Consolas" panose="020B0609020204030204" pitchFamily="49" charset="0"/>
            </a:endParaRPr>
          </a:p>
          <a:p>
            <a:pPr marL="0" indent="0">
              <a:lnSpc>
                <a:spcPts val="1425"/>
              </a:lnSpc>
              <a:spcBef>
                <a:spcPts val="0"/>
              </a:spcBef>
              <a:buNone/>
            </a:pPr>
            <a:r>
              <a:rPr lang="en-GB" sz="1100" b="0" dirty="0" err="1">
                <a:solidFill>
                  <a:srgbClr val="4EC9B0"/>
                </a:solidFill>
                <a:effectLst/>
                <a:latin typeface="Consolas" panose="020B0609020204030204" pitchFamily="49" charset="0"/>
              </a:rPr>
              <a:t>cv</a:t>
            </a:r>
            <a:r>
              <a:rPr lang="en-GB" sz="1100" b="0" dirty="0" err="1">
                <a:solidFill>
                  <a:srgbClr val="CCCCCC"/>
                </a:solidFill>
                <a:effectLst/>
                <a:latin typeface="Consolas" panose="020B0609020204030204" pitchFamily="49" charset="0"/>
              </a:rPr>
              <a:t>.imwrite</a:t>
            </a:r>
            <a:r>
              <a:rPr lang="en-GB" sz="1100" b="0" dirty="0">
                <a:solidFill>
                  <a:srgbClr val="CCCCCC"/>
                </a:solidFill>
                <a:effectLst/>
                <a:latin typeface="Consolas" panose="020B0609020204030204" pitchFamily="49" charset="0"/>
              </a:rPr>
              <a:t>(</a:t>
            </a:r>
            <a:r>
              <a:rPr lang="en-GB" sz="1100" b="0" dirty="0">
                <a:solidFill>
                  <a:srgbClr val="CE9178"/>
                </a:solidFill>
                <a:effectLst/>
                <a:latin typeface="Consolas" panose="020B0609020204030204" pitchFamily="49" charset="0"/>
              </a:rPr>
              <a:t>'calibresult.png'</a:t>
            </a:r>
            <a:r>
              <a:rPr lang="en-GB" sz="1100" b="0" dirty="0">
                <a:solidFill>
                  <a:srgbClr val="CCCCCC"/>
                </a:solidFill>
                <a:effectLst/>
                <a:latin typeface="Consolas" panose="020B0609020204030204" pitchFamily="49" charset="0"/>
              </a:rPr>
              <a:t>, </a:t>
            </a:r>
            <a:r>
              <a:rPr lang="en-GB" sz="1100" b="0" dirty="0" err="1">
                <a:solidFill>
                  <a:srgbClr val="9CDCFE"/>
                </a:solidFill>
                <a:effectLst/>
                <a:latin typeface="Consolas" panose="020B0609020204030204" pitchFamily="49" charset="0"/>
              </a:rPr>
              <a:t>undistorted_cropped</a:t>
            </a:r>
            <a:r>
              <a:rPr lang="en-GB" sz="1100" b="0" dirty="0">
                <a:solidFill>
                  <a:srgbClr val="CCCCCC"/>
                </a:solidFill>
                <a:effectLst/>
                <a:latin typeface="Consolas" panose="020B0609020204030204" pitchFamily="49" charset="0"/>
              </a:rPr>
              <a:t>)</a:t>
            </a:r>
          </a:p>
          <a:p>
            <a:pPr marL="0" indent="0">
              <a:lnSpc>
                <a:spcPts val="1425"/>
              </a:lnSpc>
              <a:spcBef>
                <a:spcPts val="0"/>
              </a:spcBef>
              <a:buNone/>
            </a:pPr>
            <a:br>
              <a:rPr lang="en-GB" sz="1100" b="0" dirty="0">
                <a:solidFill>
                  <a:srgbClr val="CCCCCC"/>
                </a:solidFill>
                <a:effectLst/>
                <a:latin typeface="Consolas" panose="020B0609020204030204" pitchFamily="49" charset="0"/>
              </a:rPr>
            </a:br>
            <a:r>
              <a:rPr lang="en-GB" sz="1100" b="0" dirty="0">
                <a:solidFill>
                  <a:srgbClr val="6A9955"/>
                </a:solidFill>
                <a:effectLst/>
                <a:latin typeface="Consolas" panose="020B0609020204030204" pitchFamily="49" charset="0"/>
              </a:rPr>
              <a:t># === [5] Save calibration data to a YAML file ===</a:t>
            </a:r>
            <a:endParaRPr lang="en-GB" sz="1100" b="0" dirty="0">
              <a:solidFill>
                <a:srgbClr val="CCCCCC"/>
              </a:solidFill>
              <a:effectLst/>
              <a:latin typeface="Consolas" panose="020B0609020204030204" pitchFamily="49" charset="0"/>
            </a:endParaRPr>
          </a:p>
          <a:p>
            <a:pPr marL="0" indent="0">
              <a:lnSpc>
                <a:spcPts val="1425"/>
              </a:lnSpc>
              <a:spcBef>
                <a:spcPts val="0"/>
              </a:spcBef>
              <a:buNone/>
            </a:pPr>
            <a:br>
              <a:rPr lang="en-GB" sz="1100" b="0" dirty="0">
                <a:solidFill>
                  <a:srgbClr val="CCCCCC"/>
                </a:solidFill>
                <a:effectLst/>
                <a:latin typeface="Consolas" panose="020B0609020204030204" pitchFamily="49" charset="0"/>
              </a:rPr>
            </a:br>
            <a:r>
              <a:rPr lang="en-GB" sz="1100" b="0" dirty="0" err="1">
                <a:solidFill>
                  <a:srgbClr val="9CDCFE"/>
                </a:solidFill>
                <a:effectLst/>
                <a:latin typeface="Consolas" panose="020B0609020204030204" pitchFamily="49" charset="0"/>
              </a:rPr>
              <a:t>calibration_data</a:t>
            </a:r>
            <a:r>
              <a:rPr lang="en-GB" sz="1100" b="0" dirty="0">
                <a:solidFill>
                  <a:srgbClr val="CCCCCC"/>
                </a:solidFill>
                <a:effectLst/>
                <a:latin typeface="Consolas" panose="020B0609020204030204" pitchFamily="49" charset="0"/>
              </a:rPr>
              <a:t> </a:t>
            </a:r>
            <a:r>
              <a:rPr lang="en-GB" sz="1100" b="0" dirty="0">
                <a:solidFill>
                  <a:srgbClr val="D4D4D4"/>
                </a:solidFill>
                <a:effectLst/>
                <a:latin typeface="Consolas" panose="020B0609020204030204" pitchFamily="49" charset="0"/>
              </a:rPr>
              <a:t>=</a:t>
            </a:r>
            <a:r>
              <a:rPr lang="en-GB" sz="1100" b="0" dirty="0">
                <a:solidFill>
                  <a:srgbClr val="CCCCCC"/>
                </a:solidFill>
                <a:effectLst/>
                <a:latin typeface="Consolas" panose="020B0609020204030204" pitchFamily="49" charset="0"/>
              </a:rPr>
              <a:t> {</a:t>
            </a:r>
          </a:p>
          <a:p>
            <a:pPr marL="0" indent="0">
              <a:lnSpc>
                <a:spcPts val="1425"/>
              </a:lnSpc>
              <a:spcBef>
                <a:spcPts val="0"/>
              </a:spcBef>
              <a:buNone/>
            </a:pPr>
            <a:r>
              <a:rPr lang="en-GB" sz="1100" b="0" dirty="0">
                <a:solidFill>
                  <a:srgbClr val="CCCCCC"/>
                </a:solidFill>
                <a:effectLst/>
                <a:latin typeface="Consolas" panose="020B0609020204030204" pitchFamily="49" charset="0"/>
              </a:rPr>
              <a:t>    </a:t>
            </a:r>
            <a:r>
              <a:rPr lang="en-GB" sz="1100" b="0" dirty="0">
                <a:solidFill>
                  <a:srgbClr val="CE9178"/>
                </a:solidFill>
                <a:effectLst/>
                <a:latin typeface="Consolas" panose="020B0609020204030204" pitchFamily="49" charset="0"/>
              </a:rPr>
              <a:t>'</a:t>
            </a:r>
            <a:r>
              <a:rPr lang="en-GB" sz="1100" b="0" dirty="0" err="1">
                <a:solidFill>
                  <a:srgbClr val="CE9178"/>
                </a:solidFill>
                <a:effectLst/>
                <a:latin typeface="Consolas" panose="020B0609020204030204" pitchFamily="49" charset="0"/>
              </a:rPr>
              <a:t>camera_matrix</a:t>
            </a:r>
            <a:r>
              <a:rPr lang="en-GB" sz="1100" b="0" dirty="0">
                <a:solidFill>
                  <a:srgbClr val="CE9178"/>
                </a:solidFill>
                <a:effectLst/>
                <a:latin typeface="Consolas" panose="020B0609020204030204" pitchFamily="49" charset="0"/>
              </a:rPr>
              <a:t>'</a:t>
            </a:r>
            <a:r>
              <a:rPr lang="en-GB" sz="1100" b="0" dirty="0">
                <a:solidFill>
                  <a:srgbClr val="CCCCCC"/>
                </a:solidFill>
                <a:effectLst/>
                <a:latin typeface="Consolas" panose="020B0609020204030204" pitchFamily="49" charset="0"/>
              </a:rPr>
              <a:t>: </a:t>
            </a:r>
            <a:r>
              <a:rPr lang="en-GB" sz="1100" b="0" dirty="0" err="1">
                <a:solidFill>
                  <a:srgbClr val="9CDCFE"/>
                </a:solidFill>
                <a:effectLst/>
                <a:latin typeface="Consolas" panose="020B0609020204030204" pitchFamily="49" charset="0"/>
              </a:rPr>
              <a:t>camera_matrix</a:t>
            </a:r>
            <a:r>
              <a:rPr lang="en-GB" sz="1100" b="0" dirty="0" err="1">
                <a:solidFill>
                  <a:srgbClr val="CCCCCC"/>
                </a:solidFill>
                <a:effectLst/>
                <a:latin typeface="Consolas" panose="020B0609020204030204" pitchFamily="49" charset="0"/>
              </a:rPr>
              <a:t>.tolist</a:t>
            </a:r>
            <a:r>
              <a:rPr lang="en-GB" sz="1100" b="0" dirty="0">
                <a:solidFill>
                  <a:srgbClr val="CCCCCC"/>
                </a:solidFill>
                <a:effectLst/>
                <a:latin typeface="Consolas" panose="020B0609020204030204" pitchFamily="49" charset="0"/>
              </a:rPr>
              <a:t>(),</a:t>
            </a:r>
          </a:p>
          <a:p>
            <a:pPr marL="0" indent="0">
              <a:lnSpc>
                <a:spcPts val="1425"/>
              </a:lnSpc>
              <a:spcBef>
                <a:spcPts val="0"/>
              </a:spcBef>
              <a:buNone/>
            </a:pPr>
            <a:r>
              <a:rPr lang="en-GB" sz="1100" b="0" dirty="0">
                <a:solidFill>
                  <a:srgbClr val="CCCCCC"/>
                </a:solidFill>
                <a:effectLst/>
                <a:latin typeface="Consolas" panose="020B0609020204030204" pitchFamily="49" charset="0"/>
              </a:rPr>
              <a:t>    </a:t>
            </a:r>
            <a:r>
              <a:rPr lang="en-GB" sz="1100" b="0" dirty="0">
                <a:solidFill>
                  <a:srgbClr val="CE9178"/>
                </a:solidFill>
                <a:effectLst/>
                <a:latin typeface="Consolas" panose="020B0609020204030204" pitchFamily="49" charset="0"/>
              </a:rPr>
              <a:t>'</a:t>
            </a:r>
            <a:r>
              <a:rPr lang="en-GB" sz="1100" b="0" dirty="0" err="1">
                <a:solidFill>
                  <a:srgbClr val="CE9178"/>
                </a:solidFill>
                <a:effectLst/>
                <a:latin typeface="Consolas" panose="020B0609020204030204" pitchFamily="49" charset="0"/>
              </a:rPr>
              <a:t>dist_coeff</a:t>
            </a:r>
            <a:r>
              <a:rPr lang="en-GB" sz="1100" b="0" dirty="0">
                <a:solidFill>
                  <a:srgbClr val="CE9178"/>
                </a:solidFill>
                <a:effectLst/>
                <a:latin typeface="Consolas" panose="020B0609020204030204" pitchFamily="49" charset="0"/>
              </a:rPr>
              <a:t>'</a:t>
            </a:r>
            <a:r>
              <a:rPr lang="en-GB" sz="1100" b="0" dirty="0">
                <a:solidFill>
                  <a:srgbClr val="CCCCCC"/>
                </a:solidFill>
                <a:effectLst/>
                <a:latin typeface="Consolas" panose="020B0609020204030204" pitchFamily="49" charset="0"/>
              </a:rPr>
              <a:t>: </a:t>
            </a:r>
            <a:r>
              <a:rPr lang="en-GB" sz="1100" b="0" dirty="0" err="1">
                <a:solidFill>
                  <a:srgbClr val="9CDCFE"/>
                </a:solidFill>
                <a:effectLst/>
                <a:latin typeface="Consolas" panose="020B0609020204030204" pitchFamily="49" charset="0"/>
              </a:rPr>
              <a:t>dist_coeffs</a:t>
            </a:r>
            <a:r>
              <a:rPr lang="en-GB" sz="1100" b="0" dirty="0" err="1">
                <a:solidFill>
                  <a:srgbClr val="CCCCCC"/>
                </a:solidFill>
                <a:effectLst/>
                <a:latin typeface="Consolas" panose="020B0609020204030204" pitchFamily="49" charset="0"/>
              </a:rPr>
              <a:t>.tolist</a:t>
            </a:r>
            <a:r>
              <a:rPr lang="en-GB" sz="1100" b="0" dirty="0">
                <a:solidFill>
                  <a:srgbClr val="CCCCCC"/>
                </a:solidFill>
                <a:effectLst/>
                <a:latin typeface="Consolas" panose="020B0609020204030204" pitchFamily="49" charset="0"/>
              </a:rPr>
              <a:t>(),</a:t>
            </a:r>
          </a:p>
          <a:p>
            <a:pPr marL="0" indent="0">
              <a:lnSpc>
                <a:spcPts val="1425"/>
              </a:lnSpc>
              <a:spcBef>
                <a:spcPts val="0"/>
              </a:spcBef>
              <a:buNone/>
            </a:pPr>
            <a:r>
              <a:rPr lang="en-GB" sz="1100" b="0" dirty="0">
                <a:solidFill>
                  <a:srgbClr val="CCCCCC"/>
                </a:solidFill>
                <a:effectLst/>
                <a:latin typeface="Consolas" panose="020B0609020204030204" pitchFamily="49" charset="0"/>
              </a:rPr>
              <a:t>    </a:t>
            </a:r>
            <a:r>
              <a:rPr lang="en-GB" sz="1100" b="0" dirty="0">
                <a:solidFill>
                  <a:srgbClr val="CE9178"/>
                </a:solidFill>
                <a:effectLst/>
                <a:latin typeface="Consolas" panose="020B0609020204030204" pitchFamily="49" charset="0"/>
              </a:rPr>
              <a:t>'</a:t>
            </a:r>
            <a:r>
              <a:rPr lang="en-GB" sz="1100" b="0" dirty="0" err="1">
                <a:solidFill>
                  <a:srgbClr val="CE9178"/>
                </a:solidFill>
                <a:effectLst/>
                <a:latin typeface="Consolas" panose="020B0609020204030204" pitchFamily="49" charset="0"/>
              </a:rPr>
              <a:t>rotation_vector</a:t>
            </a:r>
            <a:r>
              <a:rPr lang="en-GB" sz="1100" b="0" dirty="0">
                <a:solidFill>
                  <a:srgbClr val="CE9178"/>
                </a:solidFill>
                <a:effectLst/>
                <a:latin typeface="Consolas" panose="020B0609020204030204" pitchFamily="49" charset="0"/>
              </a:rPr>
              <a:t>'</a:t>
            </a:r>
            <a:r>
              <a:rPr lang="en-GB" sz="1100" b="0" dirty="0">
                <a:solidFill>
                  <a:srgbClr val="CCCCCC"/>
                </a:solidFill>
                <a:effectLst/>
                <a:latin typeface="Consolas" panose="020B0609020204030204" pitchFamily="49" charset="0"/>
              </a:rPr>
              <a:t>: [</a:t>
            </a:r>
            <a:r>
              <a:rPr lang="en-GB" sz="1100" b="0" dirty="0" err="1">
                <a:solidFill>
                  <a:srgbClr val="9CDCFE"/>
                </a:solidFill>
                <a:effectLst/>
                <a:latin typeface="Consolas" panose="020B0609020204030204" pitchFamily="49" charset="0"/>
              </a:rPr>
              <a:t>r</a:t>
            </a:r>
            <a:r>
              <a:rPr lang="en-GB" sz="1100" b="0" dirty="0" err="1">
                <a:solidFill>
                  <a:srgbClr val="CCCCCC"/>
                </a:solidFill>
                <a:effectLst/>
                <a:latin typeface="Consolas" panose="020B0609020204030204" pitchFamily="49" charset="0"/>
              </a:rPr>
              <a:t>.tolist</a:t>
            </a:r>
            <a:r>
              <a:rPr lang="en-GB" sz="1100" b="0" dirty="0">
                <a:solidFill>
                  <a:srgbClr val="CCCCCC"/>
                </a:solidFill>
                <a:effectLst/>
                <a:latin typeface="Consolas" panose="020B0609020204030204" pitchFamily="49" charset="0"/>
              </a:rPr>
              <a:t>() </a:t>
            </a:r>
            <a:r>
              <a:rPr lang="en-GB" sz="1100" b="0" dirty="0">
                <a:solidFill>
                  <a:srgbClr val="C586C0"/>
                </a:solidFill>
                <a:effectLst/>
                <a:latin typeface="Consolas" panose="020B0609020204030204" pitchFamily="49" charset="0"/>
              </a:rPr>
              <a:t>for</a:t>
            </a:r>
            <a:r>
              <a:rPr lang="en-GB" sz="1100" b="0" dirty="0">
                <a:solidFill>
                  <a:srgbClr val="CCCCCC"/>
                </a:solidFill>
                <a:effectLst/>
                <a:latin typeface="Consolas" panose="020B0609020204030204" pitchFamily="49" charset="0"/>
              </a:rPr>
              <a:t> </a:t>
            </a:r>
            <a:r>
              <a:rPr lang="en-GB" sz="1100" b="0" dirty="0">
                <a:solidFill>
                  <a:srgbClr val="9CDCFE"/>
                </a:solidFill>
                <a:effectLst/>
                <a:latin typeface="Consolas" panose="020B0609020204030204" pitchFamily="49" charset="0"/>
              </a:rPr>
              <a:t>r</a:t>
            </a:r>
            <a:r>
              <a:rPr lang="en-GB" sz="1100" b="0" dirty="0">
                <a:solidFill>
                  <a:srgbClr val="CCCCCC"/>
                </a:solidFill>
                <a:effectLst/>
                <a:latin typeface="Consolas" panose="020B0609020204030204" pitchFamily="49" charset="0"/>
              </a:rPr>
              <a:t> </a:t>
            </a:r>
            <a:r>
              <a:rPr lang="en-GB" sz="1100" b="0" dirty="0">
                <a:solidFill>
                  <a:srgbClr val="C586C0"/>
                </a:solidFill>
                <a:effectLst/>
                <a:latin typeface="Consolas" panose="020B0609020204030204" pitchFamily="49" charset="0"/>
              </a:rPr>
              <a:t>in</a:t>
            </a:r>
            <a:r>
              <a:rPr lang="en-GB" sz="1100" b="0" dirty="0">
                <a:solidFill>
                  <a:srgbClr val="CCCCCC"/>
                </a:solidFill>
                <a:effectLst/>
                <a:latin typeface="Consolas" panose="020B0609020204030204" pitchFamily="49" charset="0"/>
              </a:rPr>
              <a:t> </a:t>
            </a:r>
            <a:r>
              <a:rPr lang="en-GB" sz="1100" b="0" dirty="0" err="1">
                <a:solidFill>
                  <a:srgbClr val="9CDCFE"/>
                </a:solidFill>
                <a:effectLst/>
                <a:latin typeface="Consolas" panose="020B0609020204030204" pitchFamily="49" charset="0"/>
              </a:rPr>
              <a:t>rvecs</a:t>
            </a:r>
            <a:r>
              <a:rPr lang="en-GB" sz="1100" b="0" dirty="0">
                <a:solidFill>
                  <a:srgbClr val="CCCCCC"/>
                </a:solidFill>
                <a:effectLst/>
                <a:latin typeface="Consolas" panose="020B0609020204030204" pitchFamily="49" charset="0"/>
              </a:rPr>
              <a:t>],</a:t>
            </a:r>
          </a:p>
          <a:p>
            <a:pPr marL="0" indent="0">
              <a:lnSpc>
                <a:spcPts val="1425"/>
              </a:lnSpc>
              <a:spcBef>
                <a:spcPts val="0"/>
              </a:spcBef>
              <a:buNone/>
            </a:pPr>
            <a:r>
              <a:rPr lang="en-GB" sz="1100" b="0" dirty="0">
                <a:solidFill>
                  <a:srgbClr val="CCCCCC"/>
                </a:solidFill>
                <a:effectLst/>
                <a:latin typeface="Consolas" panose="020B0609020204030204" pitchFamily="49" charset="0"/>
              </a:rPr>
              <a:t>    </a:t>
            </a:r>
            <a:r>
              <a:rPr lang="en-GB" sz="1100" b="0" dirty="0">
                <a:solidFill>
                  <a:srgbClr val="CE9178"/>
                </a:solidFill>
                <a:effectLst/>
                <a:latin typeface="Consolas" panose="020B0609020204030204" pitchFamily="49" charset="0"/>
              </a:rPr>
              <a:t>'</a:t>
            </a:r>
            <a:r>
              <a:rPr lang="en-GB" sz="1100" b="0" dirty="0" err="1">
                <a:solidFill>
                  <a:srgbClr val="CE9178"/>
                </a:solidFill>
                <a:effectLst/>
                <a:latin typeface="Consolas" panose="020B0609020204030204" pitchFamily="49" charset="0"/>
              </a:rPr>
              <a:t>translation_vector</a:t>
            </a:r>
            <a:r>
              <a:rPr lang="en-GB" sz="1100" b="0" dirty="0">
                <a:solidFill>
                  <a:srgbClr val="CE9178"/>
                </a:solidFill>
                <a:effectLst/>
                <a:latin typeface="Consolas" panose="020B0609020204030204" pitchFamily="49" charset="0"/>
              </a:rPr>
              <a:t>'</a:t>
            </a:r>
            <a:r>
              <a:rPr lang="en-GB" sz="1100" b="0" dirty="0">
                <a:solidFill>
                  <a:srgbClr val="CCCCCC"/>
                </a:solidFill>
                <a:effectLst/>
                <a:latin typeface="Consolas" panose="020B0609020204030204" pitchFamily="49" charset="0"/>
              </a:rPr>
              <a:t>: [</a:t>
            </a:r>
            <a:r>
              <a:rPr lang="en-GB" sz="1100" b="0" dirty="0" err="1">
                <a:solidFill>
                  <a:srgbClr val="9CDCFE"/>
                </a:solidFill>
                <a:effectLst/>
                <a:latin typeface="Consolas" panose="020B0609020204030204" pitchFamily="49" charset="0"/>
              </a:rPr>
              <a:t>t</a:t>
            </a:r>
            <a:r>
              <a:rPr lang="en-GB" sz="1100" b="0" dirty="0" err="1">
                <a:solidFill>
                  <a:srgbClr val="CCCCCC"/>
                </a:solidFill>
                <a:effectLst/>
                <a:latin typeface="Consolas" panose="020B0609020204030204" pitchFamily="49" charset="0"/>
              </a:rPr>
              <a:t>.tolist</a:t>
            </a:r>
            <a:r>
              <a:rPr lang="en-GB" sz="1100" b="0" dirty="0">
                <a:solidFill>
                  <a:srgbClr val="CCCCCC"/>
                </a:solidFill>
                <a:effectLst/>
                <a:latin typeface="Consolas" panose="020B0609020204030204" pitchFamily="49" charset="0"/>
              </a:rPr>
              <a:t>() </a:t>
            </a:r>
            <a:r>
              <a:rPr lang="en-GB" sz="1100" b="0" dirty="0">
                <a:solidFill>
                  <a:srgbClr val="C586C0"/>
                </a:solidFill>
                <a:effectLst/>
                <a:latin typeface="Consolas" panose="020B0609020204030204" pitchFamily="49" charset="0"/>
              </a:rPr>
              <a:t>for</a:t>
            </a:r>
            <a:r>
              <a:rPr lang="en-GB" sz="1100" b="0" dirty="0">
                <a:solidFill>
                  <a:srgbClr val="CCCCCC"/>
                </a:solidFill>
                <a:effectLst/>
                <a:latin typeface="Consolas" panose="020B0609020204030204" pitchFamily="49" charset="0"/>
              </a:rPr>
              <a:t> </a:t>
            </a:r>
            <a:r>
              <a:rPr lang="en-GB" sz="1100" b="0" dirty="0">
                <a:solidFill>
                  <a:srgbClr val="9CDCFE"/>
                </a:solidFill>
                <a:effectLst/>
                <a:latin typeface="Consolas" panose="020B0609020204030204" pitchFamily="49" charset="0"/>
              </a:rPr>
              <a:t>t</a:t>
            </a:r>
            <a:r>
              <a:rPr lang="en-GB" sz="1100" b="0" dirty="0">
                <a:solidFill>
                  <a:srgbClr val="CCCCCC"/>
                </a:solidFill>
                <a:effectLst/>
                <a:latin typeface="Consolas" panose="020B0609020204030204" pitchFamily="49" charset="0"/>
              </a:rPr>
              <a:t> </a:t>
            </a:r>
            <a:r>
              <a:rPr lang="en-GB" sz="1100" b="0" dirty="0">
                <a:solidFill>
                  <a:srgbClr val="C586C0"/>
                </a:solidFill>
                <a:effectLst/>
                <a:latin typeface="Consolas" panose="020B0609020204030204" pitchFamily="49" charset="0"/>
              </a:rPr>
              <a:t>in</a:t>
            </a:r>
            <a:r>
              <a:rPr lang="en-GB" sz="1100" b="0" dirty="0">
                <a:solidFill>
                  <a:srgbClr val="CCCCCC"/>
                </a:solidFill>
                <a:effectLst/>
                <a:latin typeface="Consolas" panose="020B0609020204030204" pitchFamily="49" charset="0"/>
              </a:rPr>
              <a:t> </a:t>
            </a:r>
            <a:r>
              <a:rPr lang="en-GB" sz="1100" b="0" dirty="0" err="1">
                <a:solidFill>
                  <a:srgbClr val="9CDCFE"/>
                </a:solidFill>
                <a:effectLst/>
                <a:latin typeface="Consolas" panose="020B0609020204030204" pitchFamily="49" charset="0"/>
              </a:rPr>
              <a:t>tvecs</a:t>
            </a:r>
            <a:r>
              <a:rPr lang="en-GB" sz="1100" b="0" dirty="0">
                <a:solidFill>
                  <a:srgbClr val="CCCCCC"/>
                </a:solidFill>
                <a:effectLst/>
                <a:latin typeface="Consolas" panose="020B0609020204030204" pitchFamily="49" charset="0"/>
              </a:rPr>
              <a:t>]</a:t>
            </a:r>
          </a:p>
          <a:p>
            <a:pPr marL="0" indent="0">
              <a:lnSpc>
                <a:spcPts val="1425"/>
              </a:lnSpc>
              <a:spcBef>
                <a:spcPts val="0"/>
              </a:spcBef>
              <a:buNone/>
            </a:pPr>
            <a:r>
              <a:rPr lang="en-GB" sz="1100" b="0" dirty="0">
                <a:solidFill>
                  <a:srgbClr val="CCCCCC"/>
                </a:solidFill>
                <a:effectLst/>
                <a:latin typeface="Consolas" panose="020B0609020204030204" pitchFamily="49" charset="0"/>
              </a:rPr>
              <a:t>}</a:t>
            </a:r>
          </a:p>
          <a:p>
            <a:pPr marL="0" indent="0">
              <a:lnSpc>
                <a:spcPts val="1425"/>
              </a:lnSpc>
              <a:spcBef>
                <a:spcPts val="0"/>
              </a:spcBef>
              <a:buNone/>
            </a:pPr>
            <a:br>
              <a:rPr lang="en-GB" sz="1100" b="0" dirty="0">
                <a:solidFill>
                  <a:srgbClr val="CCCCCC"/>
                </a:solidFill>
                <a:effectLst/>
                <a:latin typeface="Consolas" panose="020B0609020204030204" pitchFamily="49" charset="0"/>
              </a:rPr>
            </a:br>
            <a:r>
              <a:rPr lang="en-GB" sz="1100" b="0" dirty="0">
                <a:solidFill>
                  <a:srgbClr val="C586C0"/>
                </a:solidFill>
                <a:effectLst/>
                <a:latin typeface="Consolas" panose="020B0609020204030204" pitchFamily="49" charset="0"/>
              </a:rPr>
              <a:t>with</a:t>
            </a:r>
            <a:r>
              <a:rPr lang="en-GB" sz="1100" b="0" dirty="0">
                <a:solidFill>
                  <a:srgbClr val="CCCCCC"/>
                </a:solidFill>
                <a:effectLst/>
                <a:latin typeface="Consolas" panose="020B0609020204030204" pitchFamily="49" charset="0"/>
              </a:rPr>
              <a:t> </a:t>
            </a:r>
            <a:r>
              <a:rPr lang="en-GB" sz="1100" b="0" dirty="0">
                <a:solidFill>
                  <a:srgbClr val="DCDCAA"/>
                </a:solidFill>
                <a:effectLst/>
                <a:latin typeface="Consolas" panose="020B0609020204030204" pitchFamily="49" charset="0"/>
              </a:rPr>
              <a:t>open</a:t>
            </a:r>
            <a:r>
              <a:rPr lang="en-GB" sz="1100" b="0" dirty="0">
                <a:solidFill>
                  <a:srgbClr val="CCCCCC"/>
                </a:solidFill>
                <a:effectLst/>
                <a:latin typeface="Consolas" panose="020B0609020204030204" pitchFamily="49" charset="0"/>
              </a:rPr>
              <a:t>(</a:t>
            </a:r>
            <a:r>
              <a:rPr lang="en-GB" sz="1100" b="0" dirty="0">
                <a:solidFill>
                  <a:srgbClr val="CE9178"/>
                </a:solidFill>
                <a:effectLst/>
                <a:latin typeface="Consolas" panose="020B0609020204030204" pitchFamily="49" charset="0"/>
              </a:rPr>
              <a:t>"</a:t>
            </a:r>
            <a:r>
              <a:rPr lang="en-GB" sz="1100" b="0" dirty="0" err="1">
                <a:solidFill>
                  <a:srgbClr val="CE9178"/>
                </a:solidFill>
                <a:effectLst/>
                <a:latin typeface="Consolas" panose="020B0609020204030204" pitchFamily="49" charset="0"/>
              </a:rPr>
              <a:t>calibration_matrix.yaml</a:t>
            </a:r>
            <a:r>
              <a:rPr lang="en-GB" sz="1100" b="0" dirty="0">
                <a:solidFill>
                  <a:srgbClr val="CE9178"/>
                </a:solidFill>
                <a:effectLst/>
                <a:latin typeface="Consolas" panose="020B0609020204030204" pitchFamily="49" charset="0"/>
              </a:rPr>
              <a:t>"</a:t>
            </a:r>
            <a:r>
              <a:rPr lang="en-GB" sz="1100" b="0" dirty="0">
                <a:solidFill>
                  <a:srgbClr val="CCCCCC"/>
                </a:solidFill>
                <a:effectLst/>
                <a:latin typeface="Consolas" panose="020B0609020204030204" pitchFamily="49" charset="0"/>
              </a:rPr>
              <a:t>, </a:t>
            </a:r>
            <a:r>
              <a:rPr lang="en-GB" sz="1100" b="0" dirty="0">
                <a:solidFill>
                  <a:srgbClr val="CE9178"/>
                </a:solidFill>
                <a:effectLst/>
                <a:latin typeface="Consolas" panose="020B0609020204030204" pitchFamily="49" charset="0"/>
              </a:rPr>
              <a:t>"w"</a:t>
            </a:r>
            <a:r>
              <a:rPr lang="en-GB" sz="1100" b="0" dirty="0">
                <a:solidFill>
                  <a:srgbClr val="CCCCCC"/>
                </a:solidFill>
                <a:effectLst/>
                <a:latin typeface="Consolas" panose="020B0609020204030204" pitchFamily="49" charset="0"/>
              </a:rPr>
              <a:t>) </a:t>
            </a:r>
            <a:r>
              <a:rPr lang="en-GB" sz="1100" b="0" dirty="0">
                <a:solidFill>
                  <a:srgbClr val="C586C0"/>
                </a:solidFill>
                <a:effectLst/>
                <a:latin typeface="Consolas" panose="020B0609020204030204" pitchFamily="49" charset="0"/>
              </a:rPr>
              <a:t>as</a:t>
            </a:r>
            <a:r>
              <a:rPr lang="en-GB" sz="1100" b="0" dirty="0">
                <a:solidFill>
                  <a:srgbClr val="CCCCCC"/>
                </a:solidFill>
                <a:effectLst/>
                <a:latin typeface="Consolas" panose="020B0609020204030204" pitchFamily="49" charset="0"/>
              </a:rPr>
              <a:t> </a:t>
            </a:r>
            <a:r>
              <a:rPr lang="en-GB" sz="1100" b="0" dirty="0">
                <a:solidFill>
                  <a:srgbClr val="9CDCFE"/>
                </a:solidFill>
                <a:effectLst/>
                <a:latin typeface="Consolas" panose="020B0609020204030204" pitchFamily="49" charset="0"/>
              </a:rPr>
              <a:t>f</a:t>
            </a:r>
            <a:r>
              <a:rPr lang="en-GB" sz="1100" b="0" dirty="0">
                <a:solidFill>
                  <a:srgbClr val="CCCCCC"/>
                </a:solidFill>
                <a:effectLst/>
                <a:latin typeface="Consolas" panose="020B0609020204030204" pitchFamily="49" charset="0"/>
              </a:rPr>
              <a:t>:</a:t>
            </a:r>
          </a:p>
          <a:p>
            <a:pPr marL="0" indent="0">
              <a:lnSpc>
                <a:spcPts val="1425"/>
              </a:lnSpc>
              <a:spcBef>
                <a:spcPts val="0"/>
              </a:spcBef>
              <a:buNone/>
            </a:pPr>
            <a:r>
              <a:rPr lang="en-GB" sz="1100" b="0" dirty="0">
                <a:solidFill>
                  <a:srgbClr val="CCCCCC"/>
                </a:solidFill>
                <a:effectLst/>
                <a:latin typeface="Consolas" panose="020B0609020204030204" pitchFamily="49" charset="0"/>
              </a:rPr>
              <a:t>    </a:t>
            </a:r>
            <a:r>
              <a:rPr lang="en-GB" sz="1100" b="0" dirty="0" err="1">
                <a:solidFill>
                  <a:srgbClr val="4EC9B0"/>
                </a:solidFill>
                <a:effectLst/>
                <a:latin typeface="Consolas" panose="020B0609020204030204" pitchFamily="49" charset="0"/>
              </a:rPr>
              <a:t>yaml</a:t>
            </a:r>
            <a:r>
              <a:rPr lang="en-GB" sz="1100" b="0" dirty="0" err="1">
                <a:solidFill>
                  <a:srgbClr val="CCCCCC"/>
                </a:solidFill>
                <a:effectLst/>
                <a:latin typeface="Consolas" panose="020B0609020204030204" pitchFamily="49" charset="0"/>
              </a:rPr>
              <a:t>.</a:t>
            </a:r>
            <a:r>
              <a:rPr lang="en-GB" sz="1100" b="0" dirty="0" err="1">
                <a:solidFill>
                  <a:srgbClr val="DCDCAA"/>
                </a:solidFill>
                <a:effectLst/>
                <a:latin typeface="Consolas" panose="020B0609020204030204" pitchFamily="49" charset="0"/>
              </a:rPr>
              <a:t>dump</a:t>
            </a:r>
            <a:r>
              <a:rPr lang="en-GB" sz="1100" b="0" dirty="0">
                <a:solidFill>
                  <a:srgbClr val="CCCCCC"/>
                </a:solidFill>
                <a:effectLst/>
                <a:latin typeface="Consolas" panose="020B0609020204030204" pitchFamily="49" charset="0"/>
              </a:rPr>
              <a:t>(</a:t>
            </a:r>
            <a:r>
              <a:rPr lang="en-GB" sz="1100" b="0" dirty="0" err="1">
                <a:solidFill>
                  <a:srgbClr val="9CDCFE"/>
                </a:solidFill>
                <a:effectLst/>
                <a:latin typeface="Consolas" panose="020B0609020204030204" pitchFamily="49" charset="0"/>
              </a:rPr>
              <a:t>calibration_data</a:t>
            </a:r>
            <a:r>
              <a:rPr lang="en-GB" sz="1100" b="0" dirty="0">
                <a:solidFill>
                  <a:srgbClr val="CCCCCC"/>
                </a:solidFill>
                <a:effectLst/>
                <a:latin typeface="Consolas" panose="020B0609020204030204" pitchFamily="49" charset="0"/>
              </a:rPr>
              <a:t>, </a:t>
            </a:r>
            <a:r>
              <a:rPr lang="en-GB" sz="1100" b="0" dirty="0">
                <a:solidFill>
                  <a:srgbClr val="9CDCFE"/>
                </a:solidFill>
                <a:effectLst/>
                <a:latin typeface="Consolas" panose="020B0609020204030204" pitchFamily="49" charset="0"/>
              </a:rPr>
              <a:t>f</a:t>
            </a:r>
            <a:r>
              <a:rPr lang="en-GB" sz="1100" b="0" dirty="0">
                <a:solidFill>
                  <a:srgbClr val="CCCCCC"/>
                </a:solidFill>
                <a:effectLst/>
                <a:latin typeface="Consolas" panose="020B0609020204030204" pitchFamily="49" charset="0"/>
              </a:rPr>
              <a:t>)</a:t>
            </a:r>
          </a:p>
        </p:txBody>
      </p:sp>
    </p:spTree>
    <p:extLst>
      <p:ext uri="{BB962C8B-B14F-4D97-AF65-F5344CB8AC3E}">
        <p14:creationId xmlns:p14="http://schemas.microsoft.com/office/powerpoint/2010/main" val="383336010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333103-7999-2E00-1787-ED20A038B627}"/>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4405691-92F1-058D-16C9-EB272543A695}"/>
              </a:ext>
            </a:extLst>
          </p:cNvPr>
          <p:cNvSpPr>
            <a:spLocks noGrp="1"/>
          </p:cNvSpPr>
          <p:nvPr>
            <p:ph sz="half" idx="4294967295"/>
          </p:nvPr>
        </p:nvSpPr>
        <p:spPr>
          <a:xfrm>
            <a:off x="0" y="-1"/>
            <a:ext cx="6266329" cy="6858000"/>
          </a:xfrm>
          <a:solidFill>
            <a:schemeClr val="tx2">
              <a:lumMod val="50000"/>
            </a:schemeClr>
          </a:solidFill>
          <a:ln>
            <a:solidFill>
              <a:schemeClr val="bg1"/>
            </a:solidFill>
          </a:ln>
        </p:spPr>
        <p:txBody>
          <a:bodyPr>
            <a:noAutofit/>
          </a:bodyPr>
          <a:lstStyle/>
          <a:p>
            <a:pPr marL="0" indent="0">
              <a:lnSpc>
                <a:spcPts val="1425"/>
              </a:lnSpc>
              <a:spcBef>
                <a:spcPts val="0"/>
              </a:spcBef>
              <a:buNone/>
            </a:pPr>
            <a:r>
              <a:rPr lang="en-GB" sz="1100" b="0" dirty="0">
                <a:solidFill>
                  <a:srgbClr val="6A9955"/>
                </a:solidFill>
                <a:effectLst/>
                <a:latin typeface="Consolas" panose="020B0609020204030204" pitchFamily="49" charset="0"/>
              </a:rPr>
              <a:t># === [6] Calculate mean reprojection error ===</a:t>
            </a:r>
            <a:endParaRPr lang="en-GB" sz="1100" b="0" dirty="0">
              <a:solidFill>
                <a:srgbClr val="CCCCCC"/>
              </a:solidFill>
              <a:effectLst/>
              <a:latin typeface="Consolas" panose="020B0609020204030204" pitchFamily="49" charset="0"/>
            </a:endParaRPr>
          </a:p>
          <a:p>
            <a:pPr marL="0" indent="0">
              <a:lnSpc>
                <a:spcPts val="1425"/>
              </a:lnSpc>
              <a:spcBef>
                <a:spcPts val="0"/>
              </a:spcBef>
              <a:buNone/>
            </a:pPr>
            <a:br>
              <a:rPr lang="en-GB" sz="1100" b="0" dirty="0">
                <a:solidFill>
                  <a:srgbClr val="CCCCCC"/>
                </a:solidFill>
                <a:effectLst/>
                <a:latin typeface="Consolas" panose="020B0609020204030204" pitchFamily="49" charset="0"/>
              </a:rPr>
            </a:br>
            <a:r>
              <a:rPr lang="en-GB" sz="1100" b="0" dirty="0" err="1">
                <a:solidFill>
                  <a:srgbClr val="9CDCFE"/>
                </a:solidFill>
                <a:effectLst/>
                <a:latin typeface="Consolas" panose="020B0609020204030204" pitchFamily="49" charset="0"/>
              </a:rPr>
              <a:t>mean_error</a:t>
            </a:r>
            <a:r>
              <a:rPr lang="en-GB" sz="1100" b="0" dirty="0">
                <a:solidFill>
                  <a:srgbClr val="CCCCCC"/>
                </a:solidFill>
                <a:effectLst/>
                <a:latin typeface="Consolas" panose="020B0609020204030204" pitchFamily="49" charset="0"/>
              </a:rPr>
              <a:t> </a:t>
            </a:r>
            <a:r>
              <a:rPr lang="en-GB" sz="1100" b="0" dirty="0">
                <a:solidFill>
                  <a:srgbClr val="D4D4D4"/>
                </a:solidFill>
                <a:effectLst/>
                <a:latin typeface="Consolas" panose="020B0609020204030204" pitchFamily="49" charset="0"/>
              </a:rPr>
              <a:t>=</a:t>
            </a:r>
            <a:r>
              <a:rPr lang="en-GB" sz="1100" b="0" dirty="0">
                <a:solidFill>
                  <a:srgbClr val="CCCCCC"/>
                </a:solidFill>
                <a:effectLst/>
                <a:latin typeface="Consolas" panose="020B0609020204030204" pitchFamily="49" charset="0"/>
              </a:rPr>
              <a:t> </a:t>
            </a:r>
            <a:r>
              <a:rPr lang="en-GB" sz="1100" b="0" dirty="0">
                <a:solidFill>
                  <a:srgbClr val="B5CEA8"/>
                </a:solidFill>
                <a:effectLst/>
                <a:latin typeface="Consolas" panose="020B0609020204030204" pitchFamily="49" charset="0"/>
              </a:rPr>
              <a:t>0</a:t>
            </a:r>
            <a:endParaRPr lang="en-GB" sz="1100" b="0" dirty="0">
              <a:solidFill>
                <a:srgbClr val="CCCCCC"/>
              </a:solidFill>
              <a:effectLst/>
              <a:latin typeface="Consolas" panose="020B0609020204030204" pitchFamily="49" charset="0"/>
            </a:endParaRPr>
          </a:p>
          <a:p>
            <a:pPr marL="0" indent="0">
              <a:lnSpc>
                <a:spcPts val="1425"/>
              </a:lnSpc>
              <a:spcBef>
                <a:spcPts val="0"/>
              </a:spcBef>
              <a:buNone/>
            </a:pPr>
            <a:r>
              <a:rPr lang="en-GB" sz="1100" b="0" dirty="0">
                <a:solidFill>
                  <a:srgbClr val="C586C0"/>
                </a:solidFill>
                <a:effectLst/>
                <a:latin typeface="Consolas" panose="020B0609020204030204" pitchFamily="49" charset="0"/>
              </a:rPr>
              <a:t>for</a:t>
            </a:r>
            <a:r>
              <a:rPr lang="en-GB" sz="1100" b="0" dirty="0">
                <a:solidFill>
                  <a:srgbClr val="CCCCCC"/>
                </a:solidFill>
                <a:effectLst/>
                <a:latin typeface="Consolas" panose="020B0609020204030204" pitchFamily="49" charset="0"/>
              </a:rPr>
              <a:t> </a:t>
            </a:r>
            <a:r>
              <a:rPr lang="en-GB" sz="1100" b="0" dirty="0" err="1">
                <a:solidFill>
                  <a:srgbClr val="9CDCFE"/>
                </a:solidFill>
                <a:effectLst/>
                <a:latin typeface="Consolas" panose="020B0609020204030204" pitchFamily="49" charset="0"/>
              </a:rPr>
              <a:t>i</a:t>
            </a:r>
            <a:r>
              <a:rPr lang="en-GB" sz="1100" b="0" dirty="0">
                <a:solidFill>
                  <a:srgbClr val="CCCCCC"/>
                </a:solidFill>
                <a:effectLst/>
                <a:latin typeface="Consolas" panose="020B0609020204030204" pitchFamily="49" charset="0"/>
              </a:rPr>
              <a:t> </a:t>
            </a:r>
            <a:r>
              <a:rPr lang="en-GB" sz="1100" b="0" dirty="0">
                <a:solidFill>
                  <a:srgbClr val="C586C0"/>
                </a:solidFill>
                <a:effectLst/>
                <a:latin typeface="Consolas" panose="020B0609020204030204" pitchFamily="49" charset="0"/>
              </a:rPr>
              <a:t>in</a:t>
            </a:r>
            <a:r>
              <a:rPr lang="en-GB" sz="1100" b="0" dirty="0">
                <a:solidFill>
                  <a:srgbClr val="CCCCCC"/>
                </a:solidFill>
                <a:effectLst/>
                <a:latin typeface="Consolas" panose="020B0609020204030204" pitchFamily="49" charset="0"/>
              </a:rPr>
              <a:t> </a:t>
            </a:r>
            <a:r>
              <a:rPr lang="en-GB" sz="1100" b="0" dirty="0">
                <a:solidFill>
                  <a:srgbClr val="4EC9B0"/>
                </a:solidFill>
                <a:effectLst/>
                <a:latin typeface="Consolas" panose="020B0609020204030204" pitchFamily="49" charset="0"/>
              </a:rPr>
              <a:t>range</a:t>
            </a:r>
            <a:r>
              <a:rPr lang="en-GB" sz="1100" b="0" dirty="0">
                <a:solidFill>
                  <a:srgbClr val="CCCCCC"/>
                </a:solidFill>
                <a:effectLst/>
                <a:latin typeface="Consolas" panose="020B0609020204030204" pitchFamily="49" charset="0"/>
              </a:rPr>
              <a:t>(</a:t>
            </a:r>
            <a:r>
              <a:rPr lang="en-GB" sz="1100" b="0" dirty="0" err="1">
                <a:solidFill>
                  <a:srgbClr val="DCDCAA"/>
                </a:solidFill>
                <a:effectLst/>
                <a:latin typeface="Consolas" panose="020B0609020204030204" pitchFamily="49" charset="0"/>
              </a:rPr>
              <a:t>len</a:t>
            </a:r>
            <a:r>
              <a:rPr lang="en-GB" sz="1100" b="0" dirty="0">
                <a:solidFill>
                  <a:srgbClr val="CCCCCC"/>
                </a:solidFill>
                <a:effectLst/>
                <a:latin typeface="Consolas" panose="020B0609020204030204" pitchFamily="49" charset="0"/>
              </a:rPr>
              <a:t>(</a:t>
            </a:r>
            <a:r>
              <a:rPr lang="en-GB" sz="1100" b="0" dirty="0" err="1">
                <a:solidFill>
                  <a:srgbClr val="9CDCFE"/>
                </a:solidFill>
                <a:effectLst/>
                <a:latin typeface="Consolas" panose="020B0609020204030204" pitchFamily="49" charset="0"/>
              </a:rPr>
              <a:t>objpoints</a:t>
            </a:r>
            <a:r>
              <a:rPr lang="en-GB" sz="1100" b="0" dirty="0">
                <a:solidFill>
                  <a:srgbClr val="CCCCCC"/>
                </a:solidFill>
                <a:effectLst/>
                <a:latin typeface="Consolas" panose="020B0609020204030204" pitchFamily="49" charset="0"/>
              </a:rPr>
              <a:t>)):</a:t>
            </a:r>
          </a:p>
          <a:p>
            <a:pPr marL="0" indent="0">
              <a:lnSpc>
                <a:spcPts val="1425"/>
              </a:lnSpc>
              <a:spcBef>
                <a:spcPts val="0"/>
              </a:spcBef>
              <a:buNone/>
            </a:pPr>
            <a:r>
              <a:rPr lang="en-GB" sz="1100" b="0" dirty="0">
                <a:solidFill>
                  <a:srgbClr val="CCCCCC"/>
                </a:solidFill>
                <a:effectLst/>
                <a:latin typeface="Consolas" panose="020B0609020204030204" pitchFamily="49" charset="0"/>
              </a:rPr>
              <a:t>    </a:t>
            </a:r>
            <a:r>
              <a:rPr lang="en-GB" sz="1100" b="0" dirty="0" err="1">
                <a:solidFill>
                  <a:srgbClr val="9CDCFE"/>
                </a:solidFill>
                <a:effectLst/>
                <a:latin typeface="Consolas" panose="020B0609020204030204" pitchFamily="49" charset="0"/>
              </a:rPr>
              <a:t>projected_imgpoints</a:t>
            </a:r>
            <a:r>
              <a:rPr lang="en-GB" sz="1100" b="0" dirty="0">
                <a:solidFill>
                  <a:srgbClr val="CCCCCC"/>
                </a:solidFill>
                <a:effectLst/>
                <a:latin typeface="Consolas" panose="020B0609020204030204" pitchFamily="49" charset="0"/>
              </a:rPr>
              <a:t>, </a:t>
            </a:r>
            <a:r>
              <a:rPr lang="en-GB" sz="1100" b="0" dirty="0">
                <a:solidFill>
                  <a:srgbClr val="9CDCFE"/>
                </a:solidFill>
                <a:effectLst/>
                <a:latin typeface="Consolas" panose="020B0609020204030204" pitchFamily="49" charset="0"/>
              </a:rPr>
              <a:t>_</a:t>
            </a:r>
            <a:r>
              <a:rPr lang="en-GB" sz="1100" b="0" dirty="0">
                <a:solidFill>
                  <a:srgbClr val="CCCCCC"/>
                </a:solidFill>
                <a:effectLst/>
                <a:latin typeface="Consolas" panose="020B0609020204030204" pitchFamily="49" charset="0"/>
              </a:rPr>
              <a:t> </a:t>
            </a:r>
            <a:r>
              <a:rPr lang="en-GB" sz="1100" b="0" dirty="0">
                <a:solidFill>
                  <a:srgbClr val="D4D4D4"/>
                </a:solidFill>
                <a:effectLst/>
                <a:latin typeface="Consolas" panose="020B0609020204030204" pitchFamily="49" charset="0"/>
              </a:rPr>
              <a:t>=</a:t>
            </a:r>
            <a:r>
              <a:rPr lang="en-GB" sz="1100" b="0" dirty="0">
                <a:solidFill>
                  <a:srgbClr val="CCCCCC"/>
                </a:solidFill>
                <a:effectLst/>
                <a:latin typeface="Consolas" panose="020B0609020204030204" pitchFamily="49" charset="0"/>
              </a:rPr>
              <a:t> </a:t>
            </a:r>
            <a:r>
              <a:rPr lang="en-GB" sz="1100" b="0" dirty="0" err="1">
                <a:solidFill>
                  <a:srgbClr val="4EC9B0"/>
                </a:solidFill>
                <a:effectLst/>
                <a:latin typeface="Consolas" panose="020B0609020204030204" pitchFamily="49" charset="0"/>
              </a:rPr>
              <a:t>cv</a:t>
            </a:r>
            <a:r>
              <a:rPr lang="en-GB" sz="1100" b="0" dirty="0" err="1">
                <a:solidFill>
                  <a:srgbClr val="CCCCCC"/>
                </a:solidFill>
                <a:effectLst/>
                <a:latin typeface="Consolas" panose="020B0609020204030204" pitchFamily="49" charset="0"/>
              </a:rPr>
              <a:t>.projectPoints</a:t>
            </a:r>
            <a:r>
              <a:rPr lang="en-GB" sz="1100" b="0" dirty="0">
                <a:solidFill>
                  <a:srgbClr val="CCCCCC"/>
                </a:solidFill>
                <a:effectLst/>
                <a:latin typeface="Consolas" panose="020B0609020204030204" pitchFamily="49" charset="0"/>
              </a:rPr>
              <a:t>(</a:t>
            </a:r>
            <a:r>
              <a:rPr lang="en-GB" sz="1100" b="0" dirty="0" err="1">
                <a:solidFill>
                  <a:srgbClr val="9CDCFE"/>
                </a:solidFill>
                <a:effectLst/>
                <a:latin typeface="Consolas" panose="020B0609020204030204" pitchFamily="49" charset="0"/>
              </a:rPr>
              <a:t>objpoints</a:t>
            </a:r>
            <a:r>
              <a:rPr lang="en-GB" sz="1100" b="0" dirty="0">
                <a:solidFill>
                  <a:srgbClr val="CCCCCC"/>
                </a:solidFill>
                <a:effectLst/>
                <a:latin typeface="Consolas" panose="020B0609020204030204" pitchFamily="49" charset="0"/>
              </a:rPr>
              <a:t>[</a:t>
            </a:r>
            <a:r>
              <a:rPr lang="en-GB" sz="1100" b="0" dirty="0" err="1">
                <a:solidFill>
                  <a:srgbClr val="9CDCFE"/>
                </a:solidFill>
                <a:effectLst/>
                <a:latin typeface="Consolas" panose="020B0609020204030204" pitchFamily="49" charset="0"/>
              </a:rPr>
              <a:t>i</a:t>
            </a:r>
            <a:r>
              <a:rPr lang="en-GB" sz="1100" b="0" dirty="0">
                <a:solidFill>
                  <a:srgbClr val="CCCCCC"/>
                </a:solidFill>
                <a:effectLst/>
                <a:latin typeface="Consolas" panose="020B0609020204030204" pitchFamily="49" charset="0"/>
              </a:rPr>
              <a:t>], </a:t>
            </a:r>
            <a:r>
              <a:rPr lang="en-GB" sz="1100" b="0" dirty="0" err="1">
                <a:solidFill>
                  <a:srgbClr val="9CDCFE"/>
                </a:solidFill>
                <a:effectLst/>
                <a:latin typeface="Consolas" panose="020B0609020204030204" pitchFamily="49" charset="0"/>
              </a:rPr>
              <a:t>rvecs</a:t>
            </a:r>
            <a:r>
              <a:rPr lang="en-GB" sz="1100" b="0" dirty="0">
                <a:solidFill>
                  <a:srgbClr val="CCCCCC"/>
                </a:solidFill>
                <a:effectLst/>
                <a:latin typeface="Consolas" panose="020B0609020204030204" pitchFamily="49" charset="0"/>
              </a:rPr>
              <a:t>[</a:t>
            </a:r>
            <a:r>
              <a:rPr lang="en-GB" sz="1100" b="0" dirty="0" err="1">
                <a:solidFill>
                  <a:srgbClr val="9CDCFE"/>
                </a:solidFill>
                <a:effectLst/>
                <a:latin typeface="Consolas" panose="020B0609020204030204" pitchFamily="49" charset="0"/>
              </a:rPr>
              <a:t>i</a:t>
            </a:r>
            <a:r>
              <a:rPr lang="en-GB" sz="1100" b="0" dirty="0">
                <a:solidFill>
                  <a:srgbClr val="CCCCCC"/>
                </a:solidFill>
                <a:effectLst/>
                <a:latin typeface="Consolas" panose="020B0609020204030204" pitchFamily="49" charset="0"/>
              </a:rPr>
              <a:t>], </a:t>
            </a:r>
            <a:r>
              <a:rPr lang="en-GB" sz="1100" b="0" dirty="0" err="1">
                <a:solidFill>
                  <a:srgbClr val="9CDCFE"/>
                </a:solidFill>
                <a:effectLst/>
                <a:latin typeface="Consolas" panose="020B0609020204030204" pitchFamily="49" charset="0"/>
              </a:rPr>
              <a:t>tvecs</a:t>
            </a:r>
            <a:r>
              <a:rPr lang="en-GB" sz="1100" b="0" dirty="0">
                <a:solidFill>
                  <a:srgbClr val="CCCCCC"/>
                </a:solidFill>
                <a:effectLst/>
                <a:latin typeface="Consolas" panose="020B0609020204030204" pitchFamily="49" charset="0"/>
              </a:rPr>
              <a:t>[</a:t>
            </a:r>
            <a:r>
              <a:rPr lang="en-GB" sz="1100" b="0" dirty="0" err="1">
                <a:solidFill>
                  <a:srgbClr val="9CDCFE"/>
                </a:solidFill>
                <a:effectLst/>
                <a:latin typeface="Consolas" panose="020B0609020204030204" pitchFamily="49" charset="0"/>
              </a:rPr>
              <a:t>i</a:t>
            </a:r>
            <a:r>
              <a:rPr lang="en-GB" sz="1100" b="0" dirty="0">
                <a:solidFill>
                  <a:srgbClr val="CCCCCC"/>
                </a:solidFill>
                <a:effectLst/>
                <a:latin typeface="Consolas" panose="020B0609020204030204" pitchFamily="49" charset="0"/>
              </a:rPr>
              <a:t>], </a:t>
            </a:r>
            <a:r>
              <a:rPr lang="en-GB" sz="1100" b="0" dirty="0" err="1">
                <a:solidFill>
                  <a:srgbClr val="9CDCFE"/>
                </a:solidFill>
                <a:effectLst/>
                <a:latin typeface="Consolas" panose="020B0609020204030204" pitchFamily="49" charset="0"/>
              </a:rPr>
              <a:t>camera_matrix</a:t>
            </a:r>
            <a:r>
              <a:rPr lang="en-GB" sz="1100" b="0" dirty="0">
                <a:solidFill>
                  <a:srgbClr val="CCCCCC"/>
                </a:solidFill>
                <a:effectLst/>
                <a:latin typeface="Consolas" panose="020B0609020204030204" pitchFamily="49" charset="0"/>
              </a:rPr>
              <a:t>, </a:t>
            </a:r>
            <a:r>
              <a:rPr lang="en-GB" sz="1100" b="0" dirty="0" err="1">
                <a:solidFill>
                  <a:srgbClr val="9CDCFE"/>
                </a:solidFill>
                <a:effectLst/>
                <a:latin typeface="Consolas" panose="020B0609020204030204" pitchFamily="49" charset="0"/>
              </a:rPr>
              <a:t>dist_coeffs</a:t>
            </a:r>
            <a:r>
              <a:rPr lang="en-GB" sz="1100" b="0" dirty="0">
                <a:solidFill>
                  <a:srgbClr val="CCCCCC"/>
                </a:solidFill>
                <a:effectLst/>
                <a:latin typeface="Consolas" panose="020B0609020204030204" pitchFamily="49" charset="0"/>
              </a:rPr>
              <a:t>)</a:t>
            </a:r>
          </a:p>
          <a:p>
            <a:pPr marL="0" indent="0">
              <a:lnSpc>
                <a:spcPts val="1425"/>
              </a:lnSpc>
              <a:spcBef>
                <a:spcPts val="0"/>
              </a:spcBef>
              <a:buNone/>
            </a:pPr>
            <a:r>
              <a:rPr lang="en-GB" sz="1100" b="0" dirty="0">
                <a:solidFill>
                  <a:srgbClr val="CCCCCC"/>
                </a:solidFill>
                <a:effectLst/>
                <a:latin typeface="Consolas" panose="020B0609020204030204" pitchFamily="49" charset="0"/>
              </a:rPr>
              <a:t>    </a:t>
            </a:r>
            <a:r>
              <a:rPr lang="en-GB" sz="1100" b="0" dirty="0">
                <a:solidFill>
                  <a:srgbClr val="9CDCFE"/>
                </a:solidFill>
                <a:effectLst/>
                <a:latin typeface="Consolas" panose="020B0609020204030204" pitchFamily="49" charset="0"/>
              </a:rPr>
              <a:t>error</a:t>
            </a:r>
            <a:r>
              <a:rPr lang="en-GB" sz="1100" b="0" dirty="0">
                <a:solidFill>
                  <a:srgbClr val="CCCCCC"/>
                </a:solidFill>
                <a:effectLst/>
                <a:latin typeface="Consolas" panose="020B0609020204030204" pitchFamily="49" charset="0"/>
              </a:rPr>
              <a:t> </a:t>
            </a:r>
            <a:r>
              <a:rPr lang="en-GB" sz="1100" b="0" dirty="0">
                <a:solidFill>
                  <a:srgbClr val="D4D4D4"/>
                </a:solidFill>
                <a:effectLst/>
                <a:latin typeface="Consolas" panose="020B0609020204030204" pitchFamily="49" charset="0"/>
              </a:rPr>
              <a:t>=</a:t>
            </a:r>
            <a:r>
              <a:rPr lang="en-GB" sz="1100" b="0" dirty="0">
                <a:solidFill>
                  <a:srgbClr val="CCCCCC"/>
                </a:solidFill>
                <a:effectLst/>
                <a:latin typeface="Consolas" panose="020B0609020204030204" pitchFamily="49" charset="0"/>
              </a:rPr>
              <a:t> </a:t>
            </a:r>
            <a:r>
              <a:rPr lang="en-GB" sz="1100" b="0" dirty="0" err="1">
                <a:solidFill>
                  <a:srgbClr val="4EC9B0"/>
                </a:solidFill>
                <a:effectLst/>
                <a:latin typeface="Consolas" panose="020B0609020204030204" pitchFamily="49" charset="0"/>
              </a:rPr>
              <a:t>cv</a:t>
            </a:r>
            <a:r>
              <a:rPr lang="en-GB" sz="1100" b="0" dirty="0" err="1">
                <a:solidFill>
                  <a:srgbClr val="CCCCCC"/>
                </a:solidFill>
                <a:effectLst/>
                <a:latin typeface="Consolas" panose="020B0609020204030204" pitchFamily="49" charset="0"/>
              </a:rPr>
              <a:t>.norm</a:t>
            </a:r>
            <a:r>
              <a:rPr lang="en-GB" sz="1100" b="0" dirty="0">
                <a:solidFill>
                  <a:srgbClr val="CCCCCC"/>
                </a:solidFill>
                <a:effectLst/>
                <a:latin typeface="Consolas" panose="020B0609020204030204" pitchFamily="49" charset="0"/>
              </a:rPr>
              <a:t>(</a:t>
            </a:r>
            <a:r>
              <a:rPr lang="en-GB" sz="1100" b="0" dirty="0" err="1">
                <a:solidFill>
                  <a:srgbClr val="9CDCFE"/>
                </a:solidFill>
                <a:effectLst/>
                <a:latin typeface="Consolas" panose="020B0609020204030204" pitchFamily="49" charset="0"/>
              </a:rPr>
              <a:t>imgpoints</a:t>
            </a:r>
            <a:r>
              <a:rPr lang="en-GB" sz="1100" b="0" dirty="0">
                <a:solidFill>
                  <a:srgbClr val="CCCCCC"/>
                </a:solidFill>
                <a:effectLst/>
                <a:latin typeface="Consolas" panose="020B0609020204030204" pitchFamily="49" charset="0"/>
              </a:rPr>
              <a:t>[</a:t>
            </a:r>
            <a:r>
              <a:rPr lang="en-GB" sz="1100" b="0" dirty="0" err="1">
                <a:solidFill>
                  <a:srgbClr val="9CDCFE"/>
                </a:solidFill>
                <a:effectLst/>
                <a:latin typeface="Consolas" panose="020B0609020204030204" pitchFamily="49" charset="0"/>
              </a:rPr>
              <a:t>i</a:t>
            </a:r>
            <a:r>
              <a:rPr lang="en-GB" sz="1100" b="0" dirty="0">
                <a:solidFill>
                  <a:srgbClr val="CCCCCC"/>
                </a:solidFill>
                <a:effectLst/>
                <a:latin typeface="Consolas" panose="020B0609020204030204" pitchFamily="49" charset="0"/>
              </a:rPr>
              <a:t>], </a:t>
            </a:r>
            <a:r>
              <a:rPr lang="en-GB" sz="1100" b="0" dirty="0" err="1">
                <a:solidFill>
                  <a:srgbClr val="9CDCFE"/>
                </a:solidFill>
                <a:effectLst/>
                <a:latin typeface="Consolas" panose="020B0609020204030204" pitchFamily="49" charset="0"/>
              </a:rPr>
              <a:t>projected_imgpoints</a:t>
            </a:r>
            <a:r>
              <a:rPr lang="en-GB" sz="1100" b="0" dirty="0">
                <a:solidFill>
                  <a:srgbClr val="CCCCCC"/>
                </a:solidFill>
                <a:effectLst/>
                <a:latin typeface="Consolas" panose="020B0609020204030204" pitchFamily="49" charset="0"/>
              </a:rPr>
              <a:t>, </a:t>
            </a:r>
            <a:r>
              <a:rPr lang="en-GB" sz="1100" b="0" dirty="0">
                <a:solidFill>
                  <a:srgbClr val="4EC9B0"/>
                </a:solidFill>
                <a:effectLst/>
                <a:latin typeface="Consolas" panose="020B0609020204030204" pitchFamily="49" charset="0"/>
              </a:rPr>
              <a:t>cv</a:t>
            </a:r>
            <a:r>
              <a:rPr lang="en-GB" sz="1100" b="0" dirty="0">
                <a:solidFill>
                  <a:srgbClr val="CCCCCC"/>
                </a:solidFill>
                <a:effectLst/>
                <a:latin typeface="Consolas" panose="020B0609020204030204" pitchFamily="49" charset="0"/>
              </a:rPr>
              <a:t>.NORM_L2) </a:t>
            </a:r>
            <a:r>
              <a:rPr lang="en-GB" sz="1100" b="0" dirty="0">
                <a:solidFill>
                  <a:srgbClr val="D4D4D4"/>
                </a:solidFill>
                <a:effectLst/>
                <a:latin typeface="Consolas" panose="020B0609020204030204" pitchFamily="49" charset="0"/>
              </a:rPr>
              <a:t>/</a:t>
            </a:r>
            <a:r>
              <a:rPr lang="en-GB" sz="1100" b="0" dirty="0">
                <a:solidFill>
                  <a:srgbClr val="CCCCCC"/>
                </a:solidFill>
                <a:effectLst/>
                <a:latin typeface="Consolas" panose="020B0609020204030204" pitchFamily="49" charset="0"/>
              </a:rPr>
              <a:t> </a:t>
            </a:r>
            <a:r>
              <a:rPr lang="en-GB" sz="1100" b="0" dirty="0" err="1">
                <a:solidFill>
                  <a:srgbClr val="DCDCAA"/>
                </a:solidFill>
                <a:effectLst/>
                <a:latin typeface="Consolas" panose="020B0609020204030204" pitchFamily="49" charset="0"/>
              </a:rPr>
              <a:t>len</a:t>
            </a:r>
            <a:r>
              <a:rPr lang="en-GB" sz="1100" b="0" dirty="0">
                <a:solidFill>
                  <a:srgbClr val="CCCCCC"/>
                </a:solidFill>
                <a:effectLst/>
                <a:latin typeface="Consolas" panose="020B0609020204030204" pitchFamily="49" charset="0"/>
              </a:rPr>
              <a:t>(</a:t>
            </a:r>
            <a:r>
              <a:rPr lang="en-GB" sz="1100" b="0" dirty="0" err="1">
                <a:solidFill>
                  <a:srgbClr val="9CDCFE"/>
                </a:solidFill>
                <a:effectLst/>
                <a:latin typeface="Consolas" panose="020B0609020204030204" pitchFamily="49" charset="0"/>
              </a:rPr>
              <a:t>projected_imgpoints</a:t>
            </a:r>
            <a:r>
              <a:rPr lang="en-GB" sz="1100" b="0" dirty="0">
                <a:solidFill>
                  <a:srgbClr val="CCCCCC"/>
                </a:solidFill>
                <a:effectLst/>
                <a:latin typeface="Consolas" panose="020B0609020204030204" pitchFamily="49" charset="0"/>
              </a:rPr>
              <a:t>)</a:t>
            </a:r>
          </a:p>
          <a:p>
            <a:pPr marL="0" indent="0">
              <a:lnSpc>
                <a:spcPts val="1425"/>
              </a:lnSpc>
              <a:spcBef>
                <a:spcPts val="0"/>
              </a:spcBef>
              <a:buNone/>
            </a:pPr>
            <a:r>
              <a:rPr lang="en-GB" sz="1100" b="0" dirty="0">
                <a:solidFill>
                  <a:srgbClr val="CCCCCC"/>
                </a:solidFill>
                <a:effectLst/>
                <a:latin typeface="Consolas" panose="020B0609020204030204" pitchFamily="49" charset="0"/>
              </a:rPr>
              <a:t>    </a:t>
            </a:r>
            <a:r>
              <a:rPr lang="en-GB" sz="1100" b="0" dirty="0" err="1">
                <a:solidFill>
                  <a:srgbClr val="9CDCFE"/>
                </a:solidFill>
                <a:effectLst/>
                <a:latin typeface="Consolas" panose="020B0609020204030204" pitchFamily="49" charset="0"/>
              </a:rPr>
              <a:t>mean_error</a:t>
            </a:r>
            <a:r>
              <a:rPr lang="en-GB" sz="1100" b="0" dirty="0">
                <a:solidFill>
                  <a:srgbClr val="CCCCCC"/>
                </a:solidFill>
                <a:effectLst/>
                <a:latin typeface="Consolas" panose="020B0609020204030204" pitchFamily="49" charset="0"/>
              </a:rPr>
              <a:t> </a:t>
            </a:r>
            <a:r>
              <a:rPr lang="en-GB" sz="1100" b="0" dirty="0">
                <a:solidFill>
                  <a:srgbClr val="D4D4D4"/>
                </a:solidFill>
                <a:effectLst/>
                <a:latin typeface="Consolas" panose="020B0609020204030204" pitchFamily="49" charset="0"/>
              </a:rPr>
              <a:t>+=</a:t>
            </a:r>
            <a:r>
              <a:rPr lang="en-GB" sz="1100" b="0" dirty="0">
                <a:solidFill>
                  <a:srgbClr val="CCCCCC"/>
                </a:solidFill>
                <a:effectLst/>
                <a:latin typeface="Consolas" panose="020B0609020204030204" pitchFamily="49" charset="0"/>
              </a:rPr>
              <a:t> </a:t>
            </a:r>
            <a:r>
              <a:rPr lang="en-GB" sz="1100" b="0" dirty="0">
                <a:solidFill>
                  <a:srgbClr val="9CDCFE"/>
                </a:solidFill>
                <a:effectLst/>
                <a:latin typeface="Consolas" panose="020B0609020204030204" pitchFamily="49" charset="0"/>
              </a:rPr>
              <a:t>error</a:t>
            </a:r>
            <a:endParaRPr lang="en-GB" sz="1100" b="0" dirty="0">
              <a:solidFill>
                <a:srgbClr val="CCCCCC"/>
              </a:solidFill>
              <a:effectLst/>
              <a:latin typeface="Consolas" panose="020B0609020204030204" pitchFamily="49" charset="0"/>
            </a:endParaRPr>
          </a:p>
          <a:p>
            <a:pPr marL="0" indent="0">
              <a:lnSpc>
                <a:spcPts val="1425"/>
              </a:lnSpc>
              <a:spcBef>
                <a:spcPts val="0"/>
              </a:spcBef>
              <a:buNone/>
            </a:pPr>
            <a:br>
              <a:rPr lang="en-GB" sz="1100" b="0" dirty="0">
                <a:solidFill>
                  <a:srgbClr val="CCCCCC"/>
                </a:solidFill>
                <a:effectLst/>
                <a:latin typeface="Consolas" panose="020B0609020204030204" pitchFamily="49" charset="0"/>
              </a:rPr>
            </a:br>
            <a:r>
              <a:rPr lang="en-GB" sz="1100" b="0" dirty="0">
                <a:solidFill>
                  <a:srgbClr val="DCDCAA"/>
                </a:solidFill>
                <a:effectLst/>
                <a:latin typeface="Consolas" panose="020B0609020204030204" pitchFamily="49" charset="0"/>
              </a:rPr>
              <a:t>print</a:t>
            </a:r>
            <a:r>
              <a:rPr lang="en-GB" sz="1100" b="0" dirty="0">
                <a:solidFill>
                  <a:srgbClr val="CCCCCC"/>
                </a:solidFill>
                <a:effectLst/>
                <a:latin typeface="Consolas" panose="020B0609020204030204" pitchFamily="49" charset="0"/>
              </a:rPr>
              <a:t>(</a:t>
            </a:r>
            <a:r>
              <a:rPr lang="en-GB" sz="1100" b="0" dirty="0">
                <a:solidFill>
                  <a:srgbClr val="CE9178"/>
                </a:solidFill>
                <a:effectLst/>
                <a:latin typeface="Consolas" panose="020B0609020204030204" pitchFamily="49" charset="0"/>
              </a:rPr>
              <a:t>"</a:t>
            </a:r>
            <a:r>
              <a:rPr lang="en-GB" sz="1100" b="0" dirty="0">
                <a:solidFill>
                  <a:srgbClr val="D7BA7D"/>
                </a:solidFill>
                <a:effectLst/>
                <a:latin typeface="Consolas" panose="020B0609020204030204" pitchFamily="49" charset="0"/>
              </a:rPr>
              <a:t>\</a:t>
            </a:r>
            <a:r>
              <a:rPr lang="en-GB" sz="1100" b="0" dirty="0" err="1">
                <a:solidFill>
                  <a:srgbClr val="D7BA7D"/>
                </a:solidFill>
                <a:effectLst/>
                <a:latin typeface="Consolas" panose="020B0609020204030204" pitchFamily="49" charset="0"/>
              </a:rPr>
              <a:t>n</a:t>
            </a:r>
            <a:r>
              <a:rPr lang="en-GB" sz="1100" b="0" dirty="0" err="1">
                <a:solidFill>
                  <a:srgbClr val="CE9178"/>
                </a:solidFill>
                <a:effectLst/>
                <a:latin typeface="Consolas" panose="020B0609020204030204" pitchFamily="49" charset="0"/>
              </a:rPr>
              <a:t>Mean</a:t>
            </a:r>
            <a:r>
              <a:rPr lang="en-GB" sz="1100" b="0" dirty="0">
                <a:solidFill>
                  <a:srgbClr val="CE9178"/>
                </a:solidFill>
                <a:effectLst/>
                <a:latin typeface="Consolas" panose="020B0609020204030204" pitchFamily="49" charset="0"/>
              </a:rPr>
              <a:t> reprojection error: </a:t>
            </a:r>
            <a:r>
              <a:rPr lang="en-GB" sz="1100" b="0" dirty="0">
                <a:solidFill>
                  <a:srgbClr val="569CD6"/>
                </a:solidFill>
                <a:effectLst/>
                <a:latin typeface="Consolas" panose="020B0609020204030204" pitchFamily="49" charset="0"/>
              </a:rPr>
              <a:t>{:.4f}</a:t>
            </a:r>
            <a:r>
              <a:rPr lang="en-GB" sz="1100" b="0" dirty="0">
                <a:solidFill>
                  <a:srgbClr val="CE9178"/>
                </a:solidFill>
                <a:effectLst/>
                <a:latin typeface="Consolas" panose="020B0609020204030204" pitchFamily="49" charset="0"/>
              </a:rPr>
              <a:t>"</a:t>
            </a:r>
            <a:r>
              <a:rPr lang="en-GB" sz="1100" b="0" dirty="0">
                <a:solidFill>
                  <a:srgbClr val="CCCCCC"/>
                </a:solidFill>
                <a:effectLst/>
                <a:latin typeface="Consolas" panose="020B0609020204030204" pitchFamily="49" charset="0"/>
              </a:rPr>
              <a:t>.</a:t>
            </a:r>
            <a:r>
              <a:rPr lang="en-GB" sz="1100" b="0" dirty="0">
                <a:solidFill>
                  <a:srgbClr val="DCDCAA"/>
                </a:solidFill>
                <a:effectLst/>
                <a:latin typeface="Consolas" panose="020B0609020204030204" pitchFamily="49" charset="0"/>
              </a:rPr>
              <a:t>format</a:t>
            </a:r>
            <a:r>
              <a:rPr lang="en-GB" sz="1100" b="0" dirty="0">
                <a:solidFill>
                  <a:srgbClr val="CCCCCC"/>
                </a:solidFill>
                <a:effectLst/>
                <a:latin typeface="Consolas" panose="020B0609020204030204" pitchFamily="49" charset="0"/>
              </a:rPr>
              <a:t>(</a:t>
            </a:r>
            <a:r>
              <a:rPr lang="en-GB" sz="1100" b="0" dirty="0" err="1">
                <a:solidFill>
                  <a:srgbClr val="9CDCFE"/>
                </a:solidFill>
                <a:effectLst/>
                <a:latin typeface="Consolas" panose="020B0609020204030204" pitchFamily="49" charset="0"/>
              </a:rPr>
              <a:t>mean_error</a:t>
            </a:r>
            <a:r>
              <a:rPr lang="en-GB" sz="1100" b="0" dirty="0">
                <a:solidFill>
                  <a:srgbClr val="CCCCCC"/>
                </a:solidFill>
                <a:effectLst/>
                <a:latin typeface="Consolas" panose="020B0609020204030204" pitchFamily="49" charset="0"/>
              </a:rPr>
              <a:t> </a:t>
            </a:r>
            <a:r>
              <a:rPr lang="en-GB" sz="1100" b="0" dirty="0">
                <a:solidFill>
                  <a:srgbClr val="D4D4D4"/>
                </a:solidFill>
                <a:effectLst/>
                <a:latin typeface="Consolas" panose="020B0609020204030204" pitchFamily="49" charset="0"/>
              </a:rPr>
              <a:t>/</a:t>
            </a:r>
            <a:r>
              <a:rPr lang="en-GB" sz="1100" b="0" dirty="0">
                <a:solidFill>
                  <a:srgbClr val="CCCCCC"/>
                </a:solidFill>
                <a:effectLst/>
                <a:latin typeface="Consolas" panose="020B0609020204030204" pitchFamily="49" charset="0"/>
              </a:rPr>
              <a:t> </a:t>
            </a:r>
            <a:r>
              <a:rPr lang="en-GB" sz="1100" b="0" dirty="0" err="1">
                <a:solidFill>
                  <a:srgbClr val="DCDCAA"/>
                </a:solidFill>
                <a:effectLst/>
                <a:latin typeface="Consolas" panose="020B0609020204030204" pitchFamily="49" charset="0"/>
              </a:rPr>
              <a:t>len</a:t>
            </a:r>
            <a:r>
              <a:rPr lang="en-GB" sz="1100" b="0" dirty="0">
                <a:solidFill>
                  <a:srgbClr val="CCCCCC"/>
                </a:solidFill>
                <a:effectLst/>
                <a:latin typeface="Consolas" panose="020B0609020204030204" pitchFamily="49" charset="0"/>
              </a:rPr>
              <a:t>(</a:t>
            </a:r>
            <a:r>
              <a:rPr lang="en-GB" sz="1100" b="0" dirty="0" err="1">
                <a:solidFill>
                  <a:srgbClr val="9CDCFE"/>
                </a:solidFill>
                <a:effectLst/>
                <a:latin typeface="Consolas" panose="020B0609020204030204" pitchFamily="49" charset="0"/>
              </a:rPr>
              <a:t>objpoints</a:t>
            </a:r>
            <a:r>
              <a:rPr lang="en-GB" sz="1100" b="0" dirty="0">
                <a:solidFill>
                  <a:srgbClr val="CCCCCC"/>
                </a:solidFill>
                <a:effectLst/>
                <a:latin typeface="Consolas" panose="020B0609020204030204" pitchFamily="49" charset="0"/>
              </a:rPr>
              <a:t>)))</a:t>
            </a:r>
          </a:p>
          <a:p>
            <a:pPr marL="0" indent="0">
              <a:lnSpc>
                <a:spcPct val="100000"/>
              </a:lnSpc>
              <a:spcBef>
                <a:spcPts val="0"/>
              </a:spcBef>
              <a:buNone/>
            </a:pPr>
            <a:r>
              <a:rPr lang="en-GB" sz="2400" b="0" dirty="0">
                <a:solidFill>
                  <a:srgbClr val="CCCCCC"/>
                </a:solidFill>
                <a:effectLst/>
                <a:latin typeface="Consolas" panose="020B0609020204030204" pitchFamily="49" charset="0"/>
              </a:rPr>
              <a:t>       </a:t>
            </a:r>
          </a:p>
        </p:txBody>
      </p:sp>
    </p:spTree>
    <p:extLst>
      <p:ext uri="{BB962C8B-B14F-4D97-AF65-F5344CB8AC3E}">
        <p14:creationId xmlns:p14="http://schemas.microsoft.com/office/powerpoint/2010/main" val="415269574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4B7E73C5-8217-48AC-3160-00A3EAD6371B}"/>
              </a:ext>
            </a:extLst>
          </p:cNvPr>
          <p:cNvPicPr>
            <a:picLocks noGrp="1" noChangeAspect="1"/>
          </p:cNvPicPr>
          <p:nvPr>
            <p:ph sz="half" idx="1"/>
          </p:nvPr>
        </p:nvPicPr>
        <p:blipFill>
          <a:blip r:embed="rId2"/>
          <a:stretch>
            <a:fillRect/>
          </a:stretch>
        </p:blipFill>
        <p:spPr>
          <a:xfrm>
            <a:off x="1507995" y="1825625"/>
            <a:ext cx="3842010" cy="4351338"/>
          </a:xfrm>
          <a:prstGeom prst="rect">
            <a:avLst/>
          </a:prstGeom>
        </p:spPr>
      </p:pic>
      <p:pic>
        <p:nvPicPr>
          <p:cNvPr id="7" name="Content Placeholder 6">
            <a:extLst>
              <a:ext uri="{FF2B5EF4-FFF2-40B4-BE49-F238E27FC236}">
                <a16:creationId xmlns:a16="http://schemas.microsoft.com/office/drawing/2014/main" id="{D1715073-5945-CB13-450F-0E2762228D7A}"/>
              </a:ext>
            </a:extLst>
          </p:cNvPr>
          <p:cNvPicPr>
            <a:picLocks noGrp="1" noChangeAspect="1"/>
          </p:cNvPicPr>
          <p:nvPr>
            <p:ph sz="half" idx="2"/>
          </p:nvPr>
        </p:nvPicPr>
        <p:blipFill>
          <a:blip r:embed="rId3"/>
          <a:stretch>
            <a:fillRect/>
          </a:stretch>
        </p:blipFill>
        <p:spPr>
          <a:xfrm>
            <a:off x="7362629" y="2438976"/>
            <a:ext cx="2800741" cy="3124636"/>
          </a:xfrm>
        </p:spPr>
      </p:pic>
      <p:sp>
        <p:nvSpPr>
          <p:cNvPr id="4" name="Title 3">
            <a:extLst>
              <a:ext uri="{FF2B5EF4-FFF2-40B4-BE49-F238E27FC236}">
                <a16:creationId xmlns:a16="http://schemas.microsoft.com/office/drawing/2014/main" id="{AADEE112-EB39-F12E-0BA4-74D7C2017B75}"/>
              </a:ext>
            </a:extLst>
          </p:cNvPr>
          <p:cNvSpPr>
            <a:spLocks noGrp="1"/>
          </p:cNvSpPr>
          <p:nvPr>
            <p:ph type="title"/>
          </p:nvPr>
        </p:nvSpPr>
        <p:spPr/>
        <p:txBody>
          <a:bodyPr/>
          <a:lstStyle/>
          <a:p>
            <a:r>
              <a:rPr lang="en-GB" dirty="0"/>
              <a:t>Activity 2: Results</a:t>
            </a:r>
          </a:p>
        </p:txBody>
      </p:sp>
    </p:spTree>
    <p:extLst>
      <p:ext uri="{BB962C8B-B14F-4D97-AF65-F5344CB8AC3E}">
        <p14:creationId xmlns:p14="http://schemas.microsoft.com/office/powerpoint/2010/main" val="158200793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5FFC35-DFA5-39FD-BCB3-7C68CFE824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76D1F3-4936-FDE9-D954-66F1502A4C6D}"/>
              </a:ext>
            </a:extLst>
          </p:cNvPr>
          <p:cNvSpPr>
            <a:spLocks noGrp="1"/>
          </p:cNvSpPr>
          <p:nvPr>
            <p:ph type="ctrTitle"/>
          </p:nvPr>
        </p:nvSpPr>
        <p:spPr/>
        <p:txBody>
          <a:bodyPr/>
          <a:lstStyle/>
          <a:p>
            <a:r>
              <a:rPr lang="en-GB" dirty="0"/>
              <a:t>Activity 3</a:t>
            </a:r>
          </a:p>
        </p:txBody>
      </p:sp>
      <p:sp>
        <p:nvSpPr>
          <p:cNvPr id="3" name="Subtitle 2">
            <a:extLst>
              <a:ext uri="{FF2B5EF4-FFF2-40B4-BE49-F238E27FC236}">
                <a16:creationId xmlns:a16="http://schemas.microsoft.com/office/drawing/2014/main" id="{0288EF49-8DB9-0F08-2732-1A0E11948AE4}"/>
              </a:ext>
            </a:extLst>
          </p:cNvPr>
          <p:cNvSpPr>
            <a:spLocks noGrp="1"/>
          </p:cNvSpPr>
          <p:nvPr>
            <p:ph type="subTitle" idx="1"/>
          </p:nvPr>
        </p:nvSpPr>
        <p:spPr/>
        <p:txBody>
          <a:bodyPr>
            <a:normAutofit/>
          </a:bodyPr>
          <a:lstStyle/>
          <a:p>
            <a:r>
              <a:rPr lang="en-GB" dirty="0"/>
              <a:t>Simple ArUco pose detection (OpenCV)</a:t>
            </a:r>
          </a:p>
        </p:txBody>
      </p:sp>
    </p:spTree>
    <p:extLst>
      <p:ext uri="{BB962C8B-B14F-4D97-AF65-F5344CB8AC3E}">
        <p14:creationId xmlns:p14="http://schemas.microsoft.com/office/powerpoint/2010/main" val="113857122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394B370-3BA3-9FB0-1568-DFA2E3F60867}"/>
              </a:ext>
            </a:extLst>
          </p:cNvPr>
          <p:cNvSpPr>
            <a:spLocks noGrp="1"/>
          </p:cNvSpPr>
          <p:nvPr>
            <p:ph sz="half" idx="1"/>
          </p:nvPr>
        </p:nvSpPr>
        <p:spPr/>
        <p:txBody>
          <a:bodyPr>
            <a:normAutofit/>
          </a:bodyPr>
          <a:lstStyle/>
          <a:p>
            <a:pPr>
              <a:lnSpc>
                <a:spcPct val="150000"/>
              </a:lnSpc>
            </a:pPr>
            <a:r>
              <a:rPr lang="en-GB" sz="1600" dirty="0"/>
              <a:t>Using the previous camera calibration, we can now use ArUco Markers to detect the position of a marker relative to the camera.</a:t>
            </a:r>
          </a:p>
          <a:p>
            <a:pPr>
              <a:lnSpc>
                <a:spcPct val="150000"/>
              </a:lnSpc>
            </a:pPr>
            <a:r>
              <a:rPr lang="en-GB" sz="1600" dirty="0"/>
              <a:t>This is done by using the function “</a:t>
            </a:r>
            <a:r>
              <a:rPr lang="en-GB" sz="1400" dirty="0" err="1">
                <a:latin typeface="Consolas" panose="020B0609020204030204" pitchFamily="49" charset="0"/>
              </a:rPr>
              <a:t>aruco.estimatePoseSingleMarkers</a:t>
            </a:r>
            <a:r>
              <a:rPr lang="en-GB" sz="1600" dirty="0"/>
              <a:t>”.</a:t>
            </a:r>
          </a:p>
          <a:p>
            <a:pPr>
              <a:lnSpc>
                <a:spcPct val="150000"/>
              </a:lnSpc>
            </a:pPr>
            <a:r>
              <a:rPr lang="en-GB" sz="1600" dirty="0"/>
              <a:t>Make a Python script called “ArucoPose.py”</a:t>
            </a:r>
          </a:p>
          <a:p>
            <a:pPr>
              <a:lnSpc>
                <a:spcPct val="150000"/>
              </a:lnSpc>
            </a:pPr>
            <a:r>
              <a:rPr lang="en-GB" sz="1600" dirty="0"/>
              <a:t>Copy the following code</a:t>
            </a:r>
          </a:p>
          <a:p>
            <a:pPr>
              <a:lnSpc>
                <a:spcPct val="150000"/>
              </a:lnSpc>
            </a:pPr>
            <a:r>
              <a:rPr lang="en-GB" sz="1600" dirty="0"/>
              <a:t>Run the file</a:t>
            </a:r>
          </a:p>
        </p:txBody>
      </p:sp>
      <p:pic>
        <p:nvPicPr>
          <p:cNvPr id="7" name="Content Placeholder 6">
            <a:extLst>
              <a:ext uri="{FF2B5EF4-FFF2-40B4-BE49-F238E27FC236}">
                <a16:creationId xmlns:a16="http://schemas.microsoft.com/office/drawing/2014/main" id="{FE646C2F-EBED-640A-EEA2-69409F176D38}"/>
              </a:ext>
            </a:extLst>
          </p:cNvPr>
          <p:cNvPicPr>
            <a:picLocks noGrp="1" noChangeAspect="1"/>
          </p:cNvPicPr>
          <p:nvPr>
            <p:ph sz="half" idx="2"/>
          </p:nvPr>
        </p:nvPicPr>
        <p:blipFill>
          <a:blip r:embed="rId2"/>
          <a:stretch>
            <a:fillRect/>
          </a:stretch>
        </p:blipFill>
        <p:spPr>
          <a:xfrm>
            <a:off x="6172200" y="1939147"/>
            <a:ext cx="5181600" cy="4124294"/>
          </a:xfrm>
        </p:spPr>
      </p:pic>
      <p:sp>
        <p:nvSpPr>
          <p:cNvPr id="4" name="Title 3">
            <a:extLst>
              <a:ext uri="{FF2B5EF4-FFF2-40B4-BE49-F238E27FC236}">
                <a16:creationId xmlns:a16="http://schemas.microsoft.com/office/drawing/2014/main" id="{A4801EA1-AFD6-ADED-B84E-380759E86D8E}"/>
              </a:ext>
            </a:extLst>
          </p:cNvPr>
          <p:cNvSpPr>
            <a:spLocks noGrp="1"/>
          </p:cNvSpPr>
          <p:nvPr>
            <p:ph type="title"/>
          </p:nvPr>
        </p:nvSpPr>
        <p:spPr/>
        <p:txBody>
          <a:bodyPr/>
          <a:lstStyle/>
          <a:p>
            <a:r>
              <a:rPr lang="en-GB" dirty="0" err="1"/>
              <a:t>Aruco</a:t>
            </a:r>
            <a:r>
              <a:rPr lang="en-GB" dirty="0"/>
              <a:t> Pose detection</a:t>
            </a:r>
          </a:p>
        </p:txBody>
      </p:sp>
      <p:sp>
        <p:nvSpPr>
          <p:cNvPr id="8" name="Rectangle 7">
            <a:extLst>
              <a:ext uri="{FF2B5EF4-FFF2-40B4-BE49-F238E27FC236}">
                <a16:creationId xmlns:a16="http://schemas.microsoft.com/office/drawing/2014/main" id="{48DA4A79-7738-CD5C-8697-0D61DDC33891}"/>
              </a:ext>
            </a:extLst>
          </p:cNvPr>
          <p:cNvSpPr/>
          <p:nvPr/>
        </p:nvSpPr>
        <p:spPr>
          <a:xfrm>
            <a:off x="838200" y="5624372"/>
            <a:ext cx="4809043" cy="552591"/>
          </a:xfrm>
          <a:prstGeom prst="rect">
            <a:avLst/>
          </a:prstGeom>
          <a:solidFill>
            <a:schemeClr val="bg1">
              <a:lumMod val="95000"/>
            </a:schemeClr>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r>
              <a:rPr lang="en-GB" sz="1200" dirty="0">
                <a:solidFill>
                  <a:srgbClr val="6C6C6C"/>
                </a:solidFill>
                <a:latin typeface="Consolas" panose="020B0609020204030204" pitchFamily="49" charset="0"/>
              </a:rPr>
              <a:t>python ArucoPose.py</a:t>
            </a:r>
            <a:br>
              <a:rPr lang="en-GB" sz="1200" dirty="0">
                <a:solidFill>
                  <a:srgbClr val="6C6C6C"/>
                </a:solidFill>
                <a:latin typeface="Consolas" panose="020B0609020204030204" pitchFamily="49" charset="0"/>
              </a:rPr>
            </a:br>
            <a:r>
              <a:rPr lang="en-GB" sz="1200" dirty="0">
                <a:solidFill>
                  <a:srgbClr val="6C6C6C"/>
                </a:solidFill>
                <a:latin typeface="Consolas" panose="020B0609020204030204" pitchFamily="49" charset="0"/>
              </a:rPr>
              <a:t>#In Ubuntu</a:t>
            </a:r>
          </a:p>
          <a:p>
            <a:r>
              <a:rPr lang="en-GB" sz="1200" dirty="0">
                <a:solidFill>
                  <a:srgbClr val="6C6C6C"/>
                </a:solidFill>
                <a:latin typeface="Consolas" panose="020B0609020204030204" pitchFamily="49" charset="0"/>
              </a:rPr>
              <a:t>python3 ArucoPose.py</a:t>
            </a:r>
          </a:p>
        </p:txBody>
      </p:sp>
    </p:spTree>
    <p:extLst>
      <p:ext uri="{BB962C8B-B14F-4D97-AF65-F5344CB8AC3E}">
        <p14:creationId xmlns:p14="http://schemas.microsoft.com/office/powerpoint/2010/main" val="398326849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C7CA3E-2850-CD14-1C1B-FD1286078BDF}"/>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5AB428F-6B36-F5C9-047B-B0F07A013EF0}"/>
              </a:ext>
            </a:extLst>
          </p:cNvPr>
          <p:cNvSpPr>
            <a:spLocks noGrp="1"/>
          </p:cNvSpPr>
          <p:nvPr>
            <p:ph sz="half" idx="4294967295"/>
          </p:nvPr>
        </p:nvSpPr>
        <p:spPr>
          <a:xfrm>
            <a:off x="0" y="-1"/>
            <a:ext cx="5692589" cy="6858000"/>
          </a:xfrm>
          <a:solidFill>
            <a:schemeClr val="tx2">
              <a:lumMod val="50000"/>
            </a:schemeClr>
          </a:solidFill>
          <a:ln>
            <a:solidFill>
              <a:schemeClr val="bg1"/>
            </a:solidFill>
          </a:ln>
        </p:spPr>
        <p:txBody>
          <a:bodyPr>
            <a:noAutofit/>
          </a:bodyPr>
          <a:lstStyle/>
          <a:p>
            <a:pPr marL="0" indent="0">
              <a:lnSpc>
                <a:spcPts val="1425"/>
              </a:lnSpc>
              <a:spcBef>
                <a:spcPts val="0"/>
              </a:spcBef>
              <a:buNone/>
            </a:pPr>
            <a:r>
              <a:rPr lang="en-GB" sz="1100" b="0" dirty="0">
                <a:solidFill>
                  <a:srgbClr val="C586C0"/>
                </a:solidFill>
                <a:effectLst/>
                <a:latin typeface="Consolas" panose="020B0609020204030204" pitchFamily="49" charset="0"/>
              </a:rPr>
              <a:t>import</a:t>
            </a:r>
            <a:r>
              <a:rPr lang="en-GB" sz="1100" b="0" dirty="0">
                <a:solidFill>
                  <a:srgbClr val="CCCCCC"/>
                </a:solidFill>
                <a:effectLst/>
                <a:latin typeface="Consolas" panose="020B0609020204030204" pitchFamily="49" charset="0"/>
              </a:rPr>
              <a:t> </a:t>
            </a:r>
            <a:r>
              <a:rPr lang="en-GB" sz="1100" b="0" dirty="0" err="1">
                <a:solidFill>
                  <a:srgbClr val="4EC9B0"/>
                </a:solidFill>
                <a:effectLst/>
                <a:latin typeface="Consolas" panose="020B0609020204030204" pitchFamily="49" charset="0"/>
              </a:rPr>
              <a:t>numpy</a:t>
            </a:r>
            <a:r>
              <a:rPr lang="en-GB" sz="1100" b="0" dirty="0">
                <a:solidFill>
                  <a:srgbClr val="CCCCCC"/>
                </a:solidFill>
                <a:effectLst/>
                <a:latin typeface="Consolas" panose="020B0609020204030204" pitchFamily="49" charset="0"/>
              </a:rPr>
              <a:t> </a:t>
            </a:r>
            <a:r>
              <a:rPr lang="en-GB" sz="1100" b="0" dirty="0">
                <a:solidFill>
                  <a:srgbClr val="C586C0"/>
                </a:solidFill>
                <a:effectLst/>
                <a:latin typeface="Consolas" panose="020B0609020204030204" pitchFamily="49" charset="0"/>
              </a:rPr>
              <a:t>as</a:t>
            </a:r>
            <a:r>
              <a:rPr lang="en-GB" sz="1100" b="0" dirty="0">
                <a:solidFill>
                  <a:srgbClr val="CCCCCC"/>
                </a:solidFill>
                <a:effectLst/>
                <a:latin typeface="Consolas" panose="020B0609020204030204" pitchFamily="49" charset="0"/>
              </a:rPr>
              <a:t> </a:t>
            </a:r>
            <a:r>
              <a:rPr lang="en-GB" sz="1100" b="0" dirty="0">
                <a:solidFill>
                  <a:srgbClr val="4EC9B0"/>
                </a:solidFill>
                <a:effectLst/>
                <a:latin typeface="Consolas" panose="020B0609020204030204" pitchFamily="49" charset="0"/>
              </a:rPr>
              <a:t>np</a:t>
            </a:r>
            <a:endParaRPr lang="en-GB" sz="1100" b="0" dirty="0">
              <a:solidFill>
                <a:srgbClr val="CCCCCC"/>
              </a:solidFill>
              <a:effectLst/>
              <a:latin typeface="Consolas" panose="020B0609020204030204" pitchFamily="49" charset="0"/>
            </a:endParaRPr>
          </a:p>
          <a:p>
            <a:pPr marL="0" indent="0">
              <a:lnSpc>
                <a:spcPts val="1425"/>
              </a:lnSpc>
              <a:spcBef>
                <a:spcPts val="0"/>
              </a:spcBef>
              <a:buNone/>
            </a:pPr>
            <a:r>
              <a:rPr lang="en-GB" sz="1100" b="0" dirty="0">
                <a:solidFill>
                  <a:srgbClr val="C586C0"/>
                </a:solidFill>
                <a:effectLst/>
                <a:latin typeface="Consolas" panose="020B0609020204030204" pitchFamily="49" charset="0"/>
              </a:rPr>
              <a:t>import</a:t>
            </a:r>
            <a:r>
              <a:rPr lang="en-GB" sz="1100" b="0" dirty="0">
                <a:solidFill>
                  <a:srgbClr val="CCCCCC"/>
                </a:solidFill>
                <a:effectLst/>
                <a:latin typeface="Consolas" panose="020B0609020204030204" pitchFamily="49" charset="0"/>
              </a:rPr>
              <a:t> </a:t>
            </a:r>
            <a:r>
              <a:rPr lang="en-GB" sz="1100" b="0" dirty="0">
                <a:solidFill>
                  <a:srgbClr val="4EC9B0"/>
                </a:solidFill>
                <a:effectLst/>
                <a:latin typeface="Consolas" panose="020B0609020204030204" pitchFamily="49" charset="0"/>
              </a:rPr>
              <a:t>cv2</a:t>
            </a:r>
            <a:r>
              <a:rPr lang="en-GB" sz="1100" b="0" dirty="0">
                <a:solidFill>
                  <a:srgbClr val="CCCCCC"/>
                </a:solidFill>
                <a:effectLst/>
                <a:latin typeface="Consolas" panose="020B0609020204030204" pitchFamily="49" charset="0"/>
              </a:rPr>
              <a:t> </a:t>
            </a:r>
            <a:r>
              <a:rPr lang="en-GB" sz="1100" b="0" dirty="0">
                <a:solidFill>
                  <a:srgbClr val="C586C0"/>
                </a:solidFill>
                <a:effectLst/>
                <a:latin typeface="Consolas" panose="020B0609020204030204" pitchFamily="49" charset="0"/>
              </a:rPr>
              <a:t>as</a:t>
            </a:r>
            <a:r>
              <a:rPr lang="en-GB" sz="1100" b="0" dirty="0">
                <a:solidFill>
                  <a:srgbClr val="CCCCCC"/>
                </a:solidFill>
                <a:effectLst/>
                <a:latin typeface="Consolas" panose="020B0609020204030204" pitchFamily="49" charset="0"/>
              </a:rPr>
              <a:t> </a:t>
            </a:r>
            <a:r>
              <a:rPr lang="en-GB" sz="1100" b="0" dirty="0">
                <a:solidFill>
                  <a:srgbClr val="4EC9B0"/>
                </a:solidFill>
                <a:effectLst/>
                <a:latin typeface="Consolas" panose="020B0609020204030204" pitchFamily="49" charset="0"/>
              </a:rPr>
              <a:t>cv</a:t>
            </a:r>
            <a:endParaRPr lang="en-GB" sz="1100" b="0" dirty="0">
              <a:solidFill>
                <a:srgbClr val="CCCCCC"/>
              </a:solidFill>
              <a:effectLst/>
              <a:latin typeface="Consolas" panose="020B0609020204030204" pitchFamily="49" charset="0"/>
            </a:endParaRPr>
          </a:p>
          <a:p>
            <a:pPr marL="0" indent="0">
              <a:lnSpc>
                <a:spcPts val="1425"/>
              </a:lnSpc>
              <a:spcBef>
                <a:spcPts val="0"/>
              </a:spcBef>
              <a:buNone/>
            </a:pPr>
            <a:r>
              <a:rPr lang="en-GB" sz="1100" b="0" dirty="0">
                <a:solidFill>
                  <a:srgbClr val="C586C0"/>
                </a:solidFill>
                <a:effectLst/>
                <a:latin typeface="Consolas" panose="020B0609020204030204" pitchFamily="49" charset="0"/>
              </a:rPr>
              <a:t>from</a:t>
            </a:r>
            <a:r>
              <a:rPr lang="en-GB" sz="1100" b="0" dirty="0">
                <a:solidFill>
                  <a:srgbClr val="CCCCCC"/>
                </a:solidFill>
                <a:effectLst/>
                <a:latin typeface="Consolas" panose="020B0609020204030204" pitchFamily="49" charset="0"/>
              </a:rPr>
              <a:t> </a:t>
            </a:r>
            <a:r>
              <a:rPr lang="en-GB" sz="1100" b="0" dirty="0">
                <a:solidFill>
                  <a:srgbClr val="4EC9B0"/>
                </a:solidFill>
                <a:effectLst/>
                <a:latin typeface="Consolas" panose="020B0609020204030204" pitchFamily="49" charset="0"/>
              </a:rPr>
              <a:t>cv2</a:t>
            </a:r>
            <a:r>
              <a:rPr lang="en-GB" sz="1100" b="0" dirty="0">
                <a:solidFill>
                  <a:srgbClr val="CCCCCC"/>
                </a:solidFill>
                <a:effectLst/>
                <a:latin typeface="Consolas" panose="020B0609020204030204" pitchFamily="49" charset="0"/>
              </a:rPr>
              <a:t> </a:t>
            </a:r>
            <a:r>
              <a:rPr lang="en-GB" sz="1100" b="0" dirty="0">
                <a:solidFill>
                  <a:srgbClr val="C586C0"/>
                </a:solidFill>
                <a:effectLst/>
                <a:latin typeface="Consolas" panose="020B0609020204030204" pitchFamily="49" charset="0"/>
              </a:rPr>
              <a:t>import</a:t>
            </a:r>
            <a:r>
              <a:rPr lang="en-GB" sz="1100" b="0" dirty="0">
                <a:solidFill>
                  <a:srgbClr val="CCCCCC"/>
                </a:solidFill>
                <a:effectLst/>
                <a:latin typeface="Consolas" panose="020B0609020204030204" pitchFamily="49" charset="0"/>
              </a:rPr>
              <a:t> </a:t>
            </a:r>
            <a:r>
              <a:rPr lang="en-GB" sz="1100" b="0" dirty="0" err="1">
                <a:solidFill>
                  <a:srgbClr val="CCCCCC"/>
                </a:solidFill>
                <a:effectLst/>
                <a:latin typeface="Consolas" panose="020B0609020204030204" pitchFamily="49" charset="0"/>
              </a:rPr>
              <a:t>aruco</a:t>
            </a:r>
            <a:endParaRPr lang="en-GB" sz="1100" b="0" dirty="0">
              <a:solidFill>
                <a:srgbClr val="CCCCCC"/>
              </a:solidFill>
              <a:effectLst/>
              <a:latin typeface="Consolas" panose="020B0609020204030204" pitchFamily="49" charset="0"/>
            </a:endParaRPr>
          </a:p>
          <a:p>
            <a:pPr marL="0" indent="0">
              <a:lnSpc>
                <a:spcPts val="1425"/>
              </a:lnSpc>
              <a:spcBef>
                <a:spcPts val="0"/>
              </a:spcBef>
              <a:buNone/>
            </a:pPr>
            <a:r>
              <a:rPr lang="en-GB" sz="1100" b="0" dirty="0">
                <a:solidFill>
                  <a:srgbClr val="C586C0"/>
                </a:solidFill>
                <a:effectLst/>
                <a:latin typeface="Consolas" panose="020B0609020204030204" pitchFamily="49" charset="0"/>
              </a:rPr>
              <a:t>import</a:t>
            </a:r>
            <a:r>
              <a:rPr lang="en-GB" sz="1100" b="0" dirty="0">
                <a:solidFill>
                  <a:srgbClr val="CCCCCC"/>
                </a:solidFill>
                <a:effectLst/>
                <a:latin typeface="Consolas" panose="020B0609020204030204" pitchFamily="49" charset="0"/>
              </a:rPr>
              <a:t> </a:t>
            </a:r>
            <a:r>
              <a:rPr lang="en-GB" sz="1100" b="0" dirty="0" err="1">
                <a:solidFill>
                  <a:srgbClr val="4EC9B0"/>
                </a:solidFill>
                <a:effectLst/>
                <a:latin typeface="Consolas" panose="020B0609020204030204" pitchFamily="49" charset="0"/>
              </a:rPr>
              <a:t>yaml</a:t>
            </a:r>
            <a:endParaRPr lang="en-GB" sz="1100" b="0" dirty="0">
              <a:solidFill>
                <a:srgbClr val="CCCCCC"/>
              </a:solidFill>
              <a:effectLst/>
              <a:latin typeface="Consolas" panose="020B0609020204030204" pitchFamily="49" charset="0"/>
            </a:endParaRPr>
          </a:p>
          <a:p>
            <a:pPr marL="0" indent="0">
              <a:lnSpc>
                <a:spcPts val="1425"/>
              </a:lnSpc>
              <a:spcBef>
                <a:spcPts val="0"/>
              </a:spcBef>
              <a:buNone/>
            </a:pPr>
            <a:r>
              <a:rPr lang="en-GB" sz="1100" b="0" dirty="0">
                <a:solidFill>
                  <a:srgbClr val="C586C0"/>
                </a:solidFill>
                <a:effectLst/>
                <a:latin typeface="Consolas" panose="020B0609020204030204" pitchFamily="49" charset="0"/>
              </a:rPr>
              <a:t>from</a:t>
            </a:r>
            <a:r>
              <a:rPr lang="en-GB" sz="1100" b="0" dirty="0">
                <a:solidFill>
                  <a:srgbClr val="CCCCCC"/>
                </a:solidFill>
                <a:effectLst/>
                <a:latin typeface="Consolas" panose="020B0609020204030204" pitchFamily="49" charset="0"/>
              </a:rPr>
              <a:t> </a:t>
            </a:r>
            <a:r>
              <a:rPr lang="en-GB" sz="1100" b="0" dirty="0" err="1">
                <a:solidFill>
                  <a:srgbClr val="4EC9B0"/>
                </a:solidFill>
                <a:effectLst/>
                <a:latin typeface="Consolas" panose="020B0609020204030204" pitchFamily="49" charset="0"/>
              </a:rPr>
              <a:t>yaml</a:t>
            </a:r>
            <a:r>
              <a:rPr lang="en-GB" sz="1100" b="0" dirty="0" err="1">
                <a:solidFill>
                  <a:srgbClr val="CCCCCC"/>
                </a:solidFill>
                <a:effectLst/>
                <a:latin typeface="Consolas" panose="020B0609020204030204" pitchFamily="49" charset="0"/>
              </a:rPr>
              <a:t>.</a:t>
            </a:r>
            <a:r>
              <a:rPr lang="en-GB" sz="1100" b="0" dirty="0" err="1">
                <a:solidFill>
                  <a:srgbClr val="4EC9B0"/>
                </a:solidFill>
                <a:effectLst/>
                <a:latin typeface="Consolas" panose="020B0609020204030204" pitchFamily="49" charset="0"/>
              </a:rPr>
              <a:t>loader</a:t>
            </a:r>
            <a:r>
              <a:rPr lang="en-GB" sz="1100" b="0" dirty="0">
                <a:solidFill>
                  <a:srgbClr val="CCCCCC"/>
                </a:solidFill>
                <a:effectLst/>
                <a:latin typeface="Consolas" panose="020B0609020204030204" pitchFamily="49" charset="0"/>
              </a:rPr>
              <a:t> </a:t>
            </a:r>
            <a:r>
              <a:rPr lang="en-GB" sz="1100" b="0" dirty="0">
                <a:solidFill>
                  <a:srgbClr val="C586C0"/>
                </a:solidFill>
                <a:effectLst/>
                <a:latin typeface="Consolas" panose="020B0609020204030204" pitchFamily="49" charset="0"/>
              </a:rPr>
              <a:t>import</a:t>
            </a:r>
            <a:r>
              <a:rPr lang="en-GB" sz="1100" b="0" dirty="0">
                <a:solidFill>
                  <a:srgbClr val="CCCCCC"/>
                </a:solidFill>
                <a:effectLst/>
                <a:latin typeface="Consolas" panose="020B0609020204030204" pitchFamily="49" charset="0"/>
              </a:rPr>
              <a:t> </a:t>
            </a:r>
            <a:r>
              <a:rPr lang="en-GB" sz="1100" b="0" dirty="0" err="1">
                <a:solidFill>
                  <a:srgbClr val="4EC9B0"/>
                </a:solidFill>
                <a:effectLst/>
                <a:latin typeface="Consolas" panose="020B0609020204030204" pitchFamily="49" charset="0"/>
              </a:rPr>
              <a:t>SafeLoader</a:t>
            </a:r>
            <a:endParaRPr lang="en-GB" sz="1100" b="0" dirty="0">
              <a:solidFill>
                <a:srgbClr val="CCCCCC"/>
              </a:solidFill>
              <a:effectLst/>
              <a:latin typeface="Consolas" panose="020B0609020204030204" pitchFamily="49" charset="0"/>
            </a:endParaRPr>
          </a:p>
          <a:p>
            <a:pPr marL="0" indent="0">
              <a:lnSpc>
                <a:spcPts val="1425"/>
              </a:lnSpc>
              <a:spcBef>
                <a:spcPts val="0"/>
              </a:spcBef>
              <a:buNone/>
            </a:pPr>
            <a:br>
              <a:rPr lang="en-GB" sz="1100" b="0" dirty="0">
                <a:solidFill>
                  <a:srgbClr val="CCCCCC"/>
                </a:solidFill>
                <a:effectLst/>
                <a:latin typeface="Consolas" panose="020B0609020204030204" pitchFamily="49" charset="0"/>
              </a:rPr>
            </a:br>
            <a:r>
              <a:rPr lang="en-GB" sz="1100" b="0" dirty="0">
                <a:solidFill>
                  <a:srgbClr val="6A9955"/>
                </a:solidFill>
                <a:effectLst/>
                <a:latin typeface="Consolas" panose="020B0609020204030204" pitchFamily="49" charset="0"/>
              </a:rPr>
              <a:t># === [1] Setup and Configuration ===</a:t>
            </a:r>
            <a:endParaRPr lang="en-GB" sz="1100" b="0" dirty="0">
              <a:solidFill>
                <a:srgbClr val="CCCCCC"/>
              </a:solidFill>
              <a:effectLst/>
              <a:latin typeface="Consolas" panose="020B0609020204030204" pitchFamily="49" charset="0"/>
            </a:endParaRPr>
          </a:p>
          <a:p>
            <a:pPr marL="0" indent="0">
              <a:lnSpc>
                <a:spcPts val="1425"/>
              </a:lnSpc>
              <a:spcBef>
                <a:spcPts val="0"/>
              </a:spcBef>
              <a:buNone/>
            </a:pPr>
            <a:br>
              <a:rPr lang="en-GB" sz="1100" b="0" dirty="0">
                <a:solidFill>
                  <a:srgbClr val="CCCCCC"/>
                </a:solidFill>
                <a:effectLst/>
                <a:latin typeface="Consolas" panose="020B0609020204030204" pitchFamily="49" charset="0"/>
              </a:rPr>
            </a:br>
            <a:r>
              <a:rPr lang="en-GB" sz="1100" b="0" dirty="0">
                <a:solidFill>
                  <a:srgbClr val="6A9955"/>
                </a:solidFill>
                <a:effectLst/>
                <a:latin typeface="Consolas" panose="020B0609020204030204" pitchFamily="49" charset="0"/>
              </a:rPr>
              <a:t># Open camera device (adjust index if needed)</a:t>
            </a:r>
            <a:endParaRPr lang="en-GB" sz="1100" b="0" dirty="0">
              <a:solidFill>
                <a:srgbClr val="CCCCCC"/>
              </a:solidFill>
              <a:effectLst/>
              <a:latin typeface="Consolas" panose="020B0609020204030204" pitchFamily="49" charset="0"/>
            </a:endParaRPr>
          </a:p>
          <a:p>
            <a:pPr marL="0" indent="0">
              <a:lnSpc>
                <a:spcPts val="1425"/>
              </a:lnSpc>
              <a:spcBef>
                <a:spcPts val="0"/>
              </a:spcBef>
              <a:buNone/>
            </a:pPr>
            <a:r>
              <a:rPr lang="en-GB" sz="1100" b="0" dirty="0">
                <a:solidFill>
                  <a:srgbClr val="9CDCFE"/>
                </a:solidFill>
                <a:effectLst/>
                <a:latin typeface="Consolas" panose="020B0609020204030204" pitchFamily="49" charset="0"/>
              </a:rPr>
              <a:t>cam</a:t>
            </a:r>
            <a:r>
              <a:rPr lang="en-GB" sz="1100" b="0" dirty="0">
                <a:solidFill>
                  <a:srgbClr val="CCCCCC"/>
                </a:solidFill>
                <a:effectLst/>
                <a:latin typeface="Consolas" panose="020B0609020204030204" pitchFamily="49" charset="0"/>
              </a:rPr>
              <a:t> </a:t>
            </a:r>
            <a:r>
              <a:rPr lang="en-GB" sz="1100" b="0" dirty="0">
                <a:solidFill>
                  <a:srgbClr val="D4D4D4"/>
                </a:solidFill>
                <a:effectLst/>
                <a:latin typeface="Consolas" panose="020B0609020204030204" pitchFamily="49" charset="0"/>
              </a:rPr>
              <a:t>=</a:t>
            </a:r>
            <a:r>
              <a:rPr lang="en-GB" sz="1100" b="0" dirty="0">
                <a:solidFill>
                  <a:srgbClr val="CCCCCC"/>
                </a:solidFill>
                <a:effectLst/>
                <a:latin typeface="Consolas" panose="020B0609020204030204" pitchFamily="49" charset="0"/>
              </a:rPr>
              <a:t> </a:t>
            </a:r>
            <a:r>
              <a:rPr lang="en-GB" sz="1100" b="0" dirty="0" err="1">
                <a:solidFill>
                  <a:srgbClr val="4EC9B0"/>
                </a:solidFill>
                <a:effectLst/>
                <a:latin typeface="Consolas" panose="020B0609020204030204" pitchFamily="49" charset="0"/>
              </a:rPr>
              <a:t>cv</a:t>
            </a:r>
            <a:r>
              <a:rPr lang="en-GB" sz="1100" b="0" dirty="0" err="1">
                <a:solidFill>
                  <a:srgbClr val="CCCCCC"/>
                </a:solidFill>
                <a:effectLst/>
                <a:latin typeface="Consolas" panose="020B0609020204030204" pitchFamily="49" charset="0"/>
              </a:rPr>
              <a:t>.VideoCapture</a:t>
            </a:r>
            <a:r>
              <a:rPr lang="en-GB" sz="1100" b="0" dirty="0">
                <a:solidFill>
                  <a:srgbClr val="CCCCCC"/>
                </a:solidFill>
                <a:effectLst/>
                <a:latin typeface="Consolas" panose="020B0609020204030204" pitchFamily="49" charset="0"/>
              </a:rPr>
              <a:t>(</a:t>
            </a:r>
            <a:r>
              <a:rPr lang="en-GB" sz="1100" b="0" dirty="0">
                <a:solidFill>
                  <a:srgbClr val="B5CEA8"/>
                </a:solidFill>
                <a:effectLst/>
                <a:latin typeface="Consolas" panose="020B0609020204030204" pitchFamily="49" charset="0"/>
              </a:rPr>
              <a:t>2</a:t>
            </a:r>
            <a:r>
              <a:rPr lang="en-GB" sz="1100" b="0" dirty="0">
                <a:solidFill>
                  <a:srgbClr val="CCCCCC"/>
                </a:solidFill>
                <a:effectLst/>
                <a:latin typeface="Consolas" panose="020B0609020204030204" pitchFamily="49" charset="0"/>
              </a:rPr>
              <a:t>)</a:t>
            </a:r>
          </a:p>
          <a:p>
            <a:pPr marL="0" indent="0">
              <a:lnSpc>
                <a:spcPts val="1425"/>
              </a:lnSpc>
              <a:spcBef>
                <a:spcPts val="0"/>
              </a:spcBef>
              <a:buNone/>
            </a:pPr>
            <a:br>
              <a:rPr lang="en-GB" sz="1100" b="0" dirty="0">
                <a:solidFill>
                  <a:srgbClr val="CCCCCC"/>
                </a:solidFill>
                <a:effectLst/>
                <a:latin typeface="Consolas" panose="020B0609020204030204" pitchFamily="49" charset="0"/>
              </a:rPr>
            </a:br>
            <a:r>
              <a:rPr lang="en-GB" sz="1100" b="0" dirty="0">
                <a:solidFill>
                  <a:srgbClr val="6A9955"/>
                </a:solidFill>
                <a:effectLst/>
                <a:latin typeface="Consolas" panose="020B0609020204030204" pitchFamily="49" charset="0"/>
              </a:rPr>
              <a:t># Load camera calibration data from YAML file</a:t>
            </a:r>
            <a:endParaRPr lang="en-GB" sz="1100" b="0" dirty="0">
              <a:solidFill>
                <a:srgbClr val="CCCCCC"/>
              </a:solidFill>
              <a:effectLst/>
              <a:latin typeface="Consolas" panose="020B0609020204030204" pitchFamily="49" charset="0"/>
            </a:endParaRPr>
          </a:p>
          <a:p>
            <a:pPr marL="0" indent="0">
              <a:lnSpc>
                <a:spcPts val="1425"/>
              </a:lnSpc>
              <a:spcBef>
                <a:spcPts val="0"/>
              </a:spcBef>
              <a:buNone/>
            </a:pPr>
            <a:r>
              <a:rPr lang="en-GB" sz="1100" b="0" dirty="0">
                <a:solidFill>
                  <a:srgbClr val="C586C0"/>
                </a:solidFill>
                <a:effectLst/>
                <a:latin typeface="Consolas" panose="020B0609020204030204" pitchFamily="49" charset="0"/>
              </a:rPr>
              <a:t>with</a:t>
            </a:r>
            <a:r>
              <a:rPr lang="en-GB" sz="1100" b="0" dirty="0">
                <a:solidFill>
                  <a:srgbClr val="CCCCCC"/>
                </a:solidFill>
                <a:effectLst/>
                <a:latin typeface="Consolas" panose="020B0609020204030204" pitchFamily="49" charset="0"/>
              </a:rPr>
              <a:t> </a:t>
            </a:r>
            <a:r>
              <a:rPr lang="en-GB" sz="1100" b="0" dirty="0">
                <a:solidFill>
                  <a:srgbClr val="DCDCAA"/>
                </a:solidFill>
                <a:effectLst/>
                <a:latin typeface="Consolas" panose="020B0609020204030204" pitchFamily="49" charset="0"/>
              </a:rPr>
              <a:t>open</a:t>
            </a:r>
            <a:r>
              <a:rPr lang="en-GB" sz="1100" b="0" dirty="0">
                <a:solidFill>
                  <a:srgbClr val="CCCCCC"/>
                </a:solidFill>
                <a:effectLst/>
                <a:latin typeface="Consolas" panose="020B0609020204030204" pitchFamily="49" charset="0"/>
              </a:rPr>
              <a:t>(</a:t>
            </a:r>
            <a:r>
              <a:rPr lang="en-GB" sz="1100" b="0" dirty="0">
                <a:solidFill>
                  <a:srgbClr val="CE9178"/>
                </a:solidFill>
                <a:effectLst/>
                <a:latin typeface="Consolas" panose="020B0609020204030204" pitchFamily="49" charset="0"/>
              </a:rPr>
              <a:t>'</a:t>
            </a:r>
            <a:r>
              <a:rPr lang="en-GB" sz="1100" b="0" dirty="0" err="1">
                <a:solidFill>
                  <a:srgbClr val="CE9178"/>
                </a:solidFill>
                <a:effectLst/>
                <a:latin typeface="Consolas" panose="020B0609020204030204" pitchFamily="49" charset="0"/>
              </a:rPr>
              <a:t>calibration_matrix.yaml</a:t>
            </a:r>
            <a:r>
              <a:rPr lang="en-GB" sz="1100" b="0" dirty="0">
                <a:solidFill>
                  <a:srgbClr val="CE9178"/>
                </a:solidFill>
                <a:effectLst/>
                <a:latin typeface="Consolas" panose="020B0609020204030204" pitchFamily="49" charset="0"/>
              </a:rPr>
              <a:t>'</a:t>
            </a:r>
            <a:r>
              <a:rPr lang="en-GB" sz="1100" b="0" dirty="0">
                <a:solidFill>
                  <a:srgbClr val="CCCCCC"/>
                </a:solidFill>
                <a:effectLst/>
                <a:latin typeface="Consolas" panose="020B0609020204030204" pitchFamily="49" charset="0"/>
              </a:rPr>
              <a:t>) </a:t>
            </a:r>
            <a:r>
              <a:rPr lang="en-GB" sz="1100" b="0" dirty="0">
                <a:solidFill>
                  <a:srgbClr val="C586C0"/>
                </a:solidFill>
                <a:effectLst/>
                <a:latin typeface="Consolas" panose="020B0609020204030204" pitchFamily="49" charset="0"/>
              </a:rPr>
              <a:t>as</a:t>
            </a:r>
            <a:r>
              <a:rPr lang="en-GB" sz="1100" b="0" dirty="0">
                <a:solidFill>
                  <a:srgbClr val="CCCCCC"/>
                </a:solidFill>
                <a:effectLst/>
                <a:latin typeface="Consolas" panose="020B0609020204030204" pitchFamily="49" charset="0"/>
              </a:rPr>
              <a:t> </a:t>
            </a:r>
            <a:r>
              <a:rPr lang="en-GB" sz="1100" b="0" dirty="0">
                <a:solidFill>
                  <a:srgbClr val="9CDCFE"/>
                </a:solidFill>
                <a:effectLst/>
                <a:latin typeface="Consolas" panose="020B0609020204030204" pitchFamily="49" charset="0"/>
              </a:rPr>
              <a:t>f</a:t>
            </a:r>
            <a:r>
              <a:rPr lang="en-GB" sz="1100" b="0" dirty="0">
                <a:solidFill>
                  <a:srgbClr val="CCCCCC"/>
                </a:solidFill>
                <a:effectLst/>
                <a:latin typeface="Consolas" panose="020B0609020204030204" pitchFamily="49" charset="0"/>
              </a:rPr>
              <a:t>:</a:t>
            </a:r>
          </a:p>
          <a:p>
            <a:pPr marL="0" indent="0">
              <a:lnSpc>
                <a:spcPts val="1425"/>
              </a:lnSpc>
              <a:spcBef>
                <a:spcPts val="0"/>
              </a:spcBef>
              <a:buNone/>
            </a:pPr>
            <a:r>
              <a:rPr lang="en-GB" sz="1100" b="0" dirty="0">
                <a:solidFill>
                  <a:srgbClr val="CCCCCC"/>
                </a:solidFill>
                <a:effectLst/>
                <a:latin typeface="Consolas" panose="020B0609020204030204" pitchFamily="49" charset="0"/>
              </a:rPr>
              <a:t>    </a:t>
            </a:r>
            <a:r>
              <a:rPr lang="en-GB" sz="1100" b="0" dirty="0">
                <a:solidFill>
                  <a:srgbClr val="9CDCFE"/>
                </a:solidFill>
                <a:effectLst/>
                <a:latin typeface="Consolas" panose="020B0609020204030204" pitchFamily="49" charset="0"/>
              </a:rPr>
              <a:t>data</a:t>
            </a:r>
            <a:r>
              <a:rPr lang="en-GB" sz="1100" b="0" dirty="0">
                <a:solidFill>
                  <a:srgbClr val="CCCCCC"/>
                </a:solidFill>
                <a:effectLst/>
                <a:latin typeface="Consolas" panose="020B0609020204030204" pitchFamily="49" charset="0"/>
              </a:rPr>
              <a:t> </a:t>
            </a:r>
            <a:r>
              <a:rPr lang="en-GB" sz="1100" b="0" dirty="0">
                <a:solidFill>
                  <a:srgbClr val="D4D4D4"/>
                </a:solidFill>
                <a:effectLst/>
                <a:latin typeface="Consolas" panose="020B0609020204030204" pitchFamily="49" charset="0"/>
              </a:rPr>
              <a:t>=</a:t>
            </a:r>
            <a:r>
              <a:rPr lang="en-GB" sz="1100" b="0" dirty="0">
                <a:solidFill>
                  <a:srgbClr val="CCCCCC"/>
                </a:solidFill>
                <a:effectLst/>
                <a:latin typeface="Consolas" panose="020B0609020204030204" pitchFamily="49" charset="0"/>
              </a:rPr>
              <a:t> </a:t>
            </a:r>
            <a:r>
              <a:rPr lang="en-GB" sz="1100" b="0" dirty="0" err="1">
                <a:solidFill>
                  <a:srgbClr val="4EC9B0"/>
                </a:solidFill>
                <a:effectLst/>
                <a:latin typeface="Consolas" panose="020B0609020204030204" pitchFamily="49" charset="0"/>
              </a:rPr>
              <a:t>yaml</a:t>
            </a:r>
            <a:r>
              <a:rPr lang="en-GB" sz="1100" b="0" dirty="0" err="1">
                <a:solidFill>
                  <a:srgbClr val="CCCCCC"/>
                </a:solidFill>
                <a:effectLst/>
                <a:latin typeface="Consolas" panose="020B0609020204030204" pitchFamily="49" charset="0"/>
              </a:rPr>
              <a:t>.</a:t>
            </a:r>
            <a:r>
              <a:rPr lang="en-GB" sz="1100" b="0" dirty="0" err="1">
                <a:solidFill>
                  <a:srgbClr val="DCDCAA"/>
                </a:solidFill>
                <a:effectLst/>
                <a:latin typeface="Consolas" panose="020B0609020204030204" pitchFamily="49" charset="0"/>
              </a:rPr>
              <a:t>load</a:t>
            </a:r>
            <a:r>
              <a:rPr lang="en-GB" sz="1100" b="0" dirty="0">
                <a:solidFill>
                  <a:srgbClr val="CCCCCC"/>
                </a:solidFill>
                <a:effectLst/>
                <a:latin typeface="Consolas" panose="020B0609020204030204" pitchFamily="49" charset="0"/>
              </a:rPr>
              <a:t>(</a:t>
            </a:r>
            <a:r>
              <a:rPr lang="en-GB" sz="1100" b="0" dirty="0">
                <a:solidFill>
                  <a:srgbClr val="9CDCFE"/>
                </a:solidFill>
                <a:effectLst/>
                <a:latin typeface="Consolas" panose="020B0609020204030204" pitchFamily="49" charset="0"/>
              </a:rPr>
              <a:t>f</a:t>
            </a:r>
            <a:r>
              <a:rPr lang="en-GB" sz="1100" b="0" dirty="0">
                <a:solidFill>
                  <a:srgbClr val="CCCCCC"/>
                </a:solidFill>
                <a:effectLst/>
                <a:latin typeface="Consolas" panose="020B0609020204030204" pitchFamily="49" charset="0"/>
              </a:rPr>
              <a:t>, </a:t>
            </a:r>
            <a:r>
              <a:rPr lang="en-GB" sz="1100" b="0" dirty="0">
                <a:solidFill>
                  <a:srgbClr val="9CDCFE"/>
                </a:solidFill>
                <a:effectLst/>
                <a:latin typeface="Consolas" panose="020B0609020204030204" pitchFamily="49" charset="0"/>
              </a:rPr>
              <a:t>Loader</a:t>
            </a:r>
            <a:r>
              <a:rPr lang="en-GB" sz="1100" b="0" dirty="0">
                <a:solidFill>
                  <a:srgbClr val="D4D4D4"/>
                </a:solidFill>
                <a:effectLst/>
                <a:latin typeface="Consolas" panose="020B0609020204030204" pitchFamily="49" charset="0"/>
              </a:rPr>
              <a:t>=</a:t>
            </a:r>
            <a:r>
              <a:rPr lang="en-GB" sz="1100" b="0" dirty="0" err="1">
                <a:solidFill>
                  <a:srgbClr val="4EC9B0"/>
                </a:solidFill>
                <a:effectLst/>
                <a:latin typeface="Consolas" panose="020B0609020204030204" pitchFamily="49" charset="0"/>
              </a:rPr>
              <a:t>SafeLoader</a:t>
            </a:r>
            <a:r>
              <a:rPr lang="en-GB" sz="1100" b="0" dirty="0">
                <a:solidFill>
                  <a:srgbClr val="CCCCCC"/>
                </a:solidFill>
                <a:effectLst/>
                <a:latin typeface="Consolas" panose="020B0609020204030204" pitchFamily="49" charset="0"/>
              </a:rPr>
              <a:t>)</a:t>
            </a:r>
          </a:p>
          <a:p>
            <a:pPr marL="0" indent="0">
              <a:lnSpc>
                <a:spcPts val="1425"/>
              </a:lnSpc>
              <a:spcBef>
                <a:spcPts val="0"/>
              </a:spcBef>
              <a:buNone/>
            </a:pPr>
            <a:r>
              <a:rPr lang="en-GB" sz="1100" b="0" dirty="0">
                <a:solidFill>
                  <a:srgbClr val="CCCCCC"/>
                </a:solidFill>
                <a:effectLst/>
                <a:latin typeface="Consolas" panose="020B0609020204030204" pitchFamily="49" charset="0"/>
              </a:rPr>
              <a:t>    </a:t>
            </a:r>
            <a:r>
              <a:rPr lang="en-GB" sz="1100" b="0" dirty="0">
                <a:solidFill>
                  <a:srgbClr val="DCDCAA"/>
                </a:solidFill>
                <a:effectLst/>
                <a:latin typeface="Consolas" panose="020B0609020204030204" pitchFamily="49" charset="0"/>
              </a:rPr>
              <a:t>print</a:t>
            </a:r>
            <a:r>
              <a:rPr lang="en-GB" sz="1100" b="0" dirty="0">
                <a:solidFill>
                  <a:srgbClr val="CCCCCC"/>
                </a:solidFill>
                <a:effectLst/>
                <a:latin typeface="Consolas" panose="020B0609020204030204" pitchFamily="49" charset="0"/>
              </a:rPr>
              <a:t>(</a:t>
            </a:r>
            <a:r>
              <a:rPr lang="en-GB" sz="1100" b="0" dirty="0">
                <a:solidFill>
                  <a:srgbClr val="CE9178"/>
                </a:solidFill>
                <a:effectLst/>
                <a:latin typeface="Consolas" panose="020B0609020204030204" pitchFamily="49" charset="0"/>
              </a:rPr>
              <a:t>"Loaded Camera Matrix:</a:t>
            </a:r>
            <a:r>
              <a:rPr lang="en-GB" sz="1100" b="0" dirty="0">
                <a:solidFill>
                  <a:srgbClr val="D7BA7D"/>
                </a:solidFill>
                <a:effectLst/>
                <a:latin typeface="Consolas" panose="020B0609020204030204" pitchFamily="49" charset="0"/>
              </a:rPr>
              <a:t>\n</a:t>
            </a:r>
            <a:r>
              <a:rPr lang="en-GB" sz="1100" b="0" dirty="0">
                <a:solidFill>
                  <a:srgbClr val="CE9178"/>
                </a:solidFill>
                <a:effectLst/>
                <a:latin typeface="Consolas" panose="020B0609020204030204" pitchFamily="49" charset="0"/>
              </a:rPr>
              <a:t>"</a:t>
            </a:r>
            <a:r>
              <a:rPr lang="en-GB" sz="1100" b="0" dirty="0">
                <a:solidFill>
                  <a:srgbClr val="CCCCCC"/>
                </a:solidFill>
                <a:effectLst/>
                <a:latin typeface="Consolas" panose="020B0609020204030204" pitchFamily="49" charset="0"/>
              </a:rPr>
              <a:t>, </a:t>
            </a:r>
            <a:r>
              <a:rPr lang="en-GB" sz="1100" b="0" dirty="0" err="1">
                <a:solidFill>
                  <a:srgbClr val="4EC9B0"/>
                </a:solidFill>
                <a:effectLst/>
                <a:latin typeface="Consolas" panose="020B0609020204030204" pitchFamily="49" charset="0"/>
              </a:rPr>
              <a:t>np</a:t>
            </a:r>
            <a:r>
              <a:rPr lang="en-GB" sz="1100" b="0" dirty="0" err="1">
                <a:solidFill>
                  <a:srgbClr val="CCCCCC"/>
                </a:solidFill>
                <a:effectLst/>
                <a:latin typeface="Consolas" panose="020B0609020204030204" pitchFamily="49" charset="0"/>
              </a:rPr>
              <a:t>.</a:t>
            </a:r>
            <a:r>
              <a:rPr lang="en-GB" sz="1100" b="0" dirty="0" err="1">
                <a:solidFill>
                  <a:srgbClr val="DCDCAA"/>
                </a:solidFill>
                <a:effectLst/>
                <a:latin typeface="Consolas" panose="020B0609020204030204" pitchFamily="49" charset="0"/>
              </a:rPr>
              <a:t>array</a:t>
            </a:r>
            <a:r>
              <a:rPr lang="en-GB" sz="1100" b="0" dirty="0">
                <a:solidFill>
                  <a:srgbClr val="CCCCCC"/>
                </a:solidFill>
                <a:effectLst/>
                <a:latin typeface="Consolas" panose="020B0609020204030204" pitchFamily="49" charset="0"/>
              </a:rPr>
              <a:t>(</a:t>
            </a:r>
            <a:r>
              <a:rPr lang="en-GB" sz="1100" b="0" dirty="0">
                <a:solidFill>
                  <a:srgbClr val="9CDCFE"/>
                </a:solidFill>
                <a:effectLst/>
                <a:latin typeface="Consolas" panose="020B0609020204030204" pitchFamily="49" charset="0"/>
              </a:rPr>
              <a:t>data</a:t>
            </a:r>
            <a:r>
              <a:rPr lang="en-GB" sz="1100" b="0" dirty="0">
                <a:solidFill>
                  <a:srgbClr val="CCCCCC"/>
                </a:solidFill>
                <a:effectLst/>
                <a:latin typeface="Consolas" panose="020B0609020204030204" pitchFamily="49" charset="0"/>
              </a:rPr>
              <a:t>[</a:t>
            </a:r>
            <a:r>
              <a:rPr lang="en-GB" sz="1100" b="0" dirty="0">
                <a:solidFill>
                  <a:srgbClr val="CE9178"/>
                </a:solidFill>
                <a:effectLst/>
                <a:latin typeface="Consolas" panose="020B0609020204030204" pitchFamily="49" charset="0"/>
              </a:rPr>
              <a:t>'</a:t>
            </a:r>
            <a:r>
              <a:rPr lang="en-GB" sz="1100" b="0" dirty="0" err="1">
                <a:solidFill>
                  <a:srgbClr val="CE9178"/>
                </a:solidFill>
                <a:effectLst/>
                <a:latin typeface="Consolas" panose="020B0609020204030204" pitchFamily="49" charset="0"/>
              </a:rPr>
              <a:t>camera_matrix</a:t>
            </a:r>
            <a:r>
              <a:rPr lang="en-GB" sz="1100" b="0" dirty="0">
                <a:solidFill>
                  <a:srgbClr val="CE9178"/>
                </a:solidFill>
                <a:effectLst/>
                <a:latin typeface="Consolas" panose="020B0609020204030204" pitchFamily="49" charset="0"/>
              </a:rPr>
              <a:t>'</a:t>
            </a:r>
            <a:r>
              <a:rPr lang="en-GB" sz="1100" b="0" dirty="0">
                <a:solidFill>
                  <a:srgbClr val="CCCCCC"/>
                </a:solidFill>
                <a:effectLst/>
                <a:latin typeface="Consolas" panose="020B0609020204030204" pitchFamily="49" charset="0"/>
              </a:rPr>
              <a:t>]))</a:t>
            </a:r>
          </a:p>
          <a:p>
            <a:pPr marL="0" indent="0">
              <a:lnSpc>
                <a:spcPts val="1425"/>
              </a:lnSpc>
              <a:spcBef>
                <a:spcPts val="0"/>
              </a:spcBef>
              <a:buNone/>
            </a:pPr>
            <a:br>
              <a:rPr lang="en-GB" sz="1100" b="0" dirty="0">
                <a:solidFill>
                  <a:srgbClr val="CCCCCC"/>
                </a:solidFill>
                <a:effectLst/>
                <a:latin typeface="Consolas" panose="020B0609020204030204" pitchFamily="49" charset="0"/>
              </a:rPr>
            </a:br>
            <a:r>
              <a:rPr lang="en-GB" sz="1100" b="0" dirty="0">
                <a:solidFill>
                  <a:srgbClr val="6A9955"/>
                </a:solidFill>
                <a:effectLst/>
                <a:latin typeface="Consolas" panose="020B0609020204030204" pitchFamily="49" charset="0"/>
              </a:rPr>
              <a:t># Calibration parameters</a:t>
            </a:r>
            <a:endParaRPr lang="en-GB" sz="1100" b="0" dirty="0">
              <a:solidFill>
                <a:srgbClr val="CCCCCC"/>
              </a:solidFill>
              <a:effectLst/>
              <a:latin typeface="Consolas" panose="020B0609020204030204" pitchFamily="49" charset="0"/>
            </a:endParaRPr>
          </a:p>
          <a:p>
            <a:pPr marL="0" indent="0">
              <a:lnSpc>
                <a:spcPts val="1425"/>
              </a:lnSpc>
              <a:spcBef>
                <a:spcPts val="0"/>
              </a:spcBef>
              <a:buNone/>
            </a:pPr>
            <a:r>
              <a:rPr lang="en-GB" sz="1100" b="0" dirty="0">
                <a:solidFill>
                  <a:srgbClr val="4FC1FF"/>
                </a:solidFill>
                <a:effectLst/>
                <a:latin typeface="Consolas" panose="020B0609020204030204" pitchFamily="49" charset="0"/>
              </a:rPr>
              <a:t>K</a:t>
            </a:r>
            <a:r>
              <a:rPr lang="en-GB" sz="1100" b="0" dirty="0">
                <a:solidFill>
                  <a:srgbClr val="CCCCCC"/>
                </a:solidFill>
                <a:effectLst/>
                <a:latin typeface="Consolas" panose="020B0609020204030204" pitchFamily="49" charset="0"/>
              </a:rPr>
              <a:t> </a:t>
            </a:r>
            <a:r>
              <a:rPr lang="en-GB" sz="1100" b="0" dirty="0">
                <a:solidFill>
                  <a:srgbClr val="D4D4D4"/>
                </a:solidFill>
                <a:effectLst/>
                <a:latin typeface="Consolas" panose="020B0609020204030204" pitchFamily="49" charset="0"/>
              </a:rPr>
              <a:t>=</a:t>
            </a:r>
            <a:r>
              <a:rPr lang="en-GB" sz="1100" b="0" dirty="0">
                <a:solidFill>
                  <a:srgbClr val="CCCCCC"/>
                </a:solidFill>
                <a:effectLst/>
                <a:latin typeface="Consolas" panose="020B0609020204030204" pitchFamily="49" charset="0"/>
              </a:rPr>
              <a:t> </a:t>
            </a:r>
            <a:r>
              <a:rPr lang="en-GB" sz="1100" b="0" dirty="0" err="1">
                <a:solidFill>
                  <a:srgbClr val="4EC9B0"/>
                </a:solidFill>
                <a:effectLst/>
                <a:latin typeface="Consolas" panose="020B0609020204030204" pitchFamily="49" charset="0"/>
              </a:rPr>
              <a:t>np</a:t>
            </a:r>
            <a:r>
              <a:rPr lang="en-GB" sz="1100" b="0" dirty="0" err="1">
                <a:solidFill>
                  <a:srgbClr val="CCCCCC"/>
                </a:solidFill>
                <a:effectLst/>
                <a:latin typeface="Consolas" panose="020B0609020204030204" pitchFamily="49" charset="0"/>
              </a:rPr>
              <a:t>.</a:t>
            </a:r>
            <a:r>
              <a:rPr lang="en-GB" sz="1100" b="0" dirty="0" err="1">
                <a:solidFill>
                  <a:srgbClr val="DCDCAA"/>
                </a:solidFill>
                <a:effectLst/>
                <a:latin typeface="Consolas" panose="020B0609020204030204" pitchFamily="49" charset="0"/>
              </a:rPr>
              <a:t>array</a:t>
            </a:r>
            <a:r>
              <a:rPr lang="en-GB" sz="1100" b="0" dirty="0">
                <a:solidFill>
                  <a:srgbClr val="CCCCCC"/>
                </a:solidFill>
                <a:effectLst/>
                <a:latin typeface="Consolas" panose="020B0609020204030204" pitchFamily="49" charset="0"/>
              </a:rPr>
              <a:t>(</a:t>
            </a:r>
            <a:r>
              <a:rPr lang="en-GB" sz="1100" b="0" dirty="0">
                <a:solidFill>
                  <a:srgbClr val="9CDCFE"/>
                </a:solidFill>
                <a:effectLst/>
                <a:latin typeface="Consolas" panose="020B0609020204030204" pitchFamily="49" charset="0"/>
              </a:rPr>
              <a:t>data</a:t>
            </a:r>
            <a:r>
              <a:rPr lang="en-GB" sz="1100" b="0" dirty="0">
                <a:solidFill>
                  <a:srgbClr val="CCCCCC"/>
                </a:solidFill>
                <a:effectLst/>
                <a:latin typeface="Consolas" panose="020B0609020204030204" pitchFamily="49" charset="0"/>
              </a:rPr>
              <a:t>[</a:t>
            </a:r>
            <a:r>
              <a:rPr lang="en-GB" sz="1100" b="0" dirty="0">
                <a:solidFill>
                  <a:srgbClr val="CE9178"/>
                </a:solidFill>
                <a:effectLst/>
                <a:latin typeface="Consolas" panose="020B0609020204030204" pitchFamily="49" charset="0"/>
              </a:rPr>
              <a:t>'</a:t>
            </a:r>
            <a:r>
              <a:rPr lang="en-GB" sz="1100" b="0" dirty="0" err="1">
                <a:solidFill>
                  <a:srgbClr val="CE9178"/>
                </a:solidFill>
                <a:effectLst/>
                <a:latin typeface="Consolas" panose="020B0609020204030204" pitchFamily="49" charset="0"/>
              </a:rPr>
              <a:t>camera_matrix</a:t>
            </a:r>
            <a:r>
              <a:rPr lang="en-GB" sz="1100" b="0" dirty="0">
                <a:solidFill>
                  <a:srgbClr val="CE9178"/>
                </a:solidFill>
                <a:effectLst/>
                <a:latin typeface="Consolas" panose="020B0609020204030204" pitchFamily="49" charset="0"/>
              </a:rPr>
              <a:t>'</a:t>
            </a:r>
            <a:r>
              <a:rPr lang="en-GB" sz="1100" b="0" dirty="0">
                <a:solidFill>
                  <a:srgbClr val="CCCCCC"/>
                </a:solidFill>
                <a:effectLst/>
                <a:latin typeface="Consolas" panose="020B0609020204030204" pitchFamily="49" charset="0"/>
              </a:rPr>
              <a:t>])  </a:t>
            </a:r>
            <a:r>
              <a:rPr lang="en-GB" sz="1100" b="0" dirty="0">
                <a:solidFill>
                  <a:srgbClr val="6A9955"/>
                </a:solidFill>
                <a:effectLst/>
                <a:latin typeface="Consolas" panose="020B0609020204030204" pitchFamily="49" charset="0"/>
              </a:rPr>
              <a:t># Camera matrix</a:t>
            </a:r>
            <a:endParaRPr lang="en-GB" sz="1100" b="0" dirty="0">
              <a:solidFill>
                <a:srgbClr val="CCCCCC"/>
              </a:solidFill>
              <a:effectLst/>
              <a:latin typeface="Consolas" panose="020B0609020204030204" pitchFamily="49" charset="0"/>
            </a:endParaRPr>
          </a:p>
          <a:p>
            <a:pPr marL="0" indent="0">
              <a:lnSpc>
                <a:spcPts val="1425"/>
              </a:lnSpc>
              <a:spcBef>
                <a:spcPts val="0"/>
              </a:spcBef>
              <a:buNone/>
            </a:pPr>
            <a:r>
              <a:rPr lang="en-GB" sz="1100" b="0" dirty="0">
                <a:solidFill>
                  <a:srgbClr val="4FC1FF"/>
                </a:solidFill>
                <a:effectLst/>
                <a:latin typeface="Consolas" panose="020B0609020204030204" pitchFamily="49" charset="0"/>
              </a:rPr>
              <a:t>D</a:t>
            </a:r>
            <a:r>
              <a:rPr lang="en-GB" sz="1100" b="0" dirty="0">
                <a:solidFill>
                  <a:srgbClr val="CCCCCC"/>
                </a:solidFill>
                <a:effectLst/>
                <a:latin typeface="Consolas" panose="020B0609020204030204" pitchFamily="49" charset="0"/>
              </a:rPr>
              <a:t> </a:t>
            </a:r>
            <a:r>
              <a:rPr lang="en-GB" sz="1100" b="0" dirty="0">
                <a:solidFill>
                  <a:srgbClr val="D4D4D4"/>
                </a:solidFill>
                <a:effectLst/>
                <a:latin typeface="Consolas" panose="020B0609020204030204" pitchFamily="49" charset="0"/>
              </a:rPr>
              <a:t>=</a:t>
            </a:r>
            <a:r>
              <a:rPr lang="en-GB" sz="1100" b="0" dirty="0">
                <a:solidFill>
                  <a:srgbClr val="CCCCCC"/>
                </a:solidFill>
                <a:effectLst/>
                <a:latin typeface="Consolas" panose="020B0609020204030204" pitchFamily="49" charset="0"/>
              </a:rPr>
              <a:t> </a:t>
            </a:r>
            <a:r>
              <a:rPr lang="en-GB" sz="1100" b="0" dirty="0" err="1">
                <a:solidFill>
                  <a:srgbClr val="4EC9B0"/>
                </a:solidFill>
                <a:effectLst/>
                <a:latin typeface="Consolas" panose="020B0609020204030204" pitchFamily="49" charset="0"/>
              </a:rPr>
              <a:t>np</a:t>
            </a:r>
            <a:r>
              <a:rPr lang="en-GB" sz="1100" b="0" dirty="0" err="1">
                <a:solidFill>
                  <a:srgbClr val="CCCCCC"/>
                </a:solidFill>
                <a:effectLst/>
                <a:latin typeface="Consolas" panose="020B0609020204030204" pitchFamily="49" charset="0"/>
              </a:rPr>
              <a:t>.</a:t>
            </a:r>
            <a:r>
              <a:rPr lang="en-GB" sz="1100" b="0" dirty="0" err="1">
                <a:solidFill>
                  <a:srgbClr val="DCDCAA"/>
                </a:solidFill>
                <a:effectLst/>
                <a:latin typeface="Consolas" panose="020B0609020204030204" pitchFamily="49" charset="0"/>
              </a:rPr>
              <a:t>array</a:t>
            </a:r>
            <a:r>
              <a:rPr lang="en-GB" sz="1100" b="0" dirty="0">
                <a:solidFill>
                  <a:srgbClr val="CCCCCC"/>
                </a:solidFill>
                <a:effectLst/>
                <a:latin typeface="Consolas" panose="020B0609020204030204" pitchFamily="49" charset="0"/>
              </a:rPr>
              <a:t>(</a:t>
            </a:r>
            <a:r>
              <a:rPr lang="en-GB" sz="1100" b="0" dirty="0">
                <a:solidFill>
                  <a:srgbClr val="9CDCFE"/>
                </a:solidFill>
                <a:effectLst/>
                <a:latin typeface="Consolas" panose="020B0609020204030204" pitchFamily="49" charset="0"/>
              </a:rPr>
              <a:t>data</a:t>
            </a:r>
            <a:r>
              <a:rPr lang="en-GB" sz="1100" b="0" dirty="0">
                <a:solidFill>
                  <a:srgbClr val="CCCCCC"/>
                </a:solidFill>
                <a:effectLst/>
                <a:latin typeface="Consolas" panose="020B0609020204030204" pitchFamily="49" charset="0"/>
              </a:rPr>
              <a:t>[</a:t>
            </a:r>
            <a:r>
              <a:rPr lang="en-GB" sz="1100" b="0" dirty="0">
                <a:solidFill>
                  <a:srgbClr val="CE9178"/>
                </a:solidFill>
                <a:effectLst/>
                <a:latin typeface="Consolas" panose="020B0609020204030204" pitchFamily="49" charset="0"/>
              </a:rPr>
              <a:t>'</a:t>
            </a:r>
            <a:r>
              <a:rPr lang="en-GB" sz="1100" b="0" dirty="0" err="1">
                <a:solidFill>
                  <a:srgbClr val="CE9178"/>
                </a:solidFill>
                <a:effectLst/>
                <a:latin typeface="Consolas" panose="020B0609020204030204" pitchFamily="49" charset="0"/>
              </a:rPr>
              <a:t>dist_coeff</a:t>
            </a:r>
            <a:r>
              <a:rPr lang="en-GB" sz="1100" b="0" dirty="0">
                <a:solidFill>
                  <a:srgbClr val="CE9178"/>
                </a:solidFill>
                <a:effectLst/>
                <a:latin typeface="Consolas" panose="020B0609020204030204" pitchFamily="49" charset="0"/>
              </a:rPr>
              <a:t>'</a:t>
            </a:r>
            <a:r>
              <a:rPr lang="en-GB" sz="1100" b="0" dirty="0">
                <a:solidFill>
                  <a:srgbClr val="CCCCCC"/>
                </a:solidFill>
                <a:effectLst/>
                <a:latin typeface="Consolas" panose="020B0609020204030204" pitchFamily="49" charset="0"/>
              </a:rPr>
              <a:t>])     </a:t>
            </a:r>
            <a:r>
              <a:rPr lang="en-GB" sz="1100" b="0" dirty="0">
                <a:solidFill>
                  <a:srgbClr val="6A9955"/>
                </a:solidFill>
                <a:effectLst/>
                <a:latin typeface="Consolas" panose="020B0609020204030204" pitchFamily="49" charset="0"/>
              </a:rPr>
              <a:t># Distortion coefficients</a:t>
            </a:r>
            <a:endParaRPr lang="en-GB" sz="1100" b="0" dirty="0">
              <a:solidFill>
                <a:srgbClr val="CCCCCC"/>
              </a:solidFill>
              <a:effectLst/>
              <a:latin typeface="Consolas" panose="020B0609020204030204" pitchFamily="49" charset="0"/>
            </a:endParaRPr>
          </a:p>
          <a:p>
            <a:pPr marL="0" indent="0">
              <a:lnSpc>
                <a:spcPts val="1425"/>
              </a:lnSpc>
              <a:spcBef>
                <a:spcPts val="0"/>
              </a:spcBef>
              <a:buNone/>
            </a:pPr>
            <a:br>
              <a:rPr lang="en-GB" sz="1100" b="0" dirty="0">
                <a:solidFill>
                  <a:srgbClr val="CCCCCC"/>
                </a:solidFill>
                <a:effectLst/>
                <a:latin typeface="Consolas" panose="020B0609020204030204" pitchFamily="49" charset="0"/>
              </a:rPr>
            </a:br>
            <a:r>
              <a:rPr lang="en-GB" sz="1100" b="0" dirty="0">
                <a:solidFill>
                  <a:srgbClr val="6A9955"/>
                </a:solidFill>
                <a:effectLst/>
                <a:latin typeface="Consolas" panose="020B0609020204030204" pitchFamily="49" charset="0"/>
              </a:rPr>
              <a:t># Define the real-world length of the marker’s side (in meters)</a:t>
            </a:r>
            <a:endParaRPr lang="en-GB" sz="1100" b="0" dirty="0">
              <a:solidFill>
                <a:srgbClr val="CCCCCC"/>
              </a:solidFill>
              <a:effectLst/>
              <a:latin typeface="Consolas" panose="020B0609020204030204" pitchFamily="49" charset="0"/>
            </a:endParaRPr>
          </a:p>
          <a:p>
            <a:pPr marL="0" indent="0">
              <a:lnSpc>
                <a:spcPts val="1425"/>
              </a:lnSpc>
              <a:spcBef>
                <a:spcPts val="0"/>
              </a:spcBef>
              <a:buNone/>
            </a:pPr>
            <a:r>
              <a:rPr lang="en-GB" sz="1100" b="0" dirty="0" err="1">
                <a:solidFill>
                  <a:srgbClr val="9CDCFE"/>
                </a:solidFill>
                <a:effectLst/>
                <a:latin typeface="Consolas" panose="020B0609020204030204" pitchFamily="49" charset="0"/>
              </a:rPr>
              <a:t>markerLength</a:t>
            </a:r>
            <a:r>
              <a:rPr lang="en-GB" sz="1100" b="0" dirty="0">
                <a:solidFill>
                  <a:srgbClr val="CCCCCC"/>
                </a:solidFill>
                <a:effectLst/>
                <a:latin typeface="Consolas" panose="020B0609020204030204" pitchFamily="49" charset="0"/>
              </a:rPr>
              <a:t> </a:t>
            </a:r>
            <a:r>
              <a:rPr lang="en-GB" sz="1100" b="0" dirty="0">
                <a:solidFill>
                  <a:srgbClr val="D4D4D4"/>
                </a:solidFill>
                <a:effectLst/>
                <a:latin typeface="Consolas" panose="020B0609020204030204" pitchFamily="49" charset="0"/>
              </a:rPr>
              <a:t>=</a:t>
            </a:r>
            <a:r>
              <a:rPr lang="en-GB" sz="1100" b="0" dirty="0">
                <a:solidFill>
                  <a:srgbClr val="CCCCCC"/>
                </a:solidFill>
                <a:effectLst/>
                <a:latin typeface="Consolas" panose="020B0609020204030204" pitchFamily="49" charset="0"/>
              </a:rPr>
              <a:t> </a:t>
            </a:r>
            <a:r>
              <a:rPr lang="en-GB" sz="1100" b="0" dirty="0">
                <a:solidFill>
                  <a:srgbClr val="B5CEA8"/>
                </a:solidFill>
                <a:effectLst/>
                <a:latin typeface="Consolas" panose="020B0609020204030204" pitchFamily="49" charset="0"/>
              </a:rPr>
              <a:t>0.06</a:t>
            </a:r>
            <a:r>
              <a:rPr lang="en-GB" sz="1100" b="0" dirty="0">
                <a:solidFill>
                  <a:srgbClr val="CCCCCC"/>
                </a:solidFill>
                <a:effectLst/>
                <a:latin typeface="Consolas" panose="020B0609020204030204" pitchFamily="49" charset="0"/>
              </a:rPr>
              <a:t>  </a:t>
            </a:r>
            <a:r>
              <a:rPr lang="en-GB" sz="1100" b="0" dirty="0">
                <a:solidFill>
                  <a:srgbClr val="6A9955"/>
                </a:solidFill>
                <a:effectLst/>
                <a:latin typeface="Consolas" panose="020B0609020204030204" pitchFamily="49" charset="0"/>
              </a:rPr>
              <a:t># 6 cm</a:t>
            </a:r>
            <a:endParaRPr lang="en-GB" sz="1100" b="0" dirty="0">
              <a:solidFill>
                <a:srgbClr val="CCCCCC"/>
              </a:solidFill>
              <a:effectLst/>
              <a:latin typeface="Consolas" panose="020B0609020204030204" pitchFamily="49" charset="0"/>
            </a:endParaRPr>
          </a:p>
          <a:p>
            <a:pPr marL="0" indent="0">
              <a:lnSpc>
                <a:spcPts val="1425"/>
              </a:lnSpc>
              <a:spcBef>
                <a:spcPts val="0"/>
              </a:spcBef>
              <a:buNone/>
            </a:pPr>
            <a:br>
              <a:rPr lang="en-GB" sz="1100" b="0" dirty="0">
                <a:solidFill>
                  <a:srgbClr val="CCCCCC"/>
                </a:solidFill>
                <a:effectLst/>
                <a:latin typeface="Consolas" panose="020B0609020204030204" pitchFamily="49" charset="0"/>
              </a:rPr>
            </a:br>
            <a:r>
              <a:rPr lang="en-GB" sz="1100" b="0" dirty="0">
                <a:solidFill>
                  <a:srgbClr val="6A9955"/>
                </a:solidFill>
                <a:effectLst/>
                <a:latin typeface="Consolas" panose="020B0609020204030204" pitchFamily="49" charset="0"/>
              </a:rPr>
              <a:t># Set up ArUco dictionary and detector</a:t>
            </a:r>
            <a:endParaRPr lang="en-GB" sz="1100" b="0" dirty="0">
              <a:solidFill>
                <a:srgbClr val="CCCCCC"/>
              </a:solidFill>
              <a:effectLst/>
              <a:latin typeface="Consolas" panose="020B0609020204030204" pitchFamily="49" charset="0"/>
            </a:endParaRPr>
          </a:p>
          <a:p>
            <a:pPr marL="0" indent="0">
              <a:lnSpc>
                <a:spcPts val="1425"/>
              </a:lnSpc>
              <a:spcBef>
                <a:spcPts val="0"/>
              </a:spcBef>
              <a:buNone/>
            </a:pPr>
            <a:r>
              <a:rPr lang="en-GB" sz="1100" b="0" dirty="0">
                <a:solidFill>
                  <a:srgbClr val="9CDCFE"/>
                </a:solidFill>
                <a:effectLst/>
                <a:latin typeface="Consolas" panose="020B0609020204030204" pitchFamily="49" charset="0"/>
              </a:rPr>
              <a:t>dictionary</a:t>
            </a:r>
            <a:r>
              <a:rPr lang="en-GB" sz="1100" b="0" dirty="0">
                <a:solidFill>
                  <a:srgbClr val="CCCCCC"/>
                </a:solidFill>
                <a:effectLst/>
                <a:latin typeface="Consolas" panose="020B0609020204030204" pitchFamily="49" charset="0"/>
              </a:rPr>
              <a:t> </a:t>
            </a:r>
            <a:r>
              <a:rPr lang="en-GB" sz="1100" b="0" dirty="0">
                <a:solidFill>
                  <a:srgbClr val="D4D4D4"/>
                </a:solidFill>
                <a:effectLst/>
                <a:latin typeface="Consolas" panose="020B0609020204030204" pitchFamily="49" charset="0"/>
              </a:rPr>
              <a:t>=</a:t>
            </a:r>
            <a:r>
              <a:rPr lang="en-GB" sz="1100" b="0" dirty="0">
                <a:solidFill>
                  <a:srgbClr val="CCCCCC"/>
                </a:solidFill>
                <a:effectLst/>
                <a:latin typeface="Consolas" panose="020B0609020204030204" pitchFamily="49" charset="0"/>
              </a:rPr>
              <a:t> </a:t>
            </a:r>
            <a:r>
              <a:rPr lang="en-GB" sz="1100" b="0" dirty="0" err="1">
                <a:solidFill>
                  <a:srgbClr val="CCCCCC"/>
                </a:solidFill>
                <a:effectLst/>
                <a:latin typeface="Consolas" panose="020B0609020204030204" pitchFamily="49" charset="0"/>
              </a:rPr>
              <a:t>aruco.getPredefinedDictionary</a:t>
            </a:r>
            <a:r>
              <a:rPr lang="en-GB" sz="1100" b="0" dirty="0">
                <a:solidFill>
                  <a:srgbClr val="CCCCCC"/>
                </a:solidFill>
                <a:effectLst/>
                <a:latin typeface="Consolas" panose="020B0609020204030204" pitchFamily="49" charset="0"/>
              </a:rPr>
              <a:t>(aruco.DICT_4X4_50)</a:t>
            </a:r>
          </a:p>
          <a:p>
            <a:pPr marL="0" indent="0">
              <a:lnSpc>
                <a:spcPts val="1425"/>
              </a:lnSpc>
              <a:spcBef>
                <a:spcPts val="0"/>
              </a:spcBef>
              <a:buNone/>
            </a:pPr>
            <a:r>
              <a:rPr lang="en-GB" sz="1100" b="0" dirty="0">
                <a:solidFill>
                  <a:srgbClr val="9CDCFE"/>
                </a:solidFill>
                <a:effectLst/>
                <a:latin typeface="Consolas" panose="020B0609020204030204" pitchFamily="49" charset="0"/>
              </a:rPr>
              <a:t>parameters</a:t>
            </a:r>
            <a:r>
              <a:rPr lang="en-GB" sz="1100" b="0" dirty="0">
                <a:solidFill>
                  <a:srgbClr val="CCCCCC"/>
                </a:solidFill>
                <a:effectLst/>
                <a:latin typeface="Consolas" panose="020B0609020204030204" pitchFamily="49" charset="0"/>
              </a:rPr>
              <a:t> </a:t>
            </a:r>
            <a:r>
              <a:rPr lang="en-GB" sz="1100" b="0" dirty="0">
                <a:solidFill>
                  <a:srgbClr val="D4D4D4"/>
                </a:solidFill>
                <a:effectLst/>
                <a:latin typeface="Consolas" panose="020B0609020204030204" pitchFamily="49" charset="0"/>
              </a:rPr>
              <a:t>=</a:t>
            </a:r>
            <a:r>
              <a:rPr lang="en-GB" sz="1100" b="0" dirty="0">
                <a:solidFill>
                  <a:srgbClr val="CCCCCC"/>
                </a:solidFill>
                <a:effectLst/>
                <a:latin typeface="Consolas" panose="020B0609020204030204" pitchFamily="49" charset="0"/>
              </a:rPr>
              <a:t> </a:t>
            </a:r>
            <a:r>
              <a:rPr lang="en-GB" sz="1100" b="0" dirty="0" err="1">
                <a:solidFill>
                  <a:srgbClr val="CCCCCC"/>
                </a:solidFill>
                <a:effectLst/>
                <a:latin typeface="Consolas" panose="020B0609020204030204" pitchFamily="49" charset="0"/>
              </a:rPr>
              <a:t>aruco.DetectorParameters</a:t>
            </a:r>
            <a:r>
              <a:rPr lang="en-GB" sz="1100" b="0" dirty="0">
                <a:solidFill>
                  <a:srgbClr val="CCCCCC"/>
                </a:solidFill>
                <a:effectLst/>
                <a:latin typeface="Consolas" panose="020B0609020204030204" pitchFamily="49" charset="0"/>
              </a:rPr>
              <a:t>()</a:t>
            </a:r>
          </a:p>
          <a:p>
            <a:pPr marL="0" indent="0">
              <a:lnSpc>
                <a:spcPts val="1425"/>
              </a:lnSpc>
              <a:spcBef>
                <a:spcPts val="0"/>
              </a:spcBef>
              <a:buNone/>
            </a:pPr>
            <a:r>
              <a:rPr lang="en-GB" sz="1100" b="0" dirty="0">
                <a:solidFill>
                  <a:srgbClr val="9CDCFE"/>
                </a:solidFill>
                <a:effectLst/>
                <a:latin typeface="Consolas" panose="020B0609020204030204" pitchFamily="49" charset="0"/>
              </a:rPr>
              <a:t>detector</a:t>
            </a:r>
            <a:r>
              <a:rPr lang="en-GB" sz="1100" b="0" dirty="0">
                <a:solidFill>
                  <a:srgbClr val="CCCCCC"/>
                </a:solidFill>
                <a:effectLst/>
                <a:latin typeface="Consolas" panose="020B0609020204030204" pitchFamily="49" charset="0"/>
              </a:rPr>
              <a:t> </a:t>
            </a:r>
            <a:r>
              <a:rPr lang="en-GB" sz="1100" b="0" dirty="0">
                <a:solidFill>
                  <a:srgbClr val="D4D4D4"/>
                </a:solidFill>
                <a:effectLst/>
                <a:latin typeface="Consolas" panose="020B0609020204030204" pitchFamily="49" charset="0"/>
              </a:rPr>
              <a:t>=</a:t>
            </a:r>
            <a:r>
              <a:rPr lang="en-GB" sz="1100" b="0" dirty="0">
                <a:solidFill>
                  <a:srgbClr val="CCCCCC"/>
                </a:solidFill>
                <a:effectLst/>
                <a:latin typeface="Consolas" panose="020B0609020204030204" pitchFamily="49" charset="0"/>
              </a:rPr>
              <a:t> </a:t>
            </a:r>
            <a:r>
              <a:rPr lang="en-GB" sz="1100" b="0" dirty="0" err="1">
                <a:solidFill>
                  <a:srgbClr val="CCCCCC"/>
                </a:solidFill>
                <a:effectLst/>
                <a:latin typeface="Consolas" panose="020B0609020204030204" pitchFamily="49" charset="0"/>
              </a:rPr>
              <a:t>aruco.ArucoDetector</a:t>
            </a:r>
            <a:r>
              <a:rPr lang="en-GB" sz="1100" b="0" dirty="0">
                <a:solidFill>
                  <a:srgbClr val="CCCCCC"/>
                </a:solidFill>
                <a:effectLst/>
                <a:latin typeface="Consolas" panose="020B0609020204030204" pitchFamily="49" charset="0"/>
              </a:rPr>
              <a:t>(</a:t>
            </a:r>
            <a:r>
              <a:rPr lang="en-GB" sz="1100" b="0" dirty="0">
                <a:solidFill>
                  <a:srgbClr val="9CDCFE"/>
                </a:solidFill>
                <a:effectLst/>
                <a:latin typeface="Consolas" panose="020B0609020204030204" pitchFamily="49" charset="0"/>
              </a:rPr>
              <a:t>dictionary</a:t>
            </a:r>
            <a:r>
              <a:rPr lang="en-GB" sz="1100" b="0" dirty="0">
                <a:solidFill>
                  <a:srgbClr val="CCCCCC"/>
                </a:solidFill>
                <a:effectLst/>
                <a:latin typeface="Consolas" panose="020B0609020204030204" pitchFamily="49" charset="0"/>
              </a:rPr>
              <a:t>, </a:t>
            </a:r>
            <a:r>
              <a:rPr lang="en-GB" sz="1100" b="0" dirty="0">
                <a:solidFill>
                  <a:srgbClr val="9CDCFE"/>
                </a:solidFill>
                <a:effectLst/>
                <a:latin typeface="Consolas" panose="020B0609020204030204" pitchFamily="49" charset="0"/>
              </a:rPr>
              <a:t>parameters</a:t>
            </a:r>
            <a:r>
              <a:rPr lang="en-GB" sz="1100" b="0" dirty="0">
                <a:solidFill>
                  <a:srgbClr val="CCCCCC"/>
                </a:solidFill>
                <a:effectLst/>
                <a:latin typeface="Consolas" panose="020B0609020204030204" pitchFamily="49" charset="0"/>
              </a:rPr>
              <a:t>)</a:t>
            </a:r>
          </a:p>
        </p:txBody>
      </p:sp>
      <p:sp>
        <p:nvSpPr>
          <p:cNvPr id="3" name="Content Placeholder 1">
            <a:extLst>
              <a:ext uri="{FF2B5EF4-FFF2-40B4-BE49-F238E27FC236}">
                <a16:creationId xmlns:a16="http://schemas.microsoft.com/office/drawing/2014/main" id="{0AA1513B-B54B-3FB2-BB99-5FA172E2A03C}"/>
              </a:ext>
            </a:extLst>
          </p:cNvPr>
          <p:cNvSpPr txBox="1">
            <a:spLocks/>
          </p:cNvSpPr>
          <p:nvPr/>
        </p:nvSpPr>
        <p:spPr>
          <a:xfrm>
            <a:off x="5692589" y="-1"/>
            <a:ext cx="6499412" cy="6858000"/>
          </a:xfrm>
          <a:prstGeom prst="rect">
            <a:avLst/>
          </a:prstGeom>
          <a:solidFill>
            <a:schemeClr val="tx2">
              <a:lumMod val="50000"/>
            </a:schemeClr>
          </a:solidFill>
          <a:ln>
            <a:solidFill>
              <a:schemeClr val="bg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ts val="1425"/>
              </a:lnSpc>
              <a:spcBef>
                <a:spcPts val="0"/>
              </a:spcBef>
              <a:buNone/>
            </a:pPr>
            <a:r>
              <a:rPr lang="en-GB" sz="1100" b="0" dirty="0">
                <a:solidFill>
                  <a:srgbClr val="C586C0"/>
                </a:solidFill>
                <a:effectLst/>
                <a:latin typeface="Consolas" panose="020B0609020204030204" pitchFamily="49" charset="0"/>
              </a:rPr>
              <a:t>while</a:t>
            </a:r>
            <a:r>
              <a:rPr lang="en-GB" sz="1100" b="0" dirty="0">
                <a:solidFill>
                  <a:srgbClr val="CCCCCC"/>
                </a:solidFill>
                <a:effectLst/>
                <a:latin typeface="Consolas" panose="020B0609020204030204" pitchFamily="49" charset="0"/>
              </a:rPr>
              <a:t> </a:t>
            </a:r>
            <a:r>
              <a:rPr lang="en-GB" sz="1100" b="0" dirty="0">
                <a:solidFill>
                  <a:srgbClr val="569CD6"/>
                </a:solidFill>
                <a:effectLst/>
                <a:latin typeface="Consolas" panose="020B0609020204030204" pitchFamily="49" charset="0"/>
              </a:rPr>
              <a:t>True</a:t>
            </a:r>
            <a:r>
              <a:rPr lang="en-GB" sz="1100" b="0" dirty="0">
                <a:solidFill>
                  <a:srgbClr val="CCCCCC"/>
                </a:solidFill>
                <a:effectLst/>
                <a:latin typeface="Consolas" panose="020B0609020204030204" pitchFamily="49" charset="0"/>
              </a:rPr>
              <a:t>:</a:t>
            </a:r>
          </a:p>
          <a:p>
            <a:pPr marL="0" indent="0">
              <a:lnSpc>
                <a:spcPts val="1425"/>
              </a:lnSpc>
              <a:spcBef>
                <a:spcPts val="0"/>
              </a:spcBef>
              <a:buNone/>
            </a:pPr>
            <a:r>
              <a:rPr lang="en-GB" sz="1100" b="0" dirty="0">
                <a:solidFill>
                  <a:srgbClr val="CCCCCC"/>
                </a:solidFill>
                <a:effectLst/>
                <a:latin typeface="Consolas" panose="020B0609020204030204" pitchFamily="49" charset="0"/>
              </a:rPr>
              <a:t>    </a:t>
            </a:r>
            <a:r>
              <a:rPr lang="en-GB" sz="1100" b="0" dirty="0">
                <a:solidFill>
                  <a:srgbClr val="6A9955"/>
                </a:solidFill>
                <a:effectLst/>
                <a:latin typeface="Consolas" panose="020B0609020204030204" pitchFamily="49" charset="0"/>
              </a:rPr>
              <a:t># Capture frame from the camera</a:t>
            </a:r>
            <a:endParaRPr lang="en-GB" sz="1100" b="0" dirty="0">
              <a:solidFill>
                <a:srgbClr val="CCCCCC"/>
              </a:solidFill>
              <a:effectLst/>
              <a:latin typeface="Consolas" panose="020B0609020204030204" pitchFamily="49" charset="0"/>
            </a:endParaRPr>
          </a:p>
          <a:p>
            <a:pPr marL="0" indent="0">
              <a:lnSpc>
                <a:spcPts val="1425"/>
              </a:lnSpc>
              <a:spcBef>
                <a:spcPts val="0"/>
              </a:spcBef>
              <a:buNone/>
            </a:pPr>
            <a:r>
              <a:rPr lang="en-GB" sz="1100" b="0" dirty="0">
                <a:solidFill>
                  <a:srgbClr val="CCCCCC"/>
                </a:solidFill>
                <a:effectLst/>
                <a:latin typeface="Consolas" panose="020B0609020204030204" pitchFamily="49" charset="0"/>
              </a:rPr>
              <a:t>    </a:t>
            </a:r>
            <a:r>
              <a:rPr lang="en-GB" sz="1100" b="0" dirty="0">
                <a:solidFill>
                  <a:srgbClr val="9CDCFE"/>
                </a:solidFill>
                <a:effectLst/>
                <a:latin typeface="Consolas" panose="020B0609020204030204" pitchFamily="49" charset="0"/>
              </a:rPr>
              <a:t>ret</a:t>
            </a:r>
            <a:r>
              <a:rPr lang="en-GB" sz="1100" b="0" dirty="0">
                <a:solidFill>
                  <a:srgbClr val="CCCCCC"/>
                </a:solidFill>
                <a:effectLst/>
                <a:latin typeface="Consolas" panose="020B0609020204030204" pitchFamily="49" charset="0"/>
              </a:rPr>
              <a:t>, </a:t>
            </a:r>
            <a:r>
              <a:rPr lang="en-GB" sz="1100" b="0" dirty="0" err="1">
                <a:solidFill>
                  <a:srgbClr val="9CDCFE"/>
                </a:solidFill>
                <a:effectLst/>
                <a:latin typeface="Consolas" panose="020B0609020204030204" pitchFamily="49" charset="0"/>
              </a:rPr>
              <a:t>img</a:t>
            </a:r>
            <a:r>
              <a:rPr lang="en-GB" sz="1100" b="0" dirty="0">
                <a:solidFill>
                  <a:srgbClr val="CCCCCC"/>
                </a:solidFill>
                <a:effectLst/>
                <a:latin typeface="Consolas" panose="020B0609020204030204" pitchFamily="49" charset="0"/>
              </a:rPr>
              <a:t> </a:t>
            </a:r>
            <a:r>
              <a:rPr lang="en-GB" sz="1100" b="0" dirty="0">
                <a:solidFill>
                  <a:srgbClr val="D4D4D4"/>
                </a:solidFill>
                <a:effectLst/>
                <a:latin typeface="Consolas" panose="020B0609020204030204" pitchFamily="49" charset="0"/>
              </a:rPr>
              <a:t>=</a:t>
            </a:r>
            <a:r>
              <a:rPr lang="en-GB" sz="1100" b="0" dirty="0">
                <a:solidFill>
                  <a:srgbClr val="CCCCCC"/>
                </a:solidFill>
                <a:effectLst/>
                <a:latin typeface="Consolas" panose="020B0609020204030204" pitchFamily="49" charset="0"/>
              </a:rPr>
              <a:t> </a:t>
            </a:r>
            <a:r>
              <a:rPr lang="en-GB" sz="1100" b="0" dirty="0" err="1">
                <a:solidFill>
                  <a:srgbClr val="9CDCFE"/>
                </a:solidFill>
                <a:effectLst/>
                <a:latin typeface="Consolas" panose="020B0609020204030204" pitchFamily="49" charset="0"/>
              </a:rPr>
              <a:t>cam</a:t>
            </a:r>
            <a:r>
              <a:rPr lang="en-GB" sz="1100" b="0" dirty="0" err="1">
                <a:solidFill>
                  <a:srgbClr val="CCCCCC"/>
                </a:solidFill>
                <a:effectLst/>
                <a:latin typeface="Consolas" panose="020B0609020204030204" pitchFamily="49" charset="0"/>
              </a:rPr>
              <a:t>.read</a:t>
            </a:r>
            <a:r>
              <a:rPr lang="en-GB" sz="1100" b="0" dirty="0">
                <a:solidFill>
                  <a:srgbClr val="CCCCCC"/>
                </a:solidFill>
                <a:effectLst/>
                <a:latin typeface="Consolas" panose="020B0609020204030204" pitchFamily="49" charset="0"/>
              </a:rPr>
              <a:t>()</a:t>
            </a:r>
          </a:p>
          <a:p>
            <a:pPr marL="0" indent="0">
              <a:lnSpc>
                <a:spcPts val="1425"/>
              </a:lnSpc>
              <a:spcBef>
                <a:spcPts val="0"/>
              </a:spcBef>
              <a:buNone/>
            </a:pPr>
            <a:r>
              <a:rPr lang="en-GB" sz="1100" b="0" dirty="0">
                <a:solidFill>
                  <a:srgbClr val="CCCCCC"/>
                </a:solidFill>
                <a:effectLst/>
                <a:latin typeface="Consolas" panose="020B0609020204030204" pitchFamily="49" charset="0"/>
              </a:rPr>
              <a:t>    </a:t>
            </a:r>
            <a:r>
              <a:rPr lang="en-GB" sz="1100" b="0" dirty="0">
                <a:solidFill>
                  <a:srgbClr val="C586C0"/>
                </a:solidFill>
                <a:effectLst/>
                <a:latin typeface="Consolas" panose="020B0609020204030204" pitchFamily="49" charset="0"/>
              </a:rPr>
              <a:t>if</a:t>
            </a:r>
            <a:r>
              <a:rPr lang="en-GB" sz="1100" b="0" dirty="0">
                <a:solidFill>
                  <a:srgbClr val="CCCCCC"/>
                </a:solidFill>
                <a:effectLst/>
                <a:latin typeface="Consolas" panose="020B0609020204030204" pitchFamily="49" charset="0"/>
              </a:rPr>
              <a:t> </a:t>
            </a:r>
            <a:r>
              <a:rPr lang="en-GB" sz="1100" b="0" dirty="0">
                <a:solidFill>
                  <a:srgbClr val="569CD6"/>
                </a:solidFill>
                <a:effectLst/>
                <a:latin typeface="Consolas" panose="020B0609020204030204" pitchFamily="49" charset="0"/>
              </a:rPr>
              <a:t>not</a:t>
            </a:r>
            <a:r>
              <a:rPr lang="en-GB" sz="1100" b="0" dirty="0">
                <a:solidFill>
                  <a:srgbClr val="CCCCCC"/>
                </a:solidFill>
                <a:effectLst/>
                <a:latin typeface="Consolas" panose="020B0609020204030204" pitchFamily="49" charset="0"/>
              </a:rPr>
              <a:t> </a:t>
            </a:r>
            <a:r>
              <a:rPr lang="en-GB" sz="1100" b="0" dirty="0">
                <a:solidFill>
                  <a:srgbClr val="9CDCFE"/>
                </a:solidFill>
                <a:effectLst/>
                <a:latin typeface="Consolas" panose="020B0609020204030204" pitchFamily="49" charset="0"/>
              </a:rPr>
              <a:t>ret</a:t>
            </a:r>
            <a:r>
              <a:rPr lang="en-GB" sz="1100" b="0" dirty="0">
                <a:solidFill>
                  <a:srgbClr val="CCCCCC"/>
                </a:solidFill>
                <a:effectLst/>
                <a:latin typeface="Consolas" panose="020B0609020204030204" pitchFamily="49" charset="0"/>
              </a:rPr>
              <a:t>:</a:t>
            </a:r>
          </a:p>
          <a:p>
            <a:pPr marL="0" indent="0">
              <a:lnSpc>
                <a:spcPts val="1425"/>
              </a:lnSpc>
              <a:spcBef>
                <a:spcPts val="0"/>
              </a:spcBef>
              <a:buNone/>
            </a:pPr>
            <a:r>
              <a:rPr lang="en-GB" sz="1100" b="0" dirty="0">
                <a:solidFill>
                  <a:srgbClr val="CCCCCC"/>
                </a:solidFill>
                <a:effectLst/>
                <a:latin typeface="Consolas" panose="020B0609020204030204" pitchFamily="49" charset="0"/>
              </a:rPr>
              <a:t>        </a:t>
            </a:r>
            <a:r>
              <a:rPr lang="en-GB" sz="1100" b="0" dirty="0">
                <a:solidFill>
                  <a:srgbClr val="DCDCAA"/>
                </a:solidFill>
                <a:effectLst/>
                <a:latin typeface="Consolas" panose="020B0609020204030204" pitchFamily="49" charset="0"/>
              </a:rPr>
              <a:t>print</a:t>
            </a:r>
            <a:r>
              <a:rPr lang="en-GB" sz="1100" b="0" dirty="0">
                <a:solidFill>
                  <a:srgbClr val="CCCCCC"/>
                </a:solidFill>
                <a:effectLst/>
                <a:latin typeface="Consolas" panose="020B0609020204030204" pitchFamily="49" charset="0"/>
              </a:rPr>
              <a:t>(</a:t>
            </a:r>
            <a:r>
              <a:rPr lang="en-GB" sz="1100" b="0" dirty="0">
                <a:solidFill>
                  <a:srgbClr val="CE9178"/>
                </a:solidFill>
                <a:effectLst/>
                <a:latin typeface="Consolas" panose="020B0609020204030204" pitchFamily="49" charset="0"/>
              </a:rPr>
              <a:t>"❌ Failed to grab frame"</a:t>
            </a:r>
            <a:r>
              <a:rPr lang="en-GB" sz="1100" b="0" dirty="0">
                <a:solidFill>
                  <a:srgbClr val="CCCCCC"/>
                </a:solidFill>
                <a:effectLst/>
                <a:latin typeface="Consolas" panose="020B0609020204030204" pitchFamily="49" charset="0"/>
              </a:rPr>
              <a:t>)</a:t>
            </a:r>
          </a:p>
          <a:p>
            <a:pPr marL="0" indent="0">
              <a:lnSpc>
                <a:spcPts val="1425"/>
              </a:lnSpc>
              <a:spcBef>
                <a:spcPts val="0"/>
              </a:spcBef>
              <a:buNone/>
            </a:pPr>
            <a:r>
              <a:rPr lang="en-GB" sz="1100" b="0" dirty="0">
                <a:solidFill>
                  <a:srgbClr val="CCCCCC"/>
                </a:solidFill>
                <a:effectLst/>
                <a:latin typeface="Consolas" panose="020B0609020204030204" pitchFamily="49" charset="0"/>
              </a:rPr>
              <a:t>        </a:t>
            </a:r>
            <a:r>
              <a:rPr lang="en-GB" sz="1100" b="0" dirty="0">
                <a:solidFill>
                  <a:srgbClr val="C586C0"/>
                </a:solidFill>
                <a:effectLst/>
                <a:latin typeface="Consolas" panose="020B0609020204030204" pitchFamily="49" charset="0"/>
              </a:rPr>
              <a:t>break</a:t>
            </a:r>
            <a:endParaRPr lang="en-GB" sz="1100" b="0" dirty="0">
              <a:solidFill>
                <a:srgbClr val="CCCCCC"/>
              </a:solidFill>
              <a:effectLst/>
              <a:latin typeface="Consolas" panose="020B0609020204030204" pitchFamily="49" charset="0"/>
            </a:endParaRPr>
          </a:p>
          <a:p>
            <a:pPr marL="0" indent="0">
              <a:lnSpc>
                <a:spcPts val="1425"/>
              </a:lnSpc>
              <a:spcBef>
                <a:spcPts val="0"/>
              </a:spcBef>
              <a:buNone/>
            </a:pPr>
            <a:br>
              <a:rPr lang="en-GB" sz="1100" b="0" dirty="0">
                <a:solidFill>
                  <a:srgbClr val="CCCCCC"/>
                </a:solidFill>
                <a:effectLst/>
                <a:latin typeface="Consolas" panose="020B0609020204030204" pitchFamily="49" charset="0"/>
              </a:rPr>
            </a:br>
            <a:r>
              <a:rPr lang="en-GB" sz="1100" b="0" dirty="0">
                <a:solidFill>
                  <a:srgbClr val="CCCCCC"/>
                </a:solidFill>
                <a:effectLst/>
                <a:latin typeface="Consolas" panose="020B0609020204030204" pitchFamily="49" charset="0"/>
              </a:rPr>
              <a:t>    </a:t>
            </a:r>
            <a:r>
              <a:rPr lang="en-GB" sz="1100" b="0" dirty="0">
                <a:solidFill>
                  <a:srgbClr val="6A9955"/>
                </a:solidFill>
                <a:effectLst/>
                <a:latin typeface="Consolas" panose="020B0609020204030204" pitchFamily="49" charset="0"/>
              </a:rPr>
              <a:t># Convert image to grayscale</a:t>
            </a:r>
            <a:endParaRPr lang="en-GB" sz="1100" b="0" dirty="0">
              <a:solidFill>
                <a:srgbClr val="CCCCCC"/>
              </a:solidFill>
              <a:effectLst/>
              <a:latin typeface="Consolas" panose="020B0609020204030204" pitchFamily="49" charset="0"/>
            </a:endParaRPr>
          </a:p>
          <a:p>
            <a:pPr marL="0" indent="0">
              <a:lnSpc>
                <a:spcPts val="1425"/>
              </a:lnSpc>
              <a:spcBef>
                <a:spcPts val="0"/>
              </a:spcBef>
              <a:buNone/>
            </a:pPr>
            <a:r>
              <a:rPr lang="en-GB" sz="1100" b="0" dirty="0">
                <a:solidFill>
                  <a:srgbClr val="CCCCCC"/>
                </a:solidFill>
                <a:effectLst/>
                <a:latin typeface="Consolas" panose="020B0609020204030204" pitchFamily="49" charset="0"/>
              </a:rPr>
              <a:t>    </a:t>
            </a:r>
            <a:r>
              <a:rPr lang="en-GB" sz="1100" b="0" dirty="0" err="1">
                <a:solidFill>
                  <a:srgbClr val="9CDCFE"/>
                </a:solidFill>
                <a:effectLst/>
                <a:latin typeface="Consolas" panose="020B0609020204030204" pitchFamily="49" charset="0"/>
              </a:rPr>
              <a:t>gray</a:t>
            </a:r>
            <a:r>
              <a:rPr lang="en-GB" sz="1100" b="0" dirty="0">
                <a:solidFill>
                  <a:srgbClr val="CCCCCC"/>
                </a:solidFill>
                <a:effectLst/>
                <a:latin typeface="Consolas" panose="020B0609020204030204" pitchFamily="49" charset="0"/>
              </a:rPr>
              <a:t> </a:t>
            </a:r>
            <a:r>
              <a:rPr lang="en-GB" sz="1100" b="0" dirty="0">
                <a:solidFill>
                  <a:srgbClr val="D4D4D4"/>
                </a:solidFill>
                <a:effectLst/>
                <a:latin typeface="Consolas" panose="020B0609020204030204" pitchFamily="49" charset="0"/>
              </a:rPr>
              <a:t>=</a:t>
            </a:r>
            <a:r>
              <a:rPr lang="en-GB" sz="1100" b="0" dirty="0">
                <a:solidFill>
                  <a:srgbClr val="CCCCCC"/>
                </a:solidFill>
                <a:effectLst/>
                <a:latin typeface="Consolas" panose="020B0609020204030204" pitchFamily="49" charset="0"/>
              </a:rPr>
              <a:t> </a:t>
            </a:r>
            <a:r>
              <a:rPr lang="en-GB" sz="1100" b="0" dirty="0" err="1">
                <a:solidFill>
                  <a:srgbClr val="4EC9B0"/>
                </a:solidFill>
                <a:effectLst/>
                <a:latin typeface="Consolas" panose="020B0609020204030204" pitchFamily="49" charset="0"/>
              </a:rPr>
              <a:t>cv</a:t>
            </a:r>
            <a:r>
              <a:rPr lang="en-GB" sz="1100" b="0" dirty="0" err="1">
                <a:solidFill>
                  <a:srgbClr val="CCCCCC"/>
                </a:solidFill>
                <a:effectLst/>
                <a:latin typeface="Consolas" panose="020B0609020204030204" pitchFamily="49" charset="0"/>
              </a:rPr>
              <a:t>.cvtColor</a:t>
            </a:r>
            <a:r>
              <a:rPr lang="en-GB" sz="1100" b="0" dirty="0">
                <a:solidFill>
                  <a:srgbClr val="CCCCCC"/>
                </a:solidFill>
                <a:effectLst/>
                <a:latin typeface="Consolas" panose="020B0609020204030204" pitchFamily="49" charset="0"/>
              </a:rPr>
              <a:t>(</a:t>
            </a:r>
            <a:r>
              <a:rPr lang="en-GB" sz="1100" b="0" dirty="0" err="1">
                <a:solidFill>
                  <a:srgbClr val="9CDCFE"/>
                </a:solidFill>
                <a:effectLst/>
                <a:latin typeface="Consolas" panose="020B0609020204030204" pitchFamily="49" charset="0"/>
              </a:rPr>
              <a:t>img</a:t>
            </a:r>
            <a:r>
              <a:rPr lang="en-GB" sz="1100" b="0" dirty="0">
                <a:solidFill>
                  <a:srgbClr val="CCCCCC"/>
                </a:solidFill>
                <a:effectLst/>
                <a:latin typeface="Consolas" panose="020B0609020204030204" pitchFamily="49" charset="0"/>
              </a:rPr>
              <a:t>, </a:t>
            </a:r>
            <a:r>
              <a:rPr lang="en-GB" sz="1100" b="0" dirty="0">
                <a:solidFill>
                  <a:srgbClr val="4EC9B0"/>
                </a:solidFill>
                <a:effectLst/>
                <a:latin typeface="Consolas" panose="020B0609020204030204" pitchFamily="49" charset="0"/>
              </a:rPr>
              <a:t>cv</a:t>
            </a:r>
            <a:r>
              <a:rPr lang="en-GB" sz="1100" b="0" dirty="0">
                <a:solidFill>
                  <a:srgbClr val="CCCCCC"/>
                </a:solidFill>
                <a:effectLst/>
                <a:latin typeface="Consolas" panose="020B0609020204030204" pitchFamily="49" charset="0"/>
              </a:rPr>
              <a:t>.COLOR_BGR2GRAY)</a:t>
            </a:r>
          </a:p>
          <a:p>
            <a:pPr marL="0" indent="0">
              <a:lnSpc>
                <a:spcPts val="1425"/>
              </a:lnSpc>
              <a:spcBef>
                <a:spcPts val="0"/>
              </a:spcBef>
              <a:buNone/>
            </a:pPr>
            <a:br>
              <a:rPr lang="en-GB" sz="1100" b="0" dirty="0">
                <a:solidFill>
                  <a:srgbClr val="CCCCCC"/>
                </a:solidFill>
                <a:effectLst/>
                <a:latin typeface="Consolas" panose="020B0609020204030204" pitchFamily="49" charset="0"/>
              </a:rPr>
            </a:br>
            <a:r>
              <a:rPr lang="en-GB" sz="1100" b="0" dirty="0">
                <a:solidFill>
                  <a:srgbClr val="CCCCCC"/>
                </a:solidFill>
                <a:effectLst/>
                <a:latin typeface="Consolas" panose="020B0609020204030204" pitchFamily="49" charset="0"/>
              </a:rPr>
              <a:t>    </a:t>
            </a:r>
            <a:r>
              <a:rPr lang="en-GB" sz="1100" b="0" dirty="0">
                <a:solidFill>
                  <a:srgbClr val="6A9955"/>
                </a:solidFill>
                <a:effectLst/>
                <a:latin typeface="Consolas" panose="020B0609020204030204" pitchFamily="49" charset="0"/>
              </a:rPr>
              <a:t># Detect ArUco markers</a:t>
            </a:r>
            <a:endParaRPr lang="en-GB" sz="1100" b="0" dirty="0">
              <a:solidFill>
                <a:srgbClr val="CCCCCC"/>
              </a:solidFill>
              <a:effectLst/>
              <a:latin typeface="Consolas" panose="020B0609020204030204" pitchFamily="49" charset="0"/>
            </a:endParaRPr>
          </a:p>
          <a:p>
            <a:pPr marL="0" indent="0">
              <a:lnSpc>
                <a:spcPts val="1425"/>
              </a:lnSpc>
              <a:spcBef>
                <a:spcPts val="0"/>
              </a:spcBef>
              <a:buNone/>
            </a:pPr>
            <a:r>
              <a:rPr lang="en-GB" sz="1100" b="0" dirty="0">
                <a:solidFill>
                  <a:srgbClr val="CCCCCC"/>
                </a:solidFill>
                <a:effectLst/>
                <a:latin typeface="Consolas" panose="020B0609020204030204" pitchFamily="49" charset="0"/>
              </a:rPr>
              <a:t>    </a:t>
            </a:r>
            <a:r>
              <a:rPr lang="en-GB" sz="1100" b="0" dirty="0" err="1">
                <a:solidFill>
                  <a:srgbClr val="9CDCFE"/>
                </a:solidFill>
                <a:effectLst/>
                <a:latin typeface="Consolas" panose="020B0609020204030204" pitchFamily="49" charset="0"/>
              </a:rPr>
              <a:t>markerCorners</a:t>
            </a:r>
            <a:r>
              <a:rPr lang="en-GB" sz="1100" b="0" dirty="0">
                <a:solidFill>
                  <a:srgbClr val="CCCCCC"/>
                </a:solidFill>
                <a:effectLst/>
                <a:latin typeface="Consolas" panose="020B0609020204030204" pitchFamily="49" charset="0"/>
              </a:rPr>
              <a:t>, </a:t>
            </a:r>
            <a:r>
              <a:rPr lang="en-GB" sz="1100" b="0" dirty="0" err="1">
                <a:solidFill>
                  <a:srgbClr val="9CDCFE"/>
                </a:solidFill>
                <a:effectLst/>
                <a:latin typeface="Consolas" panose="020B0609020204030204" pitchFamily="49" charset="0"/>
              </a:rPr>
              <a:t>markerIds</a:t>
            </a:r>
            <a:r>
              <a:rPr lang="en-GB" sz="1100" b="0" dirty="0">
                <a:solidFill>
                  <a:srgbClr val="CCCCCC"/>
                </a:solidFill>
                <a:effectLst/>
                <a:latin typeface="Consolas" panose="020B0609020204030204" pitchFamily="49" charset="0"/>
              </a:rPr>
              <a:t>, </a:t>
            </a:r>
            <a:r>
              <a:rPr lang="en-GB" sz="1100" b="0" dirty="0" err="1">
                <a:solidFill>
                  <a:srgbClr val="9CDCFE"/>
                </a:solidFill>
                <a:effectLst/>
                <a:latin typeface="Consolas" panose="020B0609020204030204" pitchFamily="49" charset="0"/>
              </a:rPr>
              <a:t>rejectedCandidates</a:t>
            </a:r>
            <a:r>
              <a:rPr lang="en-GB" sz="1100" b="0" dirty="0">
                <a:solidFill>
                  <a:srgbClr val="CCCCCC"/>
                </a:solidFill>
                <a:effectLst/>
                <a:latin typeface="Consolas" panose="020B0609020204030204" pitchFamily="49" charset="0"/>
              </a:rPr>
              <a:t> </a:t>
            </a:r>
            <a:r>
              <a:rPr lang="en-GB" sz="1100" b="0" dirty="0">
                <a:solidFill>
                  <a:srgbClr val="D4D4D4"/>
                </a:solidFill>
                <a:effectLst/>
                <a:latin typeface="Consolas" panose="020B0609020204030204" pitchFamily="49" charset="0"/>
              </a:rPr>
              <a:t>=</a:t>
            </a:r>
            <a:r>
              <a:rPr lang="en-GB" sz="1100" b="0" dirty="0">
                <a:solidFill>
                  <a:srgbClr val="CCCCCC"/>
                </a:solidFill>
                <a:effectLst/>
                <a:latin typeface="Consolas" panose="020B0609020204030204" pitchFamily="49" charset="0"/>
              </a:rPr>
              <a:t> </a:t>
            </a:r>
            <a:r>
              <a:rPr lang="en-GB" sz="1100" b="0" dirty="0" err="1">
                <a:solidFill>
                  <a:srgbClr val="9CDCFE"/>
                </a:solidFill>
                <a:effectLst/>
                <a:latin typeface="Consolas" panose="020B0609020204030204" pitchFamily="49" charset="0"/>
              </a:rPr>
              <a:t>detector</a:t>
            </a:r>
            <a:r>
              <a:rPr lang="en-GB" sz="1100" b="0" dirty="0" err="1">
                <a:solidFill>
                  <a:srgbClr val="CCCCCC"/>
                </a:solidFill>
                <a:effectLst/>
                <a:latin typeface="Consolas" panose="020B0609020204030204" pitchFamily="49" charset="0"/>
              </a:rPr>
              <a:t>.detectMarkers</a:t>
            </a:r>
            <a:r>
              <a:rPr lang="en-GB" sz="1100" b="0" dirty="0">
                <a:solidFill>
                  <a:srgbClr val="CCCCCC"/>
                </a:solidFill>
                <a:effectLst/>
                <a:latin typeface="Consolas" panose="020B0609020204030204" pitchFamily="49" charset="0"/>
              </a:rPr>
              <a:t>(</a:t>
            </a:r>
            <a:r>
              <a:rPr lang="en-GB" sz="1100" b="0" dirty="0" err="1">
                <a:solidFill>
                  <a:srgbClr val="9CDCFE"/>
                </a:solidFill>
                <a:effectLst/>
                <a:latin typeface="Consolas" panose="020B0609020204030204" pitchFamily="49" charset="0"/>
              </a:rPr>
              <a:t>gray</a:t>
            </a:r>
            <a:r>
              <a:rPr lang="en-GB" sz="1100" b="0" dirty="0">
                <a:solidFill>
                  <a:srgbClr val="CCCCCC"/>
                </a:solidFill>
                <a:effectLst/>
                <a:latin typeface="Consolas" panose="020B0609020204030204" pitchFamily="49" charset="0"/>
              </a:rPr>
              <a:t>)</a:t>
            </a:r>
          </a:p>
          <a:p>
            <a:pPr marL="0" indent="0">
              <a:lnSpc>
                <a:spcPts val="1425"/>
              </a:lnSpc>
              <a:spcBef>
                <a:spcPts val="0"/>
              </a:spcBef>
              <a:buNone/>
            </a:pPr>
            <a:br>
              <a:rPr lang="en-GB" sz="1100" b="0" dirty="0">
                <a:solidFill>
                  <a:srgbClr val="CCCCCC"/>
                </a:solidFill>
                <a:effectLst/>
                <a:latin typeface="Consolas" panose="020B0609020204030204" pitchFamily="49" charset="0"/>
              </a:rPr>
            </a:br>
            <a:r>
              <a:rPr lang="en-GB" sz="1100" b="0" dirty="0">
                <a:solidFill>
                  <a:srgbClr val="CCCCCC"/>
                </a:solidFill>
                <a:effectLst/>
                <a:latin typeface="Consolas" panose="020B0609020204030204" pitchFamily="49" charset="0"/>
              </a:rPr>
              <a:t>    </a:t>
            </a:r>
            <a:r>
              <a:rPr lang="en-GB" sz="1100" b="0" dirty="0">
                <a:solidFill>
                  <a:srgbClr val="C586C0"/>
                </a:solidFill>
                <a:effectLst/>
                <a:latin typeface="Consolas" panose="020B0609020204030204" pitchFamily="49" charset="0"/>
              </a:rPr>
              <a:t>if</a:t>
            </a:r>
            <a:r>
              <a:rPr lang="en-GB" sz="1100" b="0" dirty="0">
                <a:solidFill>
                  <a:srgbClr val="CCCCCC"/>
                </a:solidFill>
                <a:effectLst/>
                <a:latin typeface="Consolas" panose="020B0609020204030204" pitchFamily="49" charset="0"/>
              </a:rPr>
              <a:t> </a:t>
            </a:r>
            <a:r>
              <a:rPr lang="en-GB" sz="1100" b="0" dirty="0" err="1">
                <a:solidFill>
                  <a:srgbClr val="DCDCAA"/>
                </a:solidFill>
                <a:effectLst/>
                <a:latin typeface="Consolas" panose="020B0609020204030204" pitchFamily="49" charset="0"/>
              </a:rPr>
              <a:t>len</a:t>
            </a:r>
            <a:r>
              <a:rPr lang="en-GB" sz="1100" b="0" dirty="0">
                <a:solidFill>
                  <a:srgbClr val="CCCCCC"/>
                </a:solidFill>
                <a:effectLst/>
                <a:latin typeface="Consolas" panose="020B0609020204030204" pitchFamily="49" charset="0"/>
              </a:rPr>
              <a:t>(</a:t>
            </a:r>
            <a:r>
              <a:rPr lang="en-GB" sz="1100" b="0" dirty="0" err="1">
                <a:solidFill>
                  <a:srgbClr val="9CDCFE"/>
                </a:solidFill>
                <a:effectLst/>
                <a:latin typeface="Consolas" panose="020B0609020204030204" pitchFamily="49" charset="0"/>
              </a:rPr>
              <a:t>markerCorners</a:t>
            </a:r>
            <a:r>
              <a:rPr lang="en-GB" sz="1100" b="0" dirty="0">
                <a:solidFill>
                  <a:srgbClr val="CCCCCC"/>
                </a:solidFill>
                <a:effectLst/>
                <a:latin typeface="Consolas" panose="020B0609020204030204" pitchFamily="49" charset="0"/>
              </a:rPr>
              <a:t>) </a:t>
            </a:r>
            <a:r>
              <a:rPr lang="en-GB" sz="1100" b="0" dirty="0">
                <a:solidFill>
                  <a:srgbClr val="D4D4D4"/>
                </a:solidFill>
                <a:effectLst/>
                <a:latin typeface="Consolas" panose="020B0609020204030204" pitchFamily="49" charset="0"/>
              </a:rPr>
              <a:t>&gt;</a:t>
            </a:r>
            <a:r>
              <a:rPr lang="en-GB" sz="1100" b="0" dirty="0">
                <a:solidFill>
                  <a:srgbClr val="CCCCCC"/>
                </a:solidFill>
                <a:effectLst/>
                <a:latin typeface="Consolas" panose="020B0609020204030204" pitchFamily="49" charset="0"/>
              </a:rPr>
              <a:t> </a:t>
            </a:r>
            <a:r>
              <a:rPr lang="en-GB" sz="1100" b="0" dirty="0">
                <a:solidFill>
                  <a:srgbClr val="B5CEA8"/>
                </a:solidFill>
                <a:effectLst/>
                <a:latin typeface="Consolas" panose="020B0609020204030204" pitchFamily="49" charset="0"/>
              </a:rPr>
              <a:t>0</a:t>
            </a:r>
            <a:r>
              <a:rPr lang="en-GB" sz="1100" b="0" dirty="0">
                <a:solidFill>
                  <a:srgbClr val="CCCCCC"/>
                </a:solidFill>
                <a:effectLst/>
                <a:latin typeface="Consolas" panose="020B0609020204030204" pitchFamily="49" charset="0"/>
              </a:rPr>
              <a:t>:</a:t>
            </a:r>
          </a:p>
          <a:p>
            <a:pPr marL="0" indent="0">
              <a:lnSpc>
                <a:spcPts val="1425"/>
              </a:lnSpc>
              <a:spcBef>
                <a:spcPts val="0"/>
              </a:spcBef>
              <a:buNone/>
            </a:pPr>
            <a:r>
              <a:rPr lang="en-GB" sz="1100" b="0" dirty="0">
                <a:solidFill>
                  <a:srgbClr val="CCCCCC"/>
                </a:solidFill>
                <a:effectLst/>
                <a:latin typeface="Consolas" panose="020B0609020204030204" pitchFamily="49" charset="0"/>
              </a:rPr>
              <a:t>        </a:t>
            </a:r>
            <a:r>
              <a:rPr lang="en-GB" sz="1100" b="0" dirty="0">
                <a:solidFill>
                  <a:srgbClr val="C586C0"/>
                </a:solidFill>
                <a:effectLst/>
                <a:latin typeface="Consolas" panose="020B0609020204030204" pitchFamily="49" charset="0"/>
              </a:rPr>
              <a:t>for</a:t>
            </a:r>
            <a:r>
              <a:rPr lang="en-GB" sz="1100" b="0" dirty="0">
                <a:solidFill>
                  <a:srgbClr val="CCCCCC"/>
                </a:solidFill>
                <a:effectLst/>
                <a:latin typeface="Consolas" panose="020B0609020204030204" pitchFamily="49" charset="0"/>
              </a:rPr>
              <a:t> </a:t>
            </a:r>
            <a:r>
              <a:rPr lang="en-GB" sz="1100" b="0" dirty="0" err="1">
                <a:solidFill>
                  <a:srgbClr val="9CDCFE"/>
                </a:solidFill>
                <a:effectLst/>
                <a:latin typeface="Consolas" panose="020B0609020204030204" pitchFamily="49" charset="0"/>
              </a:rPr>
              <a:t>i</a:t>
            </a:r>
            <a:r>
              <a:rPr lang="en-GB" sz="1100" b="0" dirty="0">
                <a:solidFill>
                  <a:srgbClr val="CCCCCC"/>
                </a:solidFill>
                <a:effectLst/>
                <a:latin typeface="Consolas" panose="020B0609020204030204" pitchFamily="49" charset="0"/>
              </a:rPr>
              <a:t> </a:t>
            </a:r>
            <a:r>
              <a:rPr lang="en-GB" sz="1100" b="0" dirty="0">
                <a:solidFill>
                  <a:srgbClr val="C586C0"/>
                </a:solidFill>
                <a:effectLst/>
                <a:latin typeface="Consolas" panose="020B0609020204030204" pitchFamily="49" charset="0"/>
              </a:rPr>
              <a:t>in</a:t>
            </a:r>
            <a:r>
              <a:rPr lang="en-GB" sz="1100" b="0" dirty="0">
                <a:solidFill>
                  <a:srgbClr val="CCCCCC"/>
                </a:solidFill>
                <a:effectLst/>
                <a:latin typeface="Consolas" panose="020B0609020204030204" pitchFamily="49" charset="0"/>
              </a:rPr>
              <a:t> </a:t>
            </a:r>
            <a:r>
              <a:rPr lang="en-GB" sz="1100" b="0" dirty="0">
                <a:solidFill>
                  <a:srgbClr val="4EC9B0"/>
                </a:solidFill>
                <a:effectLst/>
                <a:latin typeface="Consolas" panose="020B0609020204030204" pitchFamily="49" charset="0"/>
              </a:rPr>
              <a:t>range</a:t>
            </a:r>
            <a:r>
              <a:rPr lang="en-GB" sz="1100" b="0" dirty="0">
                <a:solidFill>
                  <a:srgbClr val="CCCCCC"/>
                </a:solidFill>
                <a:effectLst/>
                <a:latin typeface="Consolas" panose="020B0609020204030204" pitchFamily="49" charset="0"/>
              </a:rPr>
              <a:t>(</a:t>
            </a:r>
            <a:r>
              <a:rPr lang="en-GB" sz="1100" b="0" dirty="0" err="1">
                <a:solidFill>
                  <a:srgbClr val="DCDCAA"/>
                </a:solidFill>
                <a:effectLst/>
                <a:latin typeface="Consolas" panose="020B0609020204030204" pitchFamily="49" charset="0"/>
              </a:rPr>
              <a:t>len</a:t>
            </a:r>
            <a:r>
              <a:rPr lang="en-GB" sz="1100" b="0" dirty="0">
                <a:solidFill>
                  <a:srgbClr val="CCCCCC"/>
                </a:solidFill>
                <a:effectLst/>
                <a:latin typeface="Consolas" panose="020B0609020204030204" pitchFamily="49" charset="0"/>
              </a:rPr>
              <a:t>(</a:t>
            </a:r>
            <a:r>
              <a:rPr lang="en-GB" sz="1100" b="0" dirty="0" err="1">
                <a:solidFill>
                  <a:srgbClr val="9CDCFE"/>
                </a:solidFill>
                <a:effectLst/>
                <a:latin typeface="Consolas" panose="020B0609020204030204" pitchFamily="49" charset="0"/>
              </a:rPr>
              <a:t>markerIds</a:t>
            </a:r>
            <a:r>
              <a:rPr lang="en-GB" sz="1100" b="0" dirty="0">
                <a:solidFill>
                  <a:srgbClr val="CCCCCC"/>
                </a:solidFill>
                <a:effectLst/>
                <a:latin typeface="Consolas" panose="020B0609020204030204" pitchFamily="49" charset="0"/>
              </a:rPr>
              <a:t>)):</a:t>
            </a:r>
          </a:p>
          <a:p>
            <a:pPr marL="0" indent="0">
              <a:lnSpc>
                <a:spcPts val="1425"/>
              </a:lnSpc>
              <a:spcBef>
                <a:spcPts val="0"/>
              </a:spcBef>
              <a:buNone/>
            </a:pPr>
            <a:r>
              <a:rPr lang="en-GB" sz="1100" b="0" dirty="0">
                <a:solidFill>
                  <a:srgbClr val="CCCCCC"/>
                </a:solidFill>
                <a:effectLst/>
                <a:latin typeface="Consolas" panose="020B0609020204030204" pitchFamily="49" charset="0"/>
              </a:rPr>
              <a:t>            </a:t>
            </a:r>
            <a:r>
              <a:rPr lang="en-GB" sz="1100" b="0" dirty="0">
                <a:solidFill>
                  <a:srgbClr val="6A9955"/>
                </a:solidFill>
                <a:effectLst/>
                <a:latin typeface="Consolas" panose="020B0609020204030204" pitchFamily="49" charset="0"/>
              </a:rPr>
              <a:t># Estimate pose of each marker</a:t>
            </a:r>
            <a:endParaRPr lang="en-GB" sz="1100" b="0" dirty="0">
              <a:solidFill>
                <a:srgbClr val="CCCCCC"/>
              </a:solidFill>
              <a:effectLst/>
              <a:latin typeface="Consolas" panose="020B0609020204030204" pitchFamily="49" charset="0"/>
            </a:endParaRPr>
          </a:p>
          <a:p>
            <a:pPr marL="0" indent="0">
              <a:lnSpc>
                <a:spcPts val="1425"/>
              </a:lnSpc>
              <a:spcBef>
                <a:spcPts val="0"/>
              </a:spcBef>
              <a:buNone/>
            </a:pPr>
            <a:r>
              <a:rPr lang="en-GB" sz="1100" b="0" dirty="0">
                <a:solidFill>
                  <a:srgbClr val="CCCCCC"/>
                </a:solidFill>
                <a:effectLst/>
                <a:latin typeface="Consolas" panose="020B0609020204030204" pitchFamily="49" charset="0"/>
              </a:rPr>
              <a:t>            </a:t>
            </a:r>
            <a:r>
              <a:rPr lang="en-GB" sz="1100" b="0" dirty="0" err="1">
                <a:solidFill>
                  <a:srgbClr val="9CDCFE"/>
                </a:solidFill>
                <a:effectLst/>
                <a:latin typeface="Consolas" panose="020B0609020204030204" pitchFamily="49" charset="0"/>
              </a:rPr>
              <a:t>rvec</a:t>
            </a:r>
            <a:r>
              <a:rPr lang="en-GB" sz="1100" b="0" dirty="0">
                <a:solidFill>
                  <a:srgbClr val="CCCCCC"/>
                </a:solidFill>
                <a:effectLst/>
                <a:latin typeface="Consolas" panose="020B0609020204030204" pitchFamily="49" charset="0"/>
              </a:rPr>
              <a:t>, </a:t>
            </a:r>
            <a:r>
              <a:rPr lang="en-GB" sz="1100" b="0" dirty="0" err="1">
                <a:solidFill>
                  <a:srgbClr val="9CDCFE"/>
                </a:solidFill>
                <a:effectLst/>
                <a:latin typeface="Consolas" panose="020B0609020204030204" pitchFamily="49" charset="0"/>
              </a:rPr>
              <a:t>tvec</a:t>
            </a:r>
            <a:r>
              <a:rPr lang="en-GB" sz="1100" b="0" dirty="0">
                <a:solidFill>
                  <a:srgbClr val="CCCCCC"/>
                </a:solidFill>
                <a:effectLst/>
                <a:latin typeface="Consolas" panose="020B0609020204030204" pitchFamily="49" charset="0"/>
              </a:rPr>
              <a:t> </a:t>
            </a:r>
            <a:r>
              <a:rPr lang="en-GB" sz="1100" b="0" dirty="0">
                <a:solidFill>
                  <a:srgbClr val="D4D4D4"/>
                </a:solidFill>
                <a:effectLst/>
                <a:latin typeface="Consolas" panose="020B0609020204030204" pitchFamily="49" charset="0"/>
              </a:rPr>
              <a:t>=</a:t>
            </a:r>
            <a:r>
              <a:rPr lang="en-GB" sz="1100" b="0" dirty="0">
                <a:solidFill>
                  <a:srgbClr val="CCCCCC"/>
                </a:solidFill>
                <a:effectLst/>
                <a:latin typeface="Consolas" panose="020B0609020204030204" pitchFamily="49" charset="0"/>
              </a:rPr>
              <a:t> </a:t>
            </a:r>
            <a:r>
              <a:rPr lang="en-GB" sz="1100" b="0" dirty="0" err="1">
                <a:solidFill>
                  <a:srgbClr val="CCCCCC"/>
                </a:solidFill>
                <a:effectLst/>
                <a:latin typeface="Consolas" panose="020B0609020204030204" pitchFamily="49" charset="0"/>
              </a:rPr>
              <a:t>aruco.estimatePoseSingleMarkers</a:t>
            </a:r>
            <a:r>
              <a:rPr lang="en-GB" sz="1100" b="0" dirty="0">
                <a:solidFill>
                  <a:srgbClr val="CCCCCC"/>
                </a:solidFill>
                <a:effectLst/>
                <a:latin typeface="Consolas" panose="020B0609020204030204" pitchFamily="49" charset="0"/>
              </a:rPr>
              <a:t>(</a:t>
            </a:r>
            <a:r>
              <a:rPr lang="en-GB" sz="1100" b="0" dirty="0" err="1">
                <a:solidFill>
                  <a:srgbClr val="9CDCFE"/>
                </a:solidFill>
                <a:effectLst/>
                <a:latin typeface="Consolas" panose="020B0609020204030204" pitchFamily="49" charset="0"/>
              </a:rPr>
              <a:t>markerCorners</a:t>
            </a:r>
            <a:r>
              <a:rPr lang="en-GB" sz="1100" b="0" dirty="0">
                <a:solidFill>
                  <a:srgbClr val="CCCCCC"/>
                </a:solidFill>
                <a:effectLst/>
                <a:latin typeface="Consolas" panose="020B0609020204030204" pitchFamily="49" charset="0"/>
              </a:rPr>
              <a:t>[</a:t>
            </a:r>
            <a:r>
              <a:rPr lang="en-GB" sz="1100" b="0" dirty="0" err="1">
                <a:solidFill>
                  <a:srgbClr val="9CDCFE"/>
                </a:solidFill>
                <a:effectLst/>
                <a:latin typeface="Consolas" panose="020B0609020204030204" pitchFamily="49" charset="0"/>
              </a:rPr>
              <a:t>i</a:t>
            </a:r>
            <a:r>
              <a:rPr lang="en-GB" sz="1100" b="0" dirty="0">
                <a:solidFill>
                  <a:srgbClr val="CCCCCC"/>
                </a:solidFill>
                <a:effectLst/>
                <a:latin typeface="Consolas" panose="020B0609020204030204" pitchFamily="49" charset="0"/>
              </a:rPr>
              <a:t>], </a:t>
            </a:r>
            <a:r>
              <a:rPr lang="en-GB" sz="1100" b="0" dirty="0" err="1">
                <a:solidFill>
                  <a:srgbClr val="9CDCFE"/>
                </a:solidFill>
                <a:effectLst/>
                <a:latin typeface="Consolas" panose="020B0609020204030204" pitchFamily="49" charset="0"/>
              </a:rPr>
              <a:t>markerLength</a:t>
            </a:r>
            <a:r>
              <a:rPr lang="en-GB" sz="1100" b="0" dirty="0">
                <a:solidFill>
                  <a:srgbClr val="CCCCCC"/>
                </a:solidFill>
                <a:effectLst/>
                <a:latin typeface="Consolas" panose="020B0609020204030204" pitchFamily="49" charset="0"/>
              </a:rPr>
              <a:t>, </a:t>
            </a:r>
            <a:r>
              <a:rPr lang="en-GB" sz="1100" b="0" dirty="0">
                <a:solidFill>
                  <a:srgbClr val="4FC1FF"/>
                </a:solidFill>
                <a:effectLst/>
                <a:latin typeface="Consolas" panose="020B0609020204030204" pitchFamily="49" charset="0"/>
              </a:rPr>
              <a:t>K</a:t>
            </a:r>
            <a:r>
              <a:rPr lang="en-GB" sz="1100" b="0" dirty="0">
                <a:solidFill>
                  <a:srgbClr val="CCCCCC"/>
                </a:solidFill>
                <a:effectLst/>
                <a:latin typeface="Consolas" panose="020B0609020204030204" pitchFamily="49" charset="0"/>
              </a:rPr>
              <a:t>, </a:t>
            </a:r>
            <a:r>
              <a:rPr lang="en-GB" sz="1100" b="0" dirty="0">
                <a:solidFill>
                  <a:srgbClr val="4FC1FF"/>
                </a:solidFill>
                <a:effectLst/>
                <a:latin typeface="Consolas" panose="020B0609020204030204" pitchFamily="49" charset="0"/>
              </a:rPr>
              <a:t>D</a:t>
            </a:r>
            <a:r>
              <a:rPr lang="en-GB" sz="1100" b="0" dirty="0">
                <a:solidFill>
                  <a:srgbClr val="CCCCCC"/>
                </a:solidFill>
                <a:effectLst/>
                <a:latin typeface="Consolas" panose="020B0609020204030204" pitchFamily="49" charset="0"/>
              </a:rPr>
              <a:t>)[:</a:t>
            </a:r>
            <a:r>
              <a:rPr lang="en-GB" sz="1100" b="0" dirty="0">
                <a:solidFill>
                  <a:srgbClr val="B5CEA8"/>
                </a:solidFill>
                <a:effectLst/>
                <a:latin typeface="Consolas" panose="020B0609020204030204" pitchFamily="49" charset="0"/>
              </a:rPr>
              <a:t>2</a:t>
            </a:r>
            <a:r>
              <a:rPr lang="en-GB" sz="1100" b="0" dirty="0">
                <a:solidFill>
                  <a:srgbClr val="CCCCCC"/>
                </a:solidFill>
                <a:effectLst/>
                <a:latin typeface="Consolas" panose="020B0609020204030204" pitchFamily="49" charset="0"/>
              </a:rPr>
              <a:t>]</a:t>
            </a:r>
          </a:p>
          <a:p>
            <a:pPr marL="0" indent="0">
              <a:lnSpc>
                <a:spcPts val="1425"/>
              </a:lnSpc>
              <a:spcBef>
                <a:spcPts val="0"/>
              </a:spcBef>
              <a:buNone/>
            </a:pPr>
            <a:br>
              <a:rPr lang="en-GB" sz="1100" b="0" dirty="0">
                <a:solidFill>
                  <a:srgbClr val="CCCCCC"/>
                </a:solidFill>
                <a:effectLst/>
                <a:latin typeface="Consolas" panose="020B0609020204030204" pitchFamily="49" charset="0"/>
              </a:rPr>
            </a:br>
            <a:r>
              <a:rPr lang="en-GB" sz="1100" b="0" dirty="0">
                <a:solidFill>
                  <a:srgbClr val="CCCCCC"/>
                </a:solidFill>
                <a:effectLst/>
                <a:latin typeface="Consolas" panose="020B0609020204030204" pitchFamily="49" charset="0"/>
              </a:rPr>
              <a:t>            </a:t>
            </a:r>
            <a:r>
              <a:rPr lang="en-GB" sz="1100" b="0" dirty="0">
                <a:solidFill>
                  <a:srgbClr val="6A9955"/>
                </a:solidFill>
                <a:effectLst/>
                <a:latin typeface="Consolas" panose="020B0609020204030204" pitchFamily="49" charset="0"/>
              </a:rPr>
              <a:t># Compute distance from camera to marker</a:t>
            </a:r>
            <a:endParaRPr lang="en-GB" sz="1100" b="0" dirty="0">
              <a:solidFill>
                <a:srgbClr val="CCCCCC"/>
              </a:solidFill>
              <a:effectLst/>
              <a:latin typeface="Consolas" panose="020B0609020204030204" pitchFamily="49" charset="0"/>
            </a:endParaRPr>
          </a:p>
          <a:p>
            <a:pPr marL="0" indent="0">
              <a:lnSpc>
                <a:spcPts val="1425"/>
              </a:lnSpc>
              <a:spcBef>
                <a:spcPts val="0"/>
              </a:spcBef>
              <a:buNone/>
            </a:pPr>
            <a:r>
              <a:rPr lang="en-GB" sz="1100" b="0" dirty="0">
                <a:solidFill>
                  <a:srgbClr val="CCCCCC"/>
                </a:solidFill>
                <a:effectLst/>
                <a:latin typeface="Consolas" panose="020B0609020204030204" pitchFamily="49" charset="0"/>
              </a:rPr>
              <a:t>            </a:t>
            </a:r>
            <a:r>
              <a:rPr lang="en-GB" sz="1100" b="0" dirty="0">
                <a:solidFill>
                  <a:srgbClr val="9CDCFE"/>
                </a:solidFill>
                <a:effectLst/>
                <a:latin typeface="Consolas" panose="020B0609020204030204" pitchFamily="49" charset="0"/>
              </a:rPr>
              <a:t>distance</a:t>
            </a:r>
            <a:r>
              <a:rPr lang="en-GB" sz="1100" b="0" dirty="0">
                <a:solidFill>
                  <a:srgbClr val="CCCCCC"/>
                </a:solidFill>
                <a:effectLst/>
                <a:latin typeface="Consolas" panose="020B0609020204030204" pitchFamily="49" charset="0"/>
              </a:rPr>
              <a:t> </a:t>
            </a:r>
            <a:r>
              <a:rPr lang="en-GB" sz="1100" b="0" dirty="0">
                <a:solidFill>
                  <a:srgbClr val="D4D4D4"/>
                </a:solidFill>
                <a:effectLst/>
                <a:latin typeface="Consolas" panose="020B0609020204030204" pitchFamily="49" charset="0"/>
              </a:rPr>
              <a:t>=</a:t>
            </a:r>
            <a:r>
              <a:rPr lang="en-GB" sz="1100" b="0" dirty="0">
                <a:solidFill>
                  <a:srgbClr val="CCCCCC"/>
                </a:solidFill>
                <a:effectLst/>
                <a:latin typeface="Consolas" panose="020B0609020204030204" pitchFamily="49" charset="0"/>
              </a:rPr>
              <a:t> </a:t>
            </a:r>
            <a:r>
              <a:rPr lang="en-GB" sz="1100" b="0" dirty="0" err="1">
                <a:solidFill>
                  <a:srgbClr val="4EC9B0"/>
                </a:solidFill>
                <a:effectLst/>
                <a:latin typeface="Consolas" panose="020B0609020204030204" pitchFamily="49" charset="0"/>
              </a:rPr>
              <a:t>np</a:t>
            </a:r>
            <a:r>
              <a:rPr lang="en-GB" sz="1100" b="0" dirty="0" err="1">
                <a:solidFill>
                  <a:srgbClr val="CCCCCC"/>
                </a:solidFill>
                <a:effectLst/>
                <a:latin typeface="Consolas" panose="020B0609020204030204" pitchFamily="49" charset="0"/>
              </a:rPr>
              <a:t>.</a:t>
            </a:r>
            <a:r>
              <a:rPr lang="en-GB" sz="1100" b="0" dirty="0" err="1">
                <a:solidFill>
                  <a:srgbClr val="4EC9B0"/>
                </a:solidFill>
                <a:effectLst/>
                <a:latin typeface="Consolas" panose="020B0609020204030204" pitchFamily="49" charset="0"/>
              </a:rPr>
              <a:t>linalg</a:t>
            </a:r>
            <a:r>
              <a:rPr lang="en-GB" sz="1100" b="0" dirty="0" err="1">
                <a:solidFill>
                  <a:srgbClr val="CCCCCC"/>
                </a:solidFill>
                <a:effectLst/>
                <a:latin typeface="Consolas" panose="020B0609020204030204" pitchFamily="49" charset="0"/>
              </a:rPr>
              <a:t>.</a:t>
            </a:r>
            <a:r>
              <a:rPr lang="en-GB" sz="1100" b="0" dirty="0" err="1">
                <a:solidFill>
                  <a:srgbClr val="DCDCAA"/>
                </a:solidFill>
                <a:effectLst/>
                <a:latin typeface="Consolas" panose="020B0609020204030204" pitchFamily="49" charset="0"/>
              </a:rPr>
              <a:t>norm</a:t>
            </a:r>
            <a:r>
              <a:rPr lang="en-GB" sz="1100" b="0" dirty="0">
                <a:solidFill>
                  <a:srgbClr val="CCCCCC"/>
                </a:solidFill>
                <a:effectLst/>
                <a:latin typeface="Consolas" panose="020B0609020204030204" pitchFamily="49" charset="0"/>
              </a:rPr>
              <a:t>(</a:t>
            </a:r>
            <a:r>
              <a:rPr lang="en-GB" sz="1100" b="0" dirty="0" err="1">
                <a:solidFill>
                  <a:srgbClr val="9CDCFE"/>
                </a:solidFill>
                <a:effectLst/>
                <a:latin typeface="Consolas" panose="020B0609020204030204" pitchFamily="49" charset="0"/>
              </a:rPr>
              <a:t>tvec</a:t>
            </a:r>
            <a:r>
              <a:rPr lang="en-GB" sz="1100" b="0" dirty="0">
                <a:solidFill>
                  <a:srgbClr val="CCCCCC"/>
                </a:solidFill>
                <a:effectLst/>
                <a:latin typeface="Consolas" panose="020B0609020204030204" pitchFamily="49" charset="0"/>
              </a:rPr>
              <a:t>[</a:t>
            </a:r>
            <a:r>
              <a:rPr lang="en-GB" sz="1100" b="0" dirty="0">
                <a:solidFill>
                  <a:srgbClr val="B5CEA8"/>
                </a:solidFill>
                <a:effectLst/>
                <a:latin typeface="Consolas" panose="020B0609020204030204" pitchFamily="49" charset="0"/>
              </a:rPr>
              <a:t>0</a:t>
            </a:r>
            <a:r>
              <a:rPr lang="en-GB" sz="1100" b="0" dirty="0">
                <a:solidFill>
                  <a:srgbClr val="CCCCCC"/>
                </a:solidFill>
                <a:effectLst/>
                <a:latin typeface="Consolas" panose="020B0609020204030204" pitchFamily="49" charset="0"/>
              </a:rPr>
              <a:t>][</a:t>
            </a:r>
            <a:r>
              <a:rPr lang="en-GB" sz="1100" b="0" dirty="0">
                <a:solidFill>
                  <a:srgbClr val="B5CEA8"/>
                </a:solidFill>
                <a:effectLst/>
                <a:latin typeface="Consolas" panose="020B0609020204030204" pitchFamily="49" charset="0"/>
              </a:rPr>
              <a:t>0</a:t>
            </a:r>
            <a:r>
              <a:rPr lang="en-GB" sz="1100" b="0" dirty="0">
                <a:solidFill>
                  <a:srgbClr val="CCCCCC"/>
                </a:solidFill>
                <a:effectLst/>
                <a:latin typeface="Consolas" panose="020B0609020204030204" pitchFamily="49" charset="0"/>
              </a:rPr>
              <a:t>])</a:t>
            </a:r>
            <a:br>
              <a:rPr lang="en-GB" sz="1100" b="0" dirty="0">
                <a:solidFill>
                  <a:srgbClr val="CCCCCC"/>
                </a:solidFill>
                <a:effectLst/>
                <a:latin typeface="Consolas" panose="020B0609020204030204" pitchFamily="49" charset="0"/>
              </a:rPr>
            </a:br>
            <a:r>
              <a:rPr lang="en-GB" sz="1100" b="0" dirty="0">
                <a:solidFill>
                  <a:srgbClr val="CCCCCC"/>
                </a:solidFill>
                <a:effectLst/>
                <a:latin typeface="Consolas" panose="020B0609020204030204" pitchFamily="49" charset="0"/>
              </a:rPr>
              <a:t>            </a:t>
            </a:r>
            <a:r>
              <a:rPr lang="en-GB" sz="1100" b="0" dirty="0">
                <a:solidFill>
                  <a:srgbClr val="6A9955"/>
                </a:solidFill>
                <a:effectLst/>
                <a:latin typeface="Consolas" panose="020B0609020204030204" pitchFamily="49" charset="0"/>
              </a:rPr>
              <a:t># Calculate marker </a:t>
            </a:r>
            <a:r>
              <a:rPr lang="en-GB" sz="1100" b="0" dirty="0" err="1">
                <a:solidFill>
                  <a:srgbClr val="6A9955"/>
                </a:solidFill>
                <a:effectLst/>
                <a:latin typeface="Consolas" panose="020B0609020204030204" pitchFamily="49" charset="0"/>
              </a:rPr>
              <a:t>center</a:t>
            </a:r>
            <a:r>
              <a:rPr lang="en-GB" sz="1100" b="0" dirty="0">
                <a:solidFill>
                  <a:srgbClr val="6A9955"/>
                </a:solidFill>
                <a:effectLst/>
                <a:latin typeface="Consolas" panose="020B0609020204030204" pitchFamily="49" charset="0"/>
              </a:rPr>
              <a:t> in image</a:t>
            </a:r>
            <a:endParaRPr lang="en-GB" sz="1100" b="0" dirty="0">
              <a:solidFill>
                <a:srgbClr val="CCCCCC"/>
              </a:solidFill>
              <a:effectLst/>
              <a:latin typeface="Consolas" panose="020B0609020204030204" pitchFamily="49" charset="0"/>
            </a:endParaRPr>
          </a:p>
          <a:p>
            <a:pPr marL="0" indent="0">
              <a:lnSpc>
                <a:spcPts val="1425"/>
              </a:lnSpc>
              <a:spcBef>
                <a:spcPts val="0"/>
              </a:spcBef>
              <a:buNone/>
            </a:pPr>
            <a:r>
              <a:rPr lang="en-GB" sz="1100" b="0" dirty="0">
                <a:solidFill>
                  <a:srgbClr val="CCCCCC"/>
                </a:solidFill>
                <a:effectLst/>
                <a:latin typeface="Consolas" panose="020B0609020204030204" pitchFamily="49" charset="0"/>
              </a:rPr>
              <a:t>            </a:t>
            </a:r>
            <a:r>
              <a:rPr lang="en-GB" sz="1100" b="0" dirty="0">
                <a:solidFill>
                  <a:srgbClr val="9CDCFE"/>
                </a:solidFill>
                <a:effectLst/>
                <a:latin typeface="Consolas" panose="020B0609020204030204" pitchFamily="49" charset="0"/>
              </a:rPr>
              <a:t>corners</a:t>
            </a:r>
            <a:r>
              <a:rPr lang="en-GB" sz="1100" b="0" dirty="0">
                <a:solidFill>
                  <a:srgbClr val="CCCCCC"/>
                </a:solidFill>
                <a:effectLst/>
                <a:latin typeface="Consolas" panose="020B0609020204030204" pitchFamily="49" charset="0"/>
              </a:rPr>
              <a:t> </a:t>
            </a:r>
            <a:r>
              <a:rPr lang="en-GB" sz="1100" b="0" dirty="0">
                <a:solidFill>
                  <a:srgbClr val="D4D4D4"/>
                </a:solidFill>
                <a:effectLst/>
                <a:latin typeface="Consolas" panose="020B0609020204030204" pitchFamily="49" charset="0"/>
              </a:rPr>
              <a:t>=</a:t>
            </a:r>
            <a:r>
              <a:rPr lang="en-GB" sz="1100" b="0" dirty="0">
                <a:solidFill>
                  <a:srgbClr val="CCCCCC"/>
                </a:solidFill>
                <a:effectLst/>
                <a:latin typeface="Consolas" panose="020B0609020204030204" pitchFamily="49" charset="0"/>
              </a:rPr>
              <a:t> </a:t>
            </a:r>
            <a:r>
              <a:rPr lang="en-GB" sz="1100" b="0" dirty="0" err="1">
                <a:solidFill>
                  <a:srgbClr val="9CDCFE"/>
                </a:solidFill>
                <a:effectLst/>
                <a:latin typeface="Consolas" panose="020B0609020204030204" pitchFamily="49" charset="0"/>
              </a:rPr>
              <a:t>markerCorners</a:t>
            </a:r>
            <a:r>
              <a:rPr lang="en-GB" sz="1100" b="0" dirty="0">
                <a:solidFill>
                  <a:srgbClr val="CCCCCC"/>
                </a:solidFill>
                <a:effectLst/>
                <a:latin typeface="Consolas" panose="020B0609020204030204" pitchFamily="49" charset="0"/>
              </a:rPr>
              <a:t>[</a:t>
            </a:r>
            <a:r>
              <a:rPr lang="en-GB" sz="1100" b="0" dirty="0" err="1">
                <a:solidFill>
                  <a:srgbClr val="9CDCFE"/>
                </a:solidFill>
                <a:effectLst/>
                <a:latin typeface="Consolas" panose="020B0609020204030204" pitchFamily="49" charset="0"/>
              </a:rPr>
              <a:t>i</a:t>
            </a:r>
            <a:r>
              <a:rPr lang="en-GB" sz="1100" b="0" dirty="0">
                <a:solidFill>
                  <a:srgbClr val="CCCCCC"/>
                </a:solidFill>
                <a:effectLst/>
                <a:latin typeface="Consolas" panose="020B0609020204030204" pitchFamily="49" charset="0"/>
              </a:rPr>
              <a:t>].reshape((</a:t>
            </a:r>
            <a:r>
              <a:rPr lang="en-GB" sz="1100" b="0" dirty="0">
                <a:solidFill>
                  <a:srgbClr val="B5CEA8"/>
                </a:solidFill>
                <a:effectLst/>
                <a:latin typeface="Consolas" panose="020B0609020204030204" pitchFamily="49" charset="0"/>
              </a:rPr>
              <a:t>4</a:t>
            </a:r>
            <a:r>
              <a:rPr lang="en-GB" sz="1100" b="0" dirty="0">
                <a:solidFill>
                  <a:srgbClr val="CCCCCC"/>
                </a:solidFill>
                <a:effectLst/>
                <a:latin typeface="Consolas" panose="020B0609020204030204" pitchFamily="49" charset="0"/>
              </a:rPr>
              <a:t>, </a:t>
            </a:r>
            <a:r>
              <a:rPr lang="en-GB" sz="1100" b="0" dirty="0">
                <a:solidFill>
                  <a:srgbClr val="B5CEA8"/>
                </a:solidFill>
                <a:effectLst/>
                <a:latin typeface="Consolas" panose="020B0609020204030204" pitchFamily="49" charset="0"/>
              </a:rPr>
              <a:t>2</a:t>
            </a:r>
            <a:r>
              <a:rPr lang="en-GB" sz="1100" b="0" dirty="0">
                <a:solidFill>
                  <a:srgbClr val="CCCCCC"/>
                </a:solidFill>
                <a:effectLst/>
                <a:latin typeface="Consolas" panose="020B0609020204030204" pitchFamily="49" charset="0"/>
              </a:rPr>
              <a:t>))</a:t>
            </a:r>
          </a:p>
          <a:p>
            <a:pPr marL="0" indent="0">
              <a:lnSpc>
                <a:spcPts val="1425"/>
              </a:lnSpc>
              <a:spcBef>
                <a:spcPts val="0"/>
              </a:spcBef>
              <a:buNone/>
            </a:pPr>
            <a:r>
              <a:rPr lang="en-GB" sz="1100" b="0" dirty="0">
                <a:solidFill>
                  <a:srgbClr val="CCCCCC"/>
                </a:solidFill>
                <a:effectLst/>
                <a:latin typeface="Consolas" panose="020B0609020204030204" pitchFamily="49" charset="0"/>
              </a:rPr>
              <a:t>            </a:t>
            </a:r>
            <a:r>
              <a:rPr lang="en-GB" sz="1100" b="0" dirty="0" err="1">
                <a:solidFill>
                  <a:srgbClr val="9CDCFE"/>
                </a:solidFill>
                <a:effectLst/>
                <a:latin typeface="Consolas" panose="020B0609020204030204" pitchFamily="49" charset="0"/>
              </a:rPr>
              <a:t>topLeft</a:t>
            </a:r>
            <a:r>
              <a:rPr lang="en-GB" sz="1100" b="0" dirty="0">
                <a:solidFill>
                  <a:srgbClr val="CCCCCC"/>
                </a:solidFill>
                <a:effectLst/>
                <a:latin typeface="Consolas" panose="020B0609020204030204" pitchFamily="49" charset="0"/>
              </a:rPr>
              <a:t>, </a:t>
            </a:r>
            <a:r>
              <a:rPr lang="en-GB" sz="1100" b="0" dirty="0" err="1">
                <a:solidFill>
                  <a:srgbClr val="9CDCFE"/>
                </a:solidFill>
                <a:effectLst/>
                <a:latin typeface="Consolas" panose="020B0609020204030204" pitchFamily="49" charset="0"/>
              </a:rPr>
              <a:t>topRight</a:t>
            </a:r>
            <a:r>
              <a:rPr lang="en-GB" sz="1100" b="0" dirty="0">
                <a:solidFill>
                  <a:srgbClr val="CCCCCC"/>
                </a:solidFill>
                <a:effectLst/>
                <a:latin typeface="Consolas" panose="020B0609020204030204" pitchFamily="49" charset="0"/>
              </a:rPr>
              <a:t>, </a:t>
            </a:r>
            <a:r>
              <a:rPr lang="en-GB" sz="1100" b="0" dirty="0" err="1">
                <a:solidFill>
                  <a:srgbClr val="9CDCFE"/>
                </a:solidFill>
                <a:effectLst/>
                <a:latin typeface="Consolas" panose="020B0609020204030204" pitchFamily="49" charset="0"/>
              </a:rPr>
              <a:t>bottomRight</a:t>
            </a:r>
            <a:r>
              <a:rPr lang="en-GB" sz="1100" b="0" dirty="0">
                <a:solidFill>
                  <a:srgbClr val="CCCCCC"/>
                </a:solidFill>
                <a:effectLst/>
                <a:latin typeface="Consolas" panose="020B0609020204030204" pitchFamily="49" charset="0"/>
              </a:rPr>
              <a:t>, </a:t>
            </a:r>
            <a:r>
              <a:rPr lang="en-GB" sz="1100" b="0" dirty="0" err="1">
                <a:solidFill>
                  <a:srgbClr val="9CDCFE"/>
                </a:solidFill>
                <a:effectLst/>
                <a:latin typeface="Consolas" panose="020B0609020204030204" pitchFamily="49" charset="0"/>
              </a:rPr>
              <a:t>bottomLeft</a:t>
            </a:r>
            <a:r>
              <a:rPr lang="en-GB" sz="1100" b="0" dirty="0">
                <a:solidFill>
                  <a:srgbClr val="CCCCCC"/>
                </a:solidFill>
                <a:effectLst/>
                <a:latin typeface="Consolas" panose="020B0609020204030204" pitchFamily="49" charset="0"/>
              </a:rPr>
              <a:t> </a:t>
            </a:r>
            <a:r>
              <a:rPr lang="en-GB" sz="1100" b="0" dirty="0">
                <a:solidFill>
                  <a:srgbClr val="D4D4D4"/>
                </a:solidFill>
                <a:effectLst/>
                <a:latin typeface="Consolas" panose="020B0609020204030204" pitchFamily="49" charset="0"/>
              </a:rPr>
              <a:t>=</a:t>
            </a:r>
            <a:r>
              <a:rPr lang="en-GB" sz="1100" b="0" dirty="0">
                <a:solidFill>
                  <a:srgbClr val="CCCCCC"/>
                </a:solidFill>
                <a:effectLst/>
                <a:latin typeface="Consolas" panose="020B0609020204030204" pitchFamily="49" charset="0"/>
              </a:rPr>
              <a:t> </a:t>
            </a:r>
            <a:r>
              <a:rPr lang="en-GB" sz="1100" b="0" dirty="0">
                <a:solidFill>
                  <a:srgbClr val="9CDCFE"/>
                </a:solidFill>
                <a:effectLst/>
                <a:latin typeface="Consolas" panose="020B0609020204030204" pitchFamily="49" charset="0"/>
              </a:rPr>
              <a:t>corners</a:t>
            </a:r>
            <a:endParaRPr lang="en-GB" sz="1100" b="0" dirty="0">
              <a:solidFill>
                <a:srgbClr val="CCCCCC"/>
              </a:solidFill>
              <a:effectLst/>
              <a:latin typeface="Consolas" panose="020B0609020204030204" pitchFamily="49" charset="0"/>
            </a:endParaRPr>
          </a:p>
          <a:p>
            <a:pPr marL="0" indent="0">
              <a:lnSpc>
                <a:spcPts val="1425"/>
              </a:lnSpc>
              <a:spcBef>
                <a:spcPts val="0"/>
              </a:spcBef>
              <a:buNone/>
            </a:pPr>
            <a:r>
              <a:rPr lang="en-GB" sz="1100" b="0" dirty="0">
                <a:solidFill>
                  <a:srgbClr val="CCCCCC"/>
                </a:solidFill>
                <a:effectLst/>
                <a:latin typeface="Consolas" panose="020B0609020204030204" pitchFamily="49" charset="0"/>
              </a:rPr>
              <a:t>            </a:t>
            </a:r>
            <a:r>
              <a:rPr lang="en-GB" sz="1100" b="0" dirty="0" err="1">
                <a:solidFill>
                  <a:srgbClr val="9CDCFE"/>
                </a:solidFill>
                <a:effectLst/>
                <a:latin typeface="Consolas" panose="020B0609020204030204" pitchFamily="49" charset="0"/>
              </a:rPr>
              <a:t>cX</a:t>
            </a:r>
            <a:r>
              <a:rPr lang="en-GB" sz="1100" b="0" dirty="0">
                <a:solidFill>
                  <a:srgbClr val="CCCCCC"/>
                </a:solidFill>
                <a:effectLst/>
                <a:latin typeface="Consolas" panose="020B0609020204030204" pitchFamily="49" charset="0"/>
              </a:rPr>
              <a:t> </a:t>
            </a:r>
            <a:r>
              <a:rPr lang="en-GB" sz="1100" b="0" dirty="0">
                <a:solidFill>
                  <a:srgbClr val="D4D4D4"/>
                </a:solidFill>
                <a:effectLst/>
                <a:latin typeface="Consolas" panose="020B0609020204030204" pitchFamily="49" charset="0"/>
              </a:rPr>
              <a:t>=</a:t>
            </a:r>
            <a:r>
              <a:rPr lang="en-GB" sz="1100" b="0" dirty="0">
                <a:solidFill>
                  <a:srgbClr val="CCCCCC"/>
                </a:solidFill>
                <a:effectLst/>
                <a:latin typeface="Consolas" panose="020B0609020204030204" pitchFamily="49" charset="0"/>
              </a:rPr>
              <a:t> </a:t>
            </a:r>
            <a:r>
              <a:rPr lang="en-GB" sz="1100" b="0" dirty="0">
                <a:solidFill>
                  <a:srgbClr val="4EC9B0"/>
                </a:solidFill>
                <a:effectLst/>
                <a:latin typeface="Consolas" panose="020B0609020204030204" pitchFamily="49" charset="0"/>
              </a:rPr>
              <a:t>int</a:t>
            </a:r>
            <a:r>
              <a:rPr lang="en-GB" sz="1100" b="0" dirty="0">
                <a:solidFill>
                  <a:srgbClr val="CCCCCC"/>
                </a:solidFill>
                <a:effectLst/>
                <a:latin typeface="Consolas" panose="020B0609020204030204" pitchFamily="49" charset="0"/>
              </a:rPr>
              <a:t>((</a:t>
            </a:r>
            <a:r>
              <a:rPr lang="en-GB" sz="1100" b="0" dirty="0" err="1">
                <a:solidFill>
                  <a:srgbClr val="9CDCFE"/>
                </a:solidFill>
                <a:effectLst/>
                <a:latin typeface="Consolas" panose="020B0609020204030204" pitchFamily="49" charset="0"/>
              </a:rPr>
              <a:t>topLeft</a:t>
            </a:r>
            <a:r>
              <a:rPr lang="en-GB" sz="1100" b="0" dirty="0">
                <a:solidFill>
                  <a:srgbClr val="CCCCCC"/>
                </a:solidFill>
                <a:effectLst/>
                <a:latin typeface="Consolas" panose="020B0609020204030204" pitchFamily="49" charset="0"/>
              </a:rPr>
              <a:t>[</a:t>
            </a:r>
            <a:r>
              <a:rPr lang="en-GB" sz="1100" b="0" dirty="0">
                <a:solidFill>
                  <a:srgbClr val="B5CEA8"/>
                </a:solidFill>
                <a:effectLst/>
                <a:latin typeface="Consolas" panose="020B0609020204030204" pitchFamily="49" charset="0"/>
              </a:rPr>
              <a:t>0</a:t>
            </a:r>
            <a:r>
              <a:rPr lang="en-GB" sz="1100" b="0" dirty="0">
                <a:solidFill>
                  <a:srgbClr val="CCCCCC"/>
                </a:solidFill>
                <a:effectLst/>
                <a:latin typeface="Consolas" panose="020B0609020204030204" pitchFamily="49" charset="0"/>
              </a:rPr>
              <a:t>] </a:t>
            </a:r>
            <a:r>
              <a:rPr lang="en-GB" sz="1100" b="0" dirty="0">
                <a:solidFill>
                  <a:srgbClr val="D4D4D4"/>
                </a:solidFill>
                <a:effectLst/>
                <a:latin typeface="Consolas" panose="020B0609020204030204" pitchFamily="49" charset="0"/>
              </a:rPr>
              <a:t>+</a:t>
            </a:r>
            <a:r>
              <a:rPr lang="en-GB" sz="1100" b="0" dirty="0">
                <a:solidFill>
                  <a:srgbClr val="CCCCCC"/>
                </a:solidFill>
                <a:effectLst/>
                <a:latin typeface="Consolas" panose="020B0609020204030204" pitchFamily="49" charset="0"/>
              </a:rPr>
              <a:t> </a:t>
            </a:r>
            <a:r>
              <a:rPr lang="en-GB" sz="1100" b="0" dirty="0" err="1">
                <a:solidFill>
                  <a:srgbClr val="9CDCFE"/>
                </a:solidFill>
                <a:effectLst/>
                <a:latin typeface="Consolas" panose="020B0609020204030204" pitchFamily="49" charset="0"/>
              </a:rPr>
              <a:t>bottomRight</a:t>
            </a:r>
            <a:r>
              <a:rPr lang="en-GB" sz="1100" b="0" dirty="0">
                <a:solidFill>
                  <a:srgbClr val="CCCCCC"/>
                </a:solidFill>
                <a:effectLst/>
                <a:latin typeface="Consolas" panose="020B0609020204030204" pitchFamily="49" charset="0"/>
              </a:rPr>
              <a:t>[</a:t>
            </a:r>
            <a:r>
              <a:rPr lang="en-GB" sz="1100" b="0" dirty="0">
                <a:solidFill>
                  <a:srgbClr val="B5CEA8"/>
                </a:solidFill>
                <a:effectLst/>
                <a:latin typeface="Consolas" panose="020B0609020204030204" pitchFamily="49" charset="0"/>
              </a:rPr>
              <a:t>0</a:t>
            </a:r>
            <a:r>
              <a:rPr lang="en-GB" sz="1100" b="0" dirty="0">
                <a:solidFill>
                  <a:srgbClr val="CCCCCC"/>
                </a:solidFill>
                <a:effectLst/>
                <a:latin typeface="Consolas" panose="020B0609020204030204" pitchFamily="49" charset="0"/>
              </a:rPr>
              <a:t>]) </a:t>
            </a:r>
            <a:r>
              <a:rPr lang="en-GB" sz="1100" b="0" dirty="0">
                <a:solidFill>
                  <a:srgbClr val="D4D4D4"/>
                </a:solidFill>
                <a:effectLst/>
                <a:latin typeface="Consolas" panose="020B0609020204030204" pitchFamily="49" charset="0"/>
              </a:rPr>
              <a:t>/</a:t>
            </a:r>
            <a:r>
              <a:rPr lang="en-GB" sz="1100" b="0" dirty="0">
                <a:solidFill>
                  <a:srgbClr val="CCCCCC"/>
                </a:solidFill>
                <a:effectLst/>
                <a:latin typeface="Consolas" panose="020B0609020204030204" pitchFamily="49" charset="0"/>
              </a:rPr>
              <a:t> </a:t>
            </a:r>
            <a:r>
              <a:rPr lang="en-GB" sz="1100" b="0" dirty="0">
                <a:solidFill>
                  <a:srgbClr val="B5CEA8"/>
                </a:solidFill>
                <a:effectLst/>
                <a:latin typeface="Consolas" panose="020B0609020204030204" pitchFamily="49" charset="0"/>
              </a:rPr>
              <a:t>2.0</a:t>
            </a:r>
            <a:r>
              <a:rPr lang="en-GB" sz="1100" b="0" dirty="0">
                <a:solidFill>
                  <a:srgbClr val="CCCCCC"/>
                </a:solidFill>
                <a:effectLst/>
                <a:latin typeface="Consolas" panose="020B0609020204030204" pitchFamily="49" charset="0"/>
              </a:rPr>
              <a:t>)</a:t>
            </a:r>
          </a:p>
          <a:p>
            <a:pPr marL="0" indent="0">
              <a:lnSpc>
                <a:spcPts val="1425"/>
              </a:lnSpc>
              <a:spcBef>
                <a:spcPts val="0"/>
              </a:spcBef>
              <a:buNone/>
            </a:pPr>
            <a:r>
              <a:rPr lang="en-GB" sz="1100" b="0" dirty="0">
                <a:solidFill>
                  <a:srgbClr val="CCCCCC"/>
                </a:solidFill>
                <a:effectLst/>
                <a:latin typeface="Consolas" panose="020B0609020204030204" pitchFamily="49" charset="0"/>
              </a:rPr>
              <a:t>            </a:t>
            </a:r>
            <a:r>
              <a:rPr lang="en-GB" sz="1100" b="0" dirty="0" err="1">
                <a:solidFill>
                  <a:srgbClr val="9CDCFE"/>
                </a:solidFill>
                <a:effectLst/>
                <a:latin typeface="Consolas" panose="020B0609020204030204" pitchFamily="49" charset="0"/>
              </a:rPr>
              <a:t>cY</a:t>
            </a:r>
            <a:r>
              <a:rPr lang="en-GB" sz="1100" b="0" dirty="0">
                <a:solidFill>
                  <a:srgbClr val="CCCCCC"/>
                </a:solidFill>
                <a:effectLst/>
                <a:latin typeface="Consolas" panose="020B0609020204030204" pitchFamily="49" charset="0"/>
              </a:rPr>
              <a:t> </a:t>
            </a:r>
            <a:r>
              <a:rPr lang="en-GB" sz="1100" b="0" dirty="0">
                <a:solidFill>
                  <a:srgbClr val="D4D4D4"/>
                </a:solidFill>
                <a:effectLst/>
                <a:latin typeface="Consolas" panose="020B0609020204030204" pitchFamily="49" charset="0"/>
              </a:rPr>
              <a:t>=</a:t>
            </a:r>
            <a:r>
              <a:rPr lang="en-GB" sz="1100" b="0" dirty="0">
                <a:solidFill>
                  <a:srgbClr val="CCCCCC"/>
                </a:solidFill>
                <a:effectLst/>
                <a:latin typeface="Consolas" panose="020B0609020204030204" pitchFamily="49" charset="0"/>
              </a:rPr>
              <a:t> </a:t>
            </a:r>
            <a:r>
              <a:rPr lang="en-GB" sz="1100" b="0" dirty="0">
                <a:solidFill>
                  <a:srgbClr val="4EC9B0"/>
                </a:solidFill>
                <a:effectLst/>
                <a:latin typeface="Consolas" panose="020B0609020204030204" pitchFamily="49" charset="0"/>
              </a:rPr>
              <a:t>int</a:t>
            </a:r>
            <a:r>
              <a:rPr lang="en-GB" sz="1100" b="0" dirty="0">
                <a:solidFill>
                  <a:srgbClr val="CCCCCC"/>
                </a:solidFill>
                <a:effectLst/>
                <a:latin typeface="Consolas" panose="020B0609020204030204" pitchFamily="49" charset="0"/>
              </a:rPr>
              <a:t>((</a:t>
            </a:r>
            <a:r>
              <a:rPr lang="en-GB" sz="1100" b="0" dirty="0" err="1">
                <a:solidFill>
                  <a:srgbClr val="9CDCFE"/>
                </a:solidFill>
                <a:effectLst/>
                <a:latin typeface="Consolas" panose="020B0609020204030204" pitchFamily="49" charset="0"/>
              </a:rPr>
              <a:t>topLeft</a:t>
            </a:r>
            <a:r>
              <a:rPr lang="en-GB" sz="1100" b="0" dirty="0">
                <a:solidFill>
                  <a:srgbClr val="CCCCCC"/>
                </a:solidFill>
                <a:effectLst/>
                <a:latin typeface="Consolas" panose="020B0609020204030204" pitchFamily="49" charset="0"/>
              </a:rPr>
              <a:t>[</a:t>
            </a:r>
            <a:r>
              <a:rPr lang="en-GB" sz="1100" b="0" dirty="0">
                <a:solidFill>
                  <a:srgbClr val="B5CEA8"/>
                </a:solidFill>
                <a:effectLst/>
                <a:latin typeface="Consolas" panose="020B0609020204030204" pitchFamily="49" charset="0"/>
              </a:rPr>
              <a:t>1</a:t>
            </a:r>
            <a:r>
              <a:rPr lang="en-GB" sz="1100" b="0" dirty="0">
                <a:solidFill>
                  <a:srgbClr val="CCCCCC"/>
                </a:solidFill>
                <a:effectLst/>
                <a:latin typeface="Consolas" panose="020B0609020204030204" pitchFamily="49" charset="0"/>
              </a:rPr>
              <a:t>] </a:t>
            </a:r>
            <a:r>
              <a:rPr lang="en-GB" sz="1100" b="0" dirty="0">
                <a:solidFill>
                  <a:srgbClr val="D4D4D4"/>
                </a:solidFill>
                <a:effectLst/>
                <a:latin typeface="Consolas" panose="020B0609020204030204" pitchFamily="49" charset="0"/>
              </a:rPr>
              <a:t>+</a:t>
            </a:r>
            <a:r>
              <a:rPr lang="en-GB" sz="1100" b="0" dirty="0">
                <a:solidFill>
                  <a:srgbClr val="CCCCCC"/>
                </a:solidFill>
                <a:effectLst/>
                <a:latin typeface="Consolas" panose="020B0609020204030204" pitchFamily="49" charset="0"/>
              </a:rPr>
              <a:t> </a:t>
            </a:r>
            <a:r>
              <a:rPr lang="en-GB" sz="1100" b="0" dirty="0" err="1">
                <a:solidFill>
                  <a:srgbClr val="9CDCFE"/>
                </a:solidFill>
                <a:effectLst/>
                <a:latin typeface="Consolas" panose="020B0609020204030204" pitchFamily="49" charset="0"/>
              </a:rPr>
              <a:t>bottomRight</a:t>
            </a:r>
            <a:r>
              <a:rPr lang="en-GB" sz="1100" b="0" dirty="0">
                <a:solidFill>
                  <a:srgbClr val="CCCCCC"/>
                </a:solidFill>
                <a:effectLst/>
                <a:latin typeface="Consolas" panose="020B0609020204030204" pitchFamily="49" charset="0"/>
              </a:rPr>
              <a:t>[</a:t>
            </a:r>
            <a:r>
              <a:rPr lang="en-GB" sz="1100" b="0" dirty="0">
                <a:solidFill>
                  <a:srgbClr val="B5CEA8"/>
                </a:solidFill>
                <a:effectLst/>
                <a:latin typeface="Consolas" panose="020B0609020204030204" pitchFamily="49" charset="0"/>
              </a:rPr>
              <a:t>1</a:t>
            </a:r>
            <a:r>
              <a:rPr lang="en-GB" sz="1100" b="0" dirty="0">
                <a:solidFill>
                  <a:srgbClr val="CCCCCC"/>
                </a:solidFill>
                <a:effectLst/>
                <a:latin typeface="Consolas" panose="020B0609020204030204" pitchFamily="49" charset="0"/>
              </a:rPr>
              <a:t>]) </a:t>
            </a:r>
            <a:r>
              <a:rPr lang="en-GB" sz="1100" b="0" dirty="0">
                <a:solidFill>
                  <a:srgbClr val="D4D4D4"/>
                </a:solidFill>
                <a:effectLst/>
                <a:latin typeface="Consolas" panose="020B0609020204030204" pitchFamily="49" charset="0"/>
              </a:rPr>
              <a:t>/</a:t>
            </a:r>
            <a:r>
              <a:rPr lang="en-GB" sz="1100" b="0" dirty="0">
                <a:solidFill>
                  <a:srgbClr val="CCCCCC"/>
                </a:solidFill>
                <a:effectLst/>
                <a:latin typeface="Consolas" panose="020B0609020204030204" pitchFamily="49" charset="0"/>
              </a:rPr>
              <a:t> </a:t>
            </a:r>
            <a:r>
              <a:rPr lang="en-GB" sz="1100" b="0" dirty="0">
                <a:solidFill>
                  <a:srgbClr val="B5CEA8"/>
                </a:solidFill>
                <a:effectLst/>
                <a:latin typeface="Consolas" panose="020B0609020204030204" pitchFamily="49" charset="0"/>
              </a:rPr>
              <a:t>2.0</a:t>
            </a:r>
            <a:r>
              <a:rPr lang="en-GB" sz="1100" b="0" dirty="0">
                <a:solidFill>
                  <a:srgbClr val="CCCCCC"/>
                </a:solidFill>
                <a:effectLst/>
                <a:latin typeface="Consolas" panose="020B0609020204030204" pitchFamily="49" charset="0"/>
              </a:rPr>
              <a:t>)</a:t>
            </a:r>
            <a:br>
              <a:rPr lang="en-GB" sz="1100" b="0" dirty="0">
                <a:solidFill>
                  <a:srgbClr val="CCCCCC"/>
                </a:solidFill>
                <a:effectLst/>
                <a:latin typeface="Consolas" panose="020B0609020204030204" pitchFamily="49" charset="0"/>
              </a:rPr>
            </a:br>
            <a:r>
              <a:rPr lang="en-GB" sz="1100" b="0" dirty="0">
                <a:solidFill>
                  <a:srgbClr val="CCCCCC"/>
                </a:solidFill>
                <a:effectLst/>
                <a:latin typeface="Consolas" panose="020B0609020204030204" pitchFamily="49" charset="0"/>
              </a:rPr>
              <a:t>            </a:t>
            </a:r>
            <a:r>
              <a:rPr lang="en-GB" sz="1100" b="0" dirty="0">
                <a:solidFill>
                  <a:srgbClr val="6A9955"/>
                </a:solidFill>
                <a:effectLst/>
                <a:latin typeface="Consolas" panose="020B0609020204030204" pitchFamily="49" charset="0"/>
              </a:rPr>
              <a:t># Draw marker and its pose axis</a:t>
            </a:r>
            <a:endParaRPr lang="en-GB" sz="1100" b="0" dirty="0">
              <a:solidFill>
                <a:srgbClr val="CCCCCC"/>
              </a:solidFill>
              <a:effectLst/>
              <a:latin typeface="Consolas" panose="020B0609020204030204" pitchFamily="49" charset="0"/>
            </a:endParaRPr>
          </a:p>
          <a:p>
            <a:pPr marL="0" indent="0">
              <a:lnSpc>
                <a:spcPts val="1425"/>
              </a:lnSpc>
              <a:spcBef>
                <a:spcPts val="0"/>
              </a:spcBef>
              <a:buNone/>
            </a:pPr>
            <a:r>
              <a:rPr lang="en-GB" sz="1100" b="0" dirty="0">
                <a:solidFill>
                  <a:srgbClr val="CCCCCC"/>
                </a:solidFill>
                <a:effectLst/>
                <a:latin typeface="Consolas" panose="020B0609020204030204" pitchFamily="49" charset="0"/>
              </a:rPr>
              <a:t>            </a:t>
            </a:r>
            <a:r>
              <a:rPr lang="en-GB" sz="1100" b="0" dirty="0" err="1">
                <a:solidFill>
                  <a:srgbClr val="CCCCCC"/>
                </a:solidFill>
                <a:effectLst/>
                <a:latin typeface="Consolas" panose="020B0609020204030204" pitchFamily="49" charset="0"/>
              </a:rPr>
              <a:t>aruco.drawDetectedMarkers</a:t>
            </a:r>
            <a:r>
              <a:rPr lang="en-GB" sz="1100" b="0" dirty="0">
                <a:solidFill>
                  <a:srgbClr val="CCCCCC"/>
                </a:solidFill>
                <a:effectLst/>
                <a:latin typeface="Consolas" panose="020B0609020204030204" pitchFamily="49" charset="0"/>
              </a:rPr>
              <a:t>(</a:t>
            </a:r>
            <a:r>
              <a:rPr lang="en-GB" sz="1100" b="0" dirty="0" err="1">
                <a:solidFill>
                  <a:srgbClr val="9CDCFE"/>
                </a:solidFill>
                <a:effectLst/>
                <a:latin typeface="Consolas" panose="020B0609020204030204" pitchFamily="49" charset="0"/>
              </a:rPr>
              <a:t>img</a:t>
            </a:r>
            <a:r>
              <a:rPr lang="en-GB" sz="1100" b="0" dirty="0">
                <a:solidFill>
                  <a:srgbClr val="CCCCCC"/>
                </a:solidFill>
                <a:effectLst/>
                <a:latin typeface="Consolas" panose="020B0609020204030204" pitchFamily="49" charset="0"/>
              </a:rPr>
              <a:t>, </a:t>
            </a:r>
            <a:r>
              <a:rPr lang="en-GB" sz="1100" b="0" dirty="0" err="1">
                <a:solidFill>
                  <a:srgbClr val="9CDCFE"/>
                </a:solidFill>
                <a:effectLst/>
                <a:latin typeface="Consolas" panose="020B0609020204030204" pitchFamily="49" charset="0"/>
              </a:rPr>
              <a:t>markerCorners</a:t>
            </a:r>
            <a:r>
              <a:rPr lang="en-GB" sz="1100" b="0" dirty="0">
                <a:solidFill>
                  <a:srgbClr val="CCCCCC"/>
                </a:solidFill>
                <a:effectLst/>
                <a:latin typeface="Consolas" panose="020B0609020204030204" pitchFamily="49" charset="0"/>
              </a:rPr>
              <a:t>, </a:t>
            </a:r>
            <a:r>
              <a:rPr lang="en-GB" sz="1100" b="0" dirty="0" err="1">
                <a:solidFill>
                  <a:srgbClr val="9CDCFE"/>
                </a:solidFill>
                <a:effectLst/>
                <a:latin typeface="Consolas" panose="020B0609020204030204" pitchFamily="49" charset="0"/>
              </a:rPr>
              <a:t>markerIds</a:t>
            </a:r>
            <a:r>
              <a:rPr lang="en-GB" sz="1100" b="0" dirty="0">
                <a:solidFill>
                  <a:srgbClr val="CCCCCC"/>
                </a:solidFill>
                <a:effectLst/>
                <a:latin typeface="Consolas" panose="020B0609020204030204" pitchFamily="49" charset="0"/>
              </a:rPr>
              <a:t>)</a:t>
            </a:r>
          </a:p>
          <a:p>
            <a:pPr marL="0" indent="0">
              <a:lnSpc>
                <a:spcPts val="1425"/>
              </a:lnSpc>
              <a:spcBef>
                <a:spcPts val="0"/>
              </a:spcBef>
              <a:buNone/>
            </a:pPr>
            <a:r>
              <a:rPr lang="en-GB" sz="1100" b="0" dirty="0">
                <a:solidFill>
                  <a:srgbClr val="CCCCCC"/>
                </a:solidFill>
                <a:effectLst/>
                <a:latin typeface="Consolas" panose="020B0609020204030204" pitchFamily="49" charset="0"/>
              </a:rPr>
              <a:t>            </a:t>
            </a:r>
            <a:r>
              <a:rPr lang="en-GB" sz="1100" b="0" dirty="0" err="1">
                <a:solidFill>
                  <a:srgbClr val="4EC9B0"/>
                </a:solidFill>
                <a:effectLst/>
                <a:latin typeface="Consolas" panose="020B0609020204030204" pitchFamily="49" charset="0"/>
              </a:rPr>
              <a:t>cv</a:t>
            </a:r>
            <a:r>
              <a:rPr lang="en-GB" sz="1100" b="0" dirty="0" err="1">
                <a:solidFill>
                  <a:srgbClr val="CCCCCC"/>
                </a:solidFill>
                <a:effectLst/>
                <a:latin typeface="Consolas" panose="020B0609020204030204" pitchFamily="49" charset="0"/>
              </a:rPr>
              <a:t>.drawFrameAxes</a:t>
            </a:r>
            <a:r>
              <a:rPr lang="en-GB" sz="1100" b="0" dirty="0">
                <a:solidFill>
                  <a:srgbClr val="CCCCCC"/>
                </a:solidFill>
                <a:effectLst/>
                <a:latin typeface="Consolas" panose="020B0609020204030204" pitchFamily="49" charset="0"/>
              </a:rPr>
              <a:t>(</a:t>
            </a:r>
            <a:r>
              <a:rPr lang="en-GB" sz="1100" b="0" dirty="0" err="1">
                <a:solidFill>
                  <a:srgbClr val="9CDCFE"/>
                </a:solidFill>
                <a:effectLst/>
                <a:latin typeface="Consolas" panose="020B0609020204030204" pitchFamily="49" charset="0"/>
              </a:rPr>
              <a:t>img</a:t>
            </a:r>
            <a:r>
              <a:rPr lang="en-GB" sz="1100" b="0" dirty="0">
                <a:solidFill>
                  <a:srgbClr val="CCCCCC"/>
                </a:solidFill>
                <a:effectLst/>
                <a:latin typeface="Consolas" panose="020B0609020204030204" pitchFamily="49" charset="0"/>
              </a:rPr>
              <a:t>, </a:t>
            </a:r>
            <a:r>
              <a:rPr lang="en-GB" sz="1100" b="0" dirty="0">
                <a:solidFill>
                  <a:srgbClr val="4FC1FF"/>
                </a:solidFill>
                <a:effectLst/>
                <a:latin typeface="Consolas" panose="020B0609020204030204" pitchFamily="49" charset="0"/>
              </a:rPr>
              <a:t>K</a:t>
            </a:r>
            <a:r>
              <a:rPr lang="en-GB" sz="1100" b="0" dirty="0">
                <a:solidFill>
                  <a:srgbClr val="CCCCCC"/>
                </a:solidFill>
                <a:effectLst/>
                <a:latin typeface="Consolas" panose="020B0609020204030204" pitchFamily="49" charset="0"/>
              </a:rPr>
              <a:t>, </a:t>
            </a:r>
            <a:r>
              <a:rPr lang="en-GB" sz="1100" b="0" dirty="0">
                <a:solidFill>
                  <a:srgbClr val="4FC1FF"/>
                </a:solidFill>
                <a:effectLst/>
                <a:latin typeface="Consolas" panose="020B0609020204030204" pitchFamily="49" charset="0"/>
              </a:rPr>
              <a:t>D</a:t>
            </a:r>
            <a:r>
              <a:rPr lang="en-GB" sz="1100" b="0" dirty="0">
                <a:solidFill>
                  <a:srgbClr val="CCCCCC"/>
                </a:solidFill>
                <a:effectLst/>
                <a:latin typeface="Consolas" panose="020B0609020204030204" pitchFamily="49" charset="0"/>
              </a:rPr>
              <a:t>, </a:t>
            </a:r>
            <a:r>
              <a:rPr lang="en-GB" sz="1100" b="0" dirty="0" err="1">
                <a:solidFill>
                  <a:srgbClr val="9CDCFE"/>
                </a:solidFill>
                <a:effectLst/>
                <a:latin typeface="Consolas" panose="020B0609020204030204" pitchFamily="49" charset="0"/>
              </a:rPr>
              <a:t>rvec</a:t>
            </a:r>
            <a:r>
              <a:rPr lang="en-GB" sz="1100" b="0" dirty="0">
                <a:solidFill>
                  <a:srgbClr val="CCCCCC"/>
                </a:solidFill>
                <a:effectLst/>
                <a:latin typeface="Consolas" panose="020B0609020204030204" pitchFamily="49" charset="0"/>
              </a:rPr>
              <a:t>, </a:t>
            </a:r>
            <a:r>
              <a:rPr lang="en-GB" sz="1100" b="0" dirty="0" err="1">
                <a:solidFill>
                  <a:srgbClr val="9CDCFE"/>
                </a:solidFill>
                <a:effectLst/>
                <a:latin typeface="Consolas" panose="020B0609020204030204" pitchFamily="49" charset="0"/>
              </a:rPr>
              <a:t>tvec</a:t>
            </a:r>
            <a:r>
              <a:rPr lang="en-GB" sz="1100" b="0" dirty="0">
                <a:solidFill>
                  <a:srgbClr val="CCCCCC"/>
                </a:solidFill>
                <a:effectLst/>
                <a:latin typeface="Consolas" panose="020B0609020204030204" pitchFamily="49" charset="0"/>
              </a:rPr>
              <a:t>, </a:t>
            </a:r>
            <a:r>
              <a:rPr lang="en-GB" sz="1100" b="0" dirty="0">
                <a:solidFill>
                  <a:srgbClr val="B5CEA8"/>
                </a:solidFill>
                <a:effectLst/>
                <a:latin typeface="Consolas" panose="020B0609020204030204" pitchFamily="49" charset="0"/>
              </a:rPr>
              <a:t>0.01</a:t>
            </a:r>
            <a:r>
              <a:rPr lang="en-GB" sz="1100" b="0" dirty="0">
                <a:solidFill>
                  <a:srgbClr val="CCCCCC"/>
                </a:solidFill>
                <a:effectLst/>
                <a:latin typeface="Consolas" panose="020B0609020204030204" pitchFamily="49" charset="0"/>
              </a:rPr>
              <a:t>)</a:t>
            </a:r>
            <a:br>
              <a:rPr lang="en-GB" sz="1100" b="0" dirty="0">
                <a:solidFill>
                  <a:srgbClr val="CCCCCC"/>
                </a:solidFill>
                <a:effectLst/>
                <a:latin typeface="Consolas" panose="020B0609020204030204" pitchFamily="49" charset="0"/>
              </a:rPr>
            </a:br>
            <a:r>
              <a:rPr lang="en-GB" sz="1100" b="0" dirty="0">
                <a:solidFill>
                  <a:srgbClr val="CCCCCC"/>
                </a:solidFill>
                <a:effectLst/>
                <a:latin typeface="Consolas" panose="020B0609020204030204" pitchFamily="49" charset="0"/>
              </a:rPr>
              <a:t>            </a:t>
            </a:r>
            <a:r>
              <a:rPr lang="en-GB" sz="1100" b="0" dirty="0">
                <a:solidFill>
                  <a:srgbClr val="6A9955"/>
                </a:solidFill>
                <a:effectLst/>
                <a:latin typeface="Consolas" panose="020B0609020204030204" pitchFamily="49" charset="0"/>
              </a:rPr>
              <a:t># Annotate distance on image</a:t>
            </a:r>
            <a:endParaRPr lang="en-GB" sz="1100" b="0" dirty="0">
              <a:solidFill>
                <a:srgbClr val="CCCCCC"/>
              </a:solidFill>
              <a:effectLst/>
              <a:latin typeface="Consolas" panose="020B0609020204030204" pitchFamily="49" charset="0"/>
            </a:endParaRPr>
          </a:p>
          <a:p>
            <a:pPr marL="0" indent="0">
              <a:lnSpc>
                <a:spcPts val="1425"/>
              </a:lnSpc>
              <a:spcBef>
                <a:spcPts val="0"/>
              </a:spcBef>
              <a:buNone/>
            </a:pPr>
            <a:r>
              <a:rPr lang="en-GB" sz="1100" b="0" dirty="0">
                <a:solidFill>
                  <a:srgbClr val="CCCCCC"/>
                </a:solidFill>
                <a:effectLst/>
                <a:latin typeface="Consolas" panose="020B0609020204030204" pitchFamily="49" charset="0"/>
              </a:rPr>
              <a:t>            </a:t>
            </a:r>
            <a:r>
              <a:rPr lang="en-GB" sz="1100" b="0" dirty="0" err="1">
                <a:solidFill>
                  <a:srgbClr val="4EC9B0"/>
                </a:solidFill>
                <a:effectLst/>
                <a:latin typeface="Consolas" panose="020B0609020204030204" pitchFamily="49" charset="0"/>
              </a:rPr>
              <a:t>cv</a:t>
            </a:r>
            <a:r>
              <a:rPr lang="en-GB" sz="1100" b="0" dirty="0" err="1">
                <a:solidFill>
                  <a:srgbClr val="CCCCCC"/>
                </a:solidFill>
                <a:effectLst/>
                <a:latin typeface="Consolas" panose="020B0609020204030204" pitchFamily="49" charset="0"/>
              </a:rPr>
              <a:t>.putText</a:t>
            </a:r>
            <a:r>
              <a:rPr lang="en-GB" sz="1100" b="0" dirty="0">
                <a:solidFill>
                  <a:srgbClr val="CCCCCC"/>
                </a:solidFill>
                <a:effectLst/>
                <a:latin typeface="Consolas" panose="020B0609020204030204" pitchFamily="49" charset="0"/>
              </a:rPr>
              <a:t>(</a:t>
            </a:r>
            <a:r>
              <a:rPr lang="en-GB" sz="1100" b="0" dirty="0" err="1">
                <a:solidFill>
                  <a:srgbClr val="9CDCFE"/>
                </a:solidFill>
                <a:effectLst/>
                <a:latin typeface="Consolas" panose="020B0609020204030204" pitchFamily="49" charset="0"/>
              </a:rPr>
              <a:t>img</a:t>
            </a:r>
            <a:r>
              <a:rPr lang="en-GB" sz="1100" b="0" dirty="0">
                <a:solidFill>
                  <a:srgbClr val="CCCCCC"/>
                </a:solidFill>
                <a:effectLst/>
                <a:latin typeface="Consolas" panose="020B0609020204030204" pitchFamily="49" charset="0"/>
              </a:rPr>
              <a:t>, </a:t>
            </a:r>
            <a:r>
              <a:rPr lang="en-GB" sz="1100" b="0" dirty="0">
                <a:solidFill>
                  <a:srgbClr val="569CD6"/>
                </a:solidFill>
                <a:effectLst/>
                <a:latin typeface="Consolas" panose="020B0609020204030204" pitchFamily="49" charset="0"/>
              </a:rPr>
              <a:t>f</a:t>
            </a:r>
            <a:r>
              <a:rPr lang="en-GB" sz="1100" b="0" dirty="0">
                <a:solidFill>
                  <a:srgbClr val="CE9178"/>
                </a:solidFill>
                <a:effectLst/>
                <a:latin typeface="Consolas" panose="020B0609020204030204" pitchFamily="49" charset="0"/>
              </a:rPr>
              <a:t>"</a:t>
            </a:r>
            <a:r>
              <a:rPr lang="en-GB" sz="1100" b="0" dirty="0">
                <a:solidFill>
                  <a:srgbClr val="569CD6"/>
                </a:solidFill>
                <a:effectLst/>
                <a:latin typeface="Consolas" panose="020B0609020204030204" pitchFamily="49" charset="0"/>
              </a:rPr>
              <a:t>{</a:t>
            </a:r>
            <a:r>
              <a:rPr lang="en-GB" sz="1100" b="0" dirty="0">
                <a:solidFill>
                  <a:srgbClr val="9CDCFE"/>
                </a:solidFill>
                <a:effectLst/>
                <a:latin typeface="Consolas" panose="020B0609020204030204" pitchFamily="49" charset="0"/>
              </a:rPr>
              <a:t>distance</a:t>
            </a:r>
            <a:r>
              <a:rPr lang="en-GB" sz="1100" b="0" dirty="0">
                <a:solidFill>
                  <a:srgbClr val="569CD6"/>
                </a:solidFill>
                <a:effectLst/>
                <a:latin typeface="Consolas" panose="020B0609020204030204" pitchFamily="49" charset="0"/>
              </a:rPr>
              <a:t>:.2f}</a:t>
            </a:r>
            <a:r>
              <a:rPr lang="en-GB" sz="1100" b="0" dirty="0">
                <a:solidFill>
                  <a:srgbClr val="CE9178"/>
                </a:solidFill>
                <a:effectLst/>
                <a:latin typeface="Consolas" panose="020B0609020204030204" pitchFamily="49" charset="0"/>
              </a:rPr>
              <a:t> m"</a:t>
            </a:r>
            <a:r>
              <a:rPr lang="en-GB" sz="1100" b="0" dirty="0">
                <a:solidFill>
                  <a:srgbClr val="CCCCCC"/>
                </a:solidFill>
                <a:effectLst/>
                <a:latin typeface="Consolas" panose="020B0609020204030204" pitchFamily="49" charset="0"/>
              </a:rPr>
              <a:t>, (</a:t>
            </a:r>
            <a:r>
              <a:rPr lang="en-GB" sz="1100" b="0" dirty="0" err="1">
                <a:solidFill>
                  <a:srgbClr val="9CDCFE"/>
                </a:solidFill>
                <a:effectLst/>
                <a:latin typeface="Consolas" panose="020B0609020204030204" pitchFamily="49" charset="0"/>
              </a:rPr>
              <a:t>cX</a:t>
            </a:r>
            <a:r>
              <a:rPr lang="en-GB" sz="1100" b="0" dirty="0">
                <a:solidFill>
                  <a:srgbClr val="CCCCCC"/>
                </a:solidFill>
                <a:effectLst/>
                <a:latin typeface="Consolas" panose="020B0609020204030204" pitchFamily="49" charset="0"/>
              </a:rPr>
              <a:t>, </a:t>
            </a:r>
            <a:r>
              <a:rPr lang="en-GB" sz="1100" b="0" dirty="0" err="1">
                <a:solidFill>
                  <a:srgbClr val="9CDCFE"/>
                </a:solidFill>
                <a:effectLst/>
                <a:latin typeface="Consolas" panose="020B0609020204030204" pitchFamily="49" charset="0"/>
              </a:rPr>
              <a:t>cY</a:t>
            </a:r>
            <a:r>
              <a:rPr lang="en-GB" sz="1100" b="0" dirty="0">
                <a:solidFill>
                  <a:srgbClr val="CCCCCC"/>
                </a:solidFill>
                <a:effectLst/>
                <a:latin typeface="Consolas" panose="020B0609020204030204" pitchFamily="49" charset="0"/>
              </a:rPr>
              <a:t> </a:t>
            </a:r>
            <a:r>
              <a:rPr lang="en-GB" sz="1100" b="0" dirty="0">
                <a:solidFill>
                  <a:srgbClr val="D4D4D4"/>
                </a:solidFill>
                <a:effectLst/>
                <a:latin typeface="Consolas" panose="020B0609020204030204" pitchFamily="49" charset="0"/>
              </a:rPr>
              <a:t>-</a:t>
            </a:r>
            <a:r>
              <a:rPr lang="en-GB" sz="1100" b="0" dirty="0">
                <a:solidFill>
                  <a:srgbClr val="CCCCCC"/>
                </a:solidFill>
                <a:effectLst/>
                <a:latin typeface="Consolas" panose="020B0609020204030204" pitchFamily="49" charset="0"/>
              </a:rPr>
              <a:t> </a:t>
            </a:r>
            <a:r>
              <a:rPr lang="en-GB" sz="1100" b="0" dirty="0">
                <a:solidFill>
                  <a:srgbClr val="B5CEA8"/>
                </a:solidFill>
                <a:effectLst/>
                <a:latin typeface="Consolas" panose="020B0609020204030204" pitchFamily="49" charset="0"/>
              </a:rPr>
              <a:t>15</a:t>
            </a:r>
            <a:r>
              <a:rPr lang="en-GB" sz="1100" b="0" dirty="0">
                <a:solidFill>
                  <a:srgbClr val="CCCCCC"/>
                </a:solidFill>
                <a:effectLst/>
                <a:latin typeface="Consolas" panose="020B0609020204030204" pitchFamily="49" charset="0"/>
              </a:rPr>
              <a:t>),</a:t>
            </a:r>
          </a:p>
          <a:p>
            <a:pPr marL="0" indent="0">
              <a:lnSpc>
                <a:spcPts val="1425"/>
              </a:lnSpc>
              <a:spcBef>
                <a:spcPts val="0"/>
              </a:spcBef>
              <a:buNone/>
            </a:pPr>
            <a:r>
              <a:rPr lang="en-GB" sz="1100" b="0" dirty="0">
                <a:solidFill>
                  <a:srgbClr val="CCCCCC"/>
                </a:solidFill>
                <a:effectLst/>
                <a:latin typeface="Consolas" panose="020B0609020204030204" pitchFamily="49" charset="0"/>
              </a:rPr>
              <a:t>                       </a:t>
            </a:r>
            <a:r>
              <a:rPr lang="en-GB" sz="1100" b="0" dirty="0" err="1">
                <a:solidFill>
                  <a:srgbClr val="4EC9B0"/>
                </a:solidFill>
                <a:effectLst/>
                <a:latin typeface="Consolas" panose="020B0609020204030204" pitchFamily="49" charset="0"/>
              </a:rPr>
              <a:t>cv</a:t>
            </a:r>
            <a:r>
              <a:rPr lang="en-GB" sz="1100" b="0" dirty="0" err="1">
                <a:solidFill>
                  <a:srgbClr val="CCCCCC"/>
                </a:solidFill>
                <a:effectLst/>
                <a:latin typeface="Consolas" panose="020B0609020204030204" pitchFamily="49" charset="0"/>
              </a:rPr>
              <a:t>.FONT_HERSHEY_SIMPLEX</a:t>
            </a:r>
            <a:r>
              <a:rPr lang="en-GB" sz="1100" b="0" dirty="0">
                <a:solidFill>
                  <a:srgbClr val="CCCCCC"/>
                </a:solidFill>
                <a:effectLst/>
                <a:latin typeface="Consolas" panose="020B0609020204030204" pitchFamily="49" charset="0"/>
              </a:rPr>
              <a:t>, </a:t>
            </a:r>
            <a:r>
              <a:rPr lang="en-GB" sz="1100" b="0" dirty="0">
                <a:solidFill>
                  <a:srgbClr val="B5CEA8"/>
                </a:solidFill>
                <a:effectLst/>
                <a:latin typeface="Consolas" panose="020B0609020204030204" pitchFamily="49" charset="0"/>
              </a:rPr>
              <a:t>0.4</a:t>
            </a:r>
            <a:r>
              <a:rPr lang="en-GB" sz="1100" b="0" dirty="0">
                <a:solidFill>
                  <a:srgbClr val="CCCCCC"/>
                </a:solidFill>
                <a:effectLst/>
                <a:latin typeface="Consolas" panose="020B0609020204030204" pitchFamily="49" charset="0"/>
              </a:rPr>
              <a:t>, (</a:t>
            </a:r>
            <a:r>
              <a:rPr lang="en-GB" sz="1100" b="0" dirty="0">
                <a:solidFill>
                  <a:srgbClr val="B5CEA8"/>
                </a:solidFill>
                <a:effectLst/>
                <a:latin typeface="Consolas" panose="020B0609020204030204" pitchFamily="49" charset="0"/>
              </a:rPr>
              <a:t>0</a:t>
            </a:r>
            <a:r>
              <a:rPr lang="en-GB" sz="1100" b="0" dirty="0">
                <a:solidFill>
                  <a:srgbClr val="CCCCCC"/>
                </a:solidFill>
                <a:effectLst/>
                <a:latin typeface="Consolas" panose="020B0609020204030204" pitchFamily="49" charset="0"/>
              </a:rPr>
              <a:t>, </a:t>
            </a:r>
            <a:r>
              <a:rPr lang="en-GB" sz="1100" b="0" dirty="0">
                <a:solidFill>
                  <a:srgbClr val="B5CEA8"/>
                </a:solidFill>
                <a:effectLst/>
                <a:latin typeface="Consolas" panose="020B0609020204030204" pitchFamily="49" charset="0"/>
              </a:rPr>
              <a:t>255</a:t>
            </a:r>
            <a:r>
              <a:rPr lang="en-GB" sz="1100" b="0" dirty="0">
                <a:solidFill>
                  <a:srgbClr val="CCCCCC"/>
                </a:solidFill>
                <a:effectLst/>
                <a:latin typeface="Consolas" panose="020B0609020204030204" pitchFamily="49" charset="0"/>
              </a:rPr>
              <a:t>, </a:t>
            </a:r>
            <a:r>
              <a:rPr lang="en-GB" sz="1100" b="0" dirty="0">
                <a:solidFill>
                  <a:srgbClr val="B5CEA8"/>
                </a:solidFill>
                <a:effectLst/>
                <a:latin typeface="Consolas" panose="020B0609020204030204" pitchFamily="49" charset="0"/>
              </a:rPr>
              <a:t>0</a:t>
            </a:r>
            <a:r>
              <a:rPr lang="en-GB" sz="1100" b="0" dirty="0">
                <a:solidFill>
                  <a:srgbClr val="CCCCCC"/>
                </a:solidFill>
                <a:effectLst/>
                <a:latin typeface="Consolas" panose="020B0609020204030204" pitchFamily="49" charset="0"/>
              </a:rPr>
              <a:t>), </a:t>
            </a:r>
            <a:r>
              <a:rPr lang="en-GB" sz="1100" b="0" dirty="0">
                <a:solidFill>
                  <a:srgbClr val="B5CEA8"/>
                </a:solidFill>
                <a:effectLst/>
                <a:latin typeface="Consolas" panose="020B0609020204030204" pitchFamily="49" charset="0"/>
              </a:rPr>
              <a:t>2</a:t>
            </a:r>
            <a:r>
              <a:rPr lang="en-GB" sz="1100" b="0" dirty="0">
                <a:solidFill>
                  <a:srgbClr val="CCCCCC"/>
                </a:solidFill>
                <a:effectLst/>
                <a:latin typeface="Consolas" panose="020B0609020204030204" pitchFamily="49" charset="0"/>
              </a:rPr>
              <a:t>)</a:t>
            </a:r>
          </a:p>
          <a:p>
            <a:pPr marL="0" indent="0">
              <a:lnSpc>
                <a:spcPts val="1425"/>
              </a:lnSpc>
              <a:spcBef>
                <a:spcPts val="0"/>
              </a:spcBef>
              <a:buNone/>
            </a:pPr>
            <a:br>
              <a:rPr lang="en-GB" sz="1100" b="0" dirty="0">
                <a:solidFill>
                  <a:srgbClr val="CCCCCC"/>
                </a:solidFill>
                <a:effectLst/>
                <a:latin typeface="Consolas" panose="020B0609020204030204" pitchFamily="49" charset="0"/>
              </a:rPr>
            </a:br>
            <a:r>
              <a:rPr lang="en-GB" sz="1100" b="0" dirty="0">
                <a:solidFill>
                  <a:srgbClr val="CCCCCC"/>
                </a:solidFill>
                <a:effectLst/>
                <a:latin typeface="Consolas" panose="020B0609020204030204" pitchFamily="49" charset="0"/>
              </a:rPr>
              <a:t>    </a:t>
            </a:r>
            <a:r>
              <a:rPr lang="en-GB" sz="1100" b="0" dirty="0">
                <a:solidFill>
                  <a:srgbClr val="6A9955"/>
                </a:solidFill>
                <a:effectLst/>
                <a:latin typeface="Consolas" panose="020B0609020204030204" pitchFamily="49" charset="0"/>
              </a:rPr>
              <a:t># Display result</a:t>
            </a:r>
            <a:endParaRPr lang="en-GB" sz="1100" b="0" dirty="0">
              <a:solidFill>
                <a:srgbClr val="CCCCCC"/>
              </a:solidFill>
              <a:effectLst/>
              <a:latin typeface="Consolas" panose="020B0609020204030204" pitchFamily="49" charset="0"/>
            </a:endParaRPr>
          </a:p>
          <a:p>
            <a:pPr marL="0" indent="0">
              <a:lnSpc>
                <a:spcPts val="1425"/>
              </a:lnSpc>
              <a:spcBef>
                <a:spcPts val="0"/>
              </a:spcBef>
              <a:buNone/>
            </a:pPr>
            <a:r>
              <a:rPr lang="en-GB" sz="1100" b="0" dirty="0">
                <a:solidFill>
                  <a:srgbClr val="CCCCCC"/>
                </a:solidFill>
                <a:effectLst/>
                <a:latin typeface="Consolas" panose="020B0609020204030204" pitchFamily="49" charset="0"/>
              </a:rPr>
              <a:t>    </a:t>
            </a:r>
            <a:r>
              <a:rPr lang="en-GB" sz="1100" b="0" dirty="0" err="1">
                <a:solidFill>
                  <a:srgbClr val="4EC9B0"/>
                </a:solidFill>
                <a:effectLst/>
                <a:latin typeface="Consolas" panose="020B0609020204030204" pitchFamily="49" charset="0"/>
              </a:rPr>
              <a:t>cv</a:t>
            </a:r>
            <a:r>
              <a:rPr lang="en-GB" sz="1100" b="0" dirty="0" err="1">
                <a:solidFill>
                  <a:srgbClr val="CCCCCC"/>
                </a:solidFill>
                <a:effectLst/>
                <a:latin typeface="Consolas" panose="020B0609020204030204" pitchFamily="49" charset="0"/>
              </a:rPr>
              <a:t>.imshow</a:t>
            </a:r>
            <a:r>
              <a:rPr lang="en-GB" sz="1100" b="0" dirty="0">
                <a:solidFill>
                  <a:srgbClr val="CCCCCC"/>
                </a:solidFill>
                <a:effectLst/>
                <a:latin typeface="Consolas" panose="020B0609020204030204" pitchFamily="49" charset="0"/>
              </a:rPr>
              <a:t>(</a:t>
            </a:r>
            <a:r>
              <a:rPr lang="en-GB" sz="1100" b="0" dirty="0">
                <a:solidFill>
                  <a:srgbClr val="CE9178"/>
                </a:solidFill>
                <a:effectLst/>
                <a:latin typeface="Consolas" panose="020B0609020204030204" pitchFamily="49" charset="0"/>
              </a:rPr>
              <a:t>"capture"</a:t>
            </a:r>
            <a:r>
              <a:rPr lang="en-GB" sz="1100" b="0" dirty="0">
                <a:solidFill>
                  <a:srgbClr val="CCCCCC"/>
                </a:solidFill>
                <a:effectLst/>
                <a:latin typeface="Consolas" panose="020B0609020204030204" pitchFamily="49" charset="0"/>
              </a:rPr>
              <a:t>, </a:t>
            </a:r>
            <a:r>
              <a:rPr lang="en-GB" sz="1100" b="0" dirty="0" err="1">
                <a:solidFill>
                  <a:srgbClr val="9CDCFE"/>
                </a:solidFill>
                <a:effectLst/>
                <a:latin typeface="Consolas" panose="020B0609020204030204" pitchFamily="49" charset="0"/>
              </a:rPr>
              <a:t>img</a:t>
            </a:r>
            <a:r>
              <a:rPr lang="en-GB" sz="1100" b="0" dirty="0">
                <a:solidFill>
                  <a:srgbClr val="CCCCCC"/>
                </a:solidFill>
                <a:effectLst/>
                <a:latin typeface="Consolas" panose="020B0609020204030204" pitchFamily="49" charset="0"/>
              </a:rPr>
              <a:t>)</a:t>
            </a:r>
          </a:p>
        </p:txBody>
      </p:sp>
    </p:spTree>
    <p:extLst>
      <p:ext uri="{BB962C8B-B14F-4D97-AF65-F5344CB8AC3E}">
        <p14:creationId xmlns:p14="http://schemas.microsoft.com/office/powerpoint/2010/main" val="188023889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7C9A23-1969-627B-82AB-CF86DCD3D260}"/>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80C5A68-8443-3619-C177-9A7BD44D9D68}"/>
              </a:ext>
            </a:extLst>
          </p:cNvPr>
          <p:cNvSpPr>
            <a:spLocks noGrp="1"/>
          </p:cNvSpPr>
          <p:nvPr>
            <p:ph sz="half" idx="4294967295"/>
          </p:nvPr>
        </p:nvSpPr>
        <p:spPr>
          <a:xfrm>
            <a:off x="0" y="-1"/>
            <a:ext cx="5692589" cy="6858000"/>
          </a:xfrm>
          <a:solidFill>
            <a:schemeClr val="tx2">
              <a:lumMod val="50000"/>
            </a:schemeClr>
          </a:solidFill>
          <a:ln>
            <a:solidFill>
              <a:schemeClr val="bg1"/>
            </a:solidFill>
          </a:ln>
        </p:spPr>
        <p:txBody>
          <a:bodyPr>
            <a:noAutofit/>
          </a:bodyPr>
          <a:lstStyle/>
          <a:p>
            <a:pPr marL="0" indent="0">
              <a:lnSpc>
                <a:spcPts val="1425"/>
              </a:lnSpc>
              <a:spcBef>
                <a:spcPts val="0"/>
              </a:spcBef>
              <a:buNone/>
            </a:pPr>
            <a:r>
              <a:rPr lang="en-GB" sz="1100" b="0" dirty="0">
                <a:solidFill>
                  <a:srgbClr val="CCCCCC"/>
                </a:solidFill>
                <a:effectLst/>
                <a:latin typeface="Consolas" panose="020B0609020204030204" pitchFamily="49" charset="0"/>
              </a:rPr>
              <a:t>    </a:t>
            </a:r>
            <a:r>
              <a:rPr lang="en-GB" sz="1100" b="0" dirty="0">
                <a:solidFill>
                  <a:srgbClr val="6A9955"/>
                </a:solidFill>
                <a:effectLst/>
                <a:latin typeface="Consolas" panose="020B0609020204030204" pitchFamily="49" charset="0"/>
              </a:rPr>
              <a:t># Break loop if ESC is pressed</a:t>
            </a:r>
            <a:endParaRPr lang="en-GB" sz="1100" b="0" dirty="0">
              <a:solidFill>
                <a:srgbClr val="CCCCCC"/>
              </a:solidFill>
              <a:effectLst/>
              <a:latin typeface="Consolas" panose="020B0609020204030204" pitchFamily="49" charset="0"/>
            </a:endParaRPr>
          </a:p>
          <a:p>
            <a:pPr marL="0" indent="0">
              <a:lnSpc>
                <a:spcPts val="1425"/>
              </a:lnSpc>
              <a:spcBef>
                <a:spcPts val="0"/>
              </a:spcBef>
              <a:buNone/>
            </a:pPr>
            <a:r>
              <a:rPr lang="en-GB" sz="1100" b="0" dirty="0">
                <a:solidFill>
                  <a:srgbClr val="CCCCCC"/>
                </a:solidFill>
                <a:effectLst/>
                <a:latin typeface="Consolas" panose="020B0609020204030204" pitchFamily="49" charset="0"/>
              </a:rPr>
              <a:t>    </a:t>
            </a:r>
            <a:r>
              <a:rPr lang="en-GB" sz="1100" b="0" dirty="0">
                <a:solidFill>
                  <a:srgbClr val="9CDCFE"/>
                </a:solidFill>
                <a:effectLst/>
                <a:latin typeface="Consolas" panose="020B0609020204030204" pitchFamily="49" charset="0"/>
              </a:rPr>
              <a:t>k</a:t>
            </a:r>
            <a:r>
              <a:rPr lang="en-GB" sz="1100" b="0" dirty="0">
                <a:solidFill>
                  <a:srgbClr val="CCCCCC"/>
                </a:solidFill>
                <a:effectLst/>
                <a:latin typeface="Consolas" panose="020B0609020204030204" pitchFamily="49" charset="0"/>
              </a:rPr>
              <a:t> </a:t>
            </a:r>
            <a:r>
              <a:rPr lang="en-GB" sz="1100" b="0" dirty="0">
                <a:solidFill>
                  <a:srgbClr val="D4D4D4"/>
                </a:solidFill>
                <a:effectLst/>
                <a:latin typeface="Consolas" panose="020B0609020204030204" pitchFamily="49" charset="0"/>
              </a:rPr>
              <a:t>=</a:t>
            </a:r>
            <a:r>
              <a:rPr lang="en-GB" sz="1100" b="0" dirty="0">
                <a:solidFill>
                  <a:srgbClr val="CCCCCC"/>
                </a:solidFill>
                <a:effectLst/>
                <a:latin typeface="Consolas" panose="020B0609020204030204" pitchFamily="49" charset="0"/>
              </a:rPr>
              <a:t> </a:t>
            </a:r>
            <a:r>
              <a:rPr lang="en-GB" sz="1100" b="0" dirty="0" err="1">
                <a:solidFill>
                  <a:srgbClr val="4EC9B0"/>
                </a:solidFill>
                <a:effectLst/>
                <a:latin typeface="Consolas" panose="020B0609020204030204" pitchFamily="49" charset="0"/>
              </a:rPr>
              <a:t>cv</a:t>
            </a:r>
            <a:r>
              <a:rPr lang="en-GB" sz="1100" b="0" dirty="0" err="1">
                <a:solidFill>
                  <a:srgbClr val="CCCCCC"/>
                </a:solidFill>
                <a:effectLst/>
                <a:latin typeface="Consolas" panose="020B0609020204030204" pitchFamily="49" charset="0"/>
              </a:rPr>
              <a:t>.waitKey</a:t>
            </a:r>
            <a:r>
              <a:rPr lang="en-GB" sz="1100" b="0" dirty="0">
                <a:solidFill>
                  <a:srgbClr val="CCCCCC"/>
                </a:solidFill>
                <a:effectLst/>
                <a:latin typeface="Consolas" panose="020B0609020204030204" pitchFamily="49" charset="0"/>
              </a:rPr>
              <a:t>(</a:t>
            </a:r>
            <a:r>
              <a:rPr lang="en-GB" sz="1100" b="0" dirty="0">
                <a:solidFill>
                  <a:srgbClr val="B5CEA8"/>
                </a:solidFill>
                <a:effectLst/>
                <a:latin typeface="Consolas" panose="020B0609020204030204" pitchFamily="49" charset="0"/>
              </a:rPr>
              <a:t>1</a:t>
            </a:r>
            <a:r>
              <a:rPr lang="en-GB" sz="1100" b="0" dirty="0">
                <a:solidFill>
                  <a:srgbClr val="CCCCCC"/>
                </a:solidFill>
                <a:effectLst/>
                <a:latin typeface="Consolas" panose="020B0609020204030204" pitchFamily="49" charset="0"/>
              </a:rPr>
              <a:t>)</a:t>
            </a:r>
          </a:p>
          <a:p>
            <a:pPr marL="0" indent="0">
              <a:lnSpc>
                <a:spcPts val="1425"/>
              </a:lnSpc>
              <a:spcBef>
                <a:spcPts val="0"/>
              </a:spcBef>
              <a:buNone/>
            </a:pPr>
            <a:r>
              <a:rPr lang="en-GB" sz="1100" b="0" dirty="0">
                <a:solidFill>
                  <a:srgbClr val="CCCCCC"/>
                </a:solidFill>
                <a:effectLst/>
                <a:latin typeface="Consolas" panose="020B0609020204030204" pitchFamily="49" charset="0"/>
              </a:rPr>
              <a:t>    </a:t>
            </a:r>
            <a:r>
              <a:rPr lang="en-GB" sz="1100" b="0" dirty="0">
                <a:solidFill>
                  <a:srgbClr val="C586C0"/>
                </a:solidFill>
                <a:effectLst/>
                <a:latin typeface="Consolas" panose="020B0609020204030204" pitchFamily="49" charset="0"/>
              </a:rPr>
              <a:t>if</a:t>
            </a:r>
            <a:r>
              <a:rPr lang="en-GB" sz="1100" b="0" dirty="0">
                <a:solidFill>
                  <a:srgbClr val="CCCCCC"/>
                </a:solidFill>
                <a:effectLst/>
                <a:latin typeface="Consolas" panose="020B0609020204030204" pitchFamily="49" charset="0"/>
              </a:rPr>
              <a:t> </a:t>
            </a:r>
            <a:r>
              <a:rPr lang="en-GB" sz="1100" b="0" dirty="0">
                <a:solidFill>
                  <a:srgbClr val="9CDCFE"/>
                </a:solidFill>
                <a:effectLst/>
                <a:latin typeface="Consolas" panose="020B0609020204030204" pitchFamily="49" charset="0"/>
              </a:rPr>
              <a:t>k</a:t>
            </a:r>
            <a:r>
              <a:rPr lang="en-GB" sz="1100" b="0" dirty="0">
                <a:solidFill>
                  <a:srgbClr val="CCCCCC"/>
                </a:solidFill>
                <a:effectLst/>
                <a:latin typeface="Consolas" panose="020B0609020204030204" pitchFamily="49" charset="0"/>
              </a:rPr>
              <a:t> </a:t>
            </a:r>
            <a:r>
              <a:rPr lang="en-GB" sz="1100" b="0" dirty="0">
                <a:solidFill>
                  <a:srgbClr val="D4D4D4"/>
                </a:solidFill>
                <a:effectLst/>
                <a:latin typeface="Consolas" panose="020B0609020204030204" pitchFamily="49" charset="0"/>
              </a:rPr>
              <a:t>%</a:t>
            </a:r>
            <a:r>
              <a:rPr lang="en-GB" sz="1100" b="0" dirty="0">
                <a:solidFill>
                  <a:srgbClr val="CCCCCC"/>
                </a:solidFill>
                <a:effectLst/>
                <a:latin typeface="Consolas" panose="020B0609020204030204" pitchFamily="49" charset="0"/>
              </a:rPr>
              <a:t> </a:t>
            </a:r>
            <a:r>
              <a:rPr lang="en-GB" sz="1100" b="0" dirty="0">
                <a:solidFill>
                  <a:srgbClr val="B5CEA8"/>
                </a:solidFill>
                <a:effectLst/>
                <a:latin typeface="Consolas" panose="020B0609020204030204" pitchFamily="49" charset="0"/>
              </a:rPr>
              <a:t>256</a:t>
            </a:r>
            <a:r>
              <a:rPr lang="en-GB" sz="1100" b="0" dirty="0">
                <a:solidFill>
                  <a:srgbClr val="CCCCCC"/>
                </a:solidFill>
                <a:effectLst/>
                <a:latin typeface="Consolas" panose="020B0609020204030204" pitchFamily="49" charset="0"/>
              </a:rPr>
              <a:t> </a:t>
            </a:r>
            <a:r>
              <a:rPr lang="en-GB" sz="1100" b="0" dirty="0">
                <a:solidFill>
                  <a:srgbClr val="D4D4D4"/>
                </a:solidFill>
                <a:effectLst/>
                <a:latin typeface="Consolas" panose="020B0609020204030204" pitchFamily="49" charset="0"/>
              </a:rPr>
              <a:t>==</a:t>
            </a:r>
            <a:r>
              <a:rPr lang="en-GB" sz="1100" b="0" dirty="0">
                <a:solidFill>
                  <a:srgbClr val="CCCCCC"/>
                </a:solidFill>
                <a:effectLst/>
                <a:latin typeface="Consolas" panose="020B0609020204030204" pitchFamily="49" charset="0"/>
              </a:rPr>
              <a:t> </a:t>
            </a:r>
            <a:r>
              <a:rPr lang="en-GB" sz="1100" b="0" dirty="0">
                <a:solidFill>
                  <a:srgbClr val="B5CEA8"/>
                </a:solidFill>
                <a:effectLst/>
                <a:latin typeface="Consolas" panose="020B0609020204030204" pitchFamily="49" charset="0"/>
              </a:rPr>
              <a:t>27</a:t>
            </a:r>
            <a:r>
              <a:rPr lang="en-GB" sz="1100" b="0" dirty="0">
                <a:solidFill>
                  <a:srgbClr val="CCCCCC"/>
                </a:solidFill>
                <a:effectLst/>
                <a:latin typeface="Consolas" panose="020B0609020204030204" pitchFamily="49" charset="0"/>
              </a:rPr>
              <a:t>:</a:t>
            </a:r>
          </a:p>
          <a:p>
            <a:pPr marL="0" indent="0">
              <a:lnSpc>
                <a:spcPts val="1425"/>
              </a:lnSpc>
              <a:spcBef>
                <a:spcPts val="0"/>
              </a:spcBef>
              <a:buNone/>
            </a:pPr>
            <a:r>
              <a:rPr lang="en-GB" sz="1100" b="0" dirty="0">
                <a:solidFill>
                  <a:srgbClr val="CCCCCC"/>
                </a:solidFill>
                <a:effectLst/>
                <a:latin typeface="Consolas" panose="020B0609020204030204" pitchFamily="49" charset="0"/>
              </a:rPr>
              <a:t>        </a:t>
            </a:r>
            <a:r>
              <a:rPr lang="en-GB" sz="1100" b="0" dirty="0">
                <a:solidFill>
                  <a:srgbClr val="DCDCAA"/>
                </a:solidFill>
                <a:effectLst/>
                <a:latin typeface="Consolas" panose="020B0609020204030204" pitchFamily="49" charset="0"/>
              </a:rPr>
              <a:t>print</a:t>
            </a:r>
            <a:r>
              <a:rPr lang="en-GB" sz="1100" b="0" dirty="0">
                <a:solidFill>
                  <a:srgbClr val="CCCCCC"/>
                </a:solidFill>
                <a:effectLst/>
                <a:latin typeface="Consolas" panose="020B0609020204030204" pitchFamily="49" charset="0"/>
              </a:rPr>
              <a:t>(</a:t>
            </a:r>
            <a:r>
              <a:rPr lang="en-GB" sz="1100" b="0" dirty="0">
                <a:solidFill>
                  <a:srgbClr val="CE9178"/>
                </a:solidFill>
                <a:effectLst/>
                <a:latin typeface="Consolas" panose="020B0609020204030204" pitchFamily="49" charset="0"/>
              </a:rPr>
              <a:t>"🔚 ESC pressed, closing..."</a:t>
            </a:r>
            <a:r>
              <a:rPr lang="en-GB" sz="1100" b="0" dirty="0">
                <a:solidFill>
                  <a:srgbClr val="CCCCCC"/>
                </a:solidFill>
                <a:effectLst/>
                <a:latin typeface="Consolas" panose="020B0609020204030204" pitchFamily="49" charset="0"/>
              </a:rPr>
              <a:t>)</a:t>
            </a:r>
          </a:p>
          <a:p>
            <a:pPr marL="0" indent="0">
              <a:lnSpc>
                <a:spcPts val="1425"/>
              </a:lnSpc>
              <a:spcBef>
                <a:spcPts val="0"/>
              </a:spcBef>
              <a:buNone/>
            </a:pPr>
            <a:r>
              <a:rPr lang="en-GB" sz="1100" b="0" dirty="0">
                <a:solidFill>
                  <a:srgbClr val="CCCCCC"/>
                </a:solidFill>
                <a:effectLst/>
                <a:latin typeface="Consolas" panose="020B0609020204030204" pitchFamily="49" charset="0"/>
              </a:rPr>
              <a:t>        </a:t>
            </a:r>
            <a:r>
              <a:rPr lang="en-GB" sz="1100" b="0" dirty="0">
                <a:solidFill>
                  <a:srgbClr val="C586C0"/>
                </a:solidFill>
                <a:effectLst/>
                <a:latin typeface="Consolas" panose="020B0609020204030204" pitchFamily="49" charset="0"/>
              </a:rPr>
              <a:t>break</a:t>
            </a:r>
            <a:endParaRPr lang="en-GB" sz="1100" b="0" dirty="0">
              <a:solidFill>
                <a:srgbClr val="CCCCCC"/>
              </a:solidFill>
              <a:effectLst/>
              <a:latin typeface="Consolas" panose="020B0609020204030204" pitchFamily="49" charset="0"/>
            </a:endParaRPr>
          </a:p>
          <a:p>
            <a:pPr marL="0" indent="0">
              <a:lnSpc>
                <a:spcPts val="1425"/>
              </a:lnSpc>
              <a:spcBef>
                <a:spcPts val="0"/>
              </a:spcBef>
              <a:buNone/>
            </a:pPr>
            <a:br>
              <a:rPr lang="en-GB" sz="1100" b="0" dirty="0">
                <a:solidFill>
                  <a:srgbClr val="CCCCCC"/>
                </a:solidFill>
                <a:effectLst/>
                <a:latin typeface="Consolas" panose="020B0609020204030204" pitchFamily="49" charset="0"/>
              </a:rPr>
            </a:br>
            <a:r>
              <a:rPr lang="en-GB" sz="1100" b="0" dirty="0">
                <a:solidFill>
                  <a:srgbClr val="6A9955"/>
                </a:solidFill>
                <a:effectLst/>
                <a:latin typeface="Consolas" panose="020B0609020204030204" pitchFamily="49" charset="0"/>
              </a:rPr>
              <a:t># === [3] Cleanup ===</a:t>
            </a:r>
            <a:endParaRPr lang="en-GB" sz="1100" b="0" dirty="0">
              <a:solidFill>
                <a:srgbClr val="CCCCCC"/>
              </a:solidFill>
              <a:effectLst/>
              <a:latin typeface="Consolas" panose="020B0609020204030204" pitchFamily="49" charset="0"/>
            </a:endParaRPr>
          </a:p>
          <a:p>
            <a:pPr marL="0" indent="0">
              <a:lnSpc>
                <a:spcPts val="1425"/>
              </a:lnSpc>
              <a:spcBef>
                <a:spcPts val="0"/>
              </a:spcBef>
              <a:buNone/>
            </a:pPr>
            <a:br>
              <a:rPr lang="en-GB" sz="1100" b="0" dirty="0">
                <a:solidFill>
                  <a:srgbClr val="CCCCCC"/>
                </a:solidFill>
                <a:effectLst/>
                <a:latin typeface="Consolas" panose="020B0609020204030204" pitchFamily="49" charset="0"/>
              </a:rPr>
            </a:br>
            <a:r>
              <a:rPr lang="en-GB" sz="1100" b="0" dirty="0" err="1">
                <a:solidFill>
                  <a:srgbClr val="9CDCFE"/>
                </a:solidFill>
                <a:effectLst/>
                <a:latin typeface="Consolas" panose="020B0609020204030204" pitchFamily="49" charset="0"/>
              </a:rPr>
              <a:t>cam</a:t>
            </a:r>
            <a:r>
              <a:rPr lang="en-GB" sz="1100" b="0" dirty="0" err="1">
                <a:solidFill>
                  <a:srgbClr val="CCCCCC"/>
                </a:solidFill>
                <a:effectLst/>
                <a:latin typeface="Consolas" panose="020B0609020204030204" pitchFamily="49" charset="0"/>
              </a:rPr>
              <a:t>.release</a:t>
            </a:r>
            <a:r>
              <a:rPr lang="en-GB" sz="1100" b="0" dirty="0">
                <a:solidFill>
                  <a:srgbClr val="CCCCCC"/>
                </a:solidFill>
                <a:effectLst/>
                <a:latin typeface="Consolas" panose="020B0609020204030204" pitchFamily="49" charset="0"/>
              </a:rPr>
              <a:t>()</a:t>
            </a:r>
          </a:p>
          <a:p>
            <a:pPr marL="0" indent="0">
              <a:lnSpc>
                <a:spcPts val="1425"/>
              </a:lnSpc>
              <a:spcBef>
                <a:spcPts val="0"/>
              </a:spcBef>
              <a:buNone/>
            </a:pPr>
            <a:r>
              <a:rPr lang="en-GB" sz="1100" b="0" dirty="0" err="1">
                <a:solidFill>
                  <a:srgbClr val="4EC9B0"/>
                </a:solidFill>
                <a:effectLst/>
                <a:latin typeface="Consolas" panose="020B0609020204030204" pitchFamily="49" charset="0"/>
              </a:rPr>
              <a:t>cv</a:t>
            </a:r>
            <a:r>
              <a:rPr lang="en-GB" sz="1100" b="0" dirty="0" err="1">
                <a:solidFill>
                  <a:srgbClr val="CCCCCC"/>
                </a:solidFill>
                <a:effectLst/>
                <a:latin typeface="Consolas" panose="020B0609020204030204" pitchFamily="49" charset="0"/>
              </a:rPr>
              <a:t>.destroyAllWindows</a:t>
            </a:r>
            <a:r>
              <a:rPr lang="en-GB" sz="1100" b="0" dirty="0">
                <a:solidFill>
                  <a:srgbClr val="CCCCCC"/>
                </a:solidFill>
                <a:effectLst/>
                <a:latin typeface="Consolas" panose="020B0609020204030204" pitchFamily="49" charset="0"/>
              </a:rPr>
              <a:t>()</a:t>
            </a:r>
          </a:p>
        </p:txBody>
      </p:sp>
      <p:pic>
        <p:nvPicPr>
          <p:cNvPr id="5" name="Picture 4">
            <a:extLst>
              <a:ext uri="{FF2B5EF4-FFF2-40B4-BE49-F238E27FC236}">
                <a16:creationId xmlns:a16="http://schemas.microsoft.com/office/drawing/2014/main" id="{5B29AB0C-A219-F1EA-8A0C-B3CFA54B3380}"/>
              </a:ext>
            </a:extLst>
          </p:cNvPr>
          <p:cNvPicPr>
            <a:picLocks noChangeAspect="1"/>
          </p:cNvPicPr>
          <p:nvPr/>
        </p:nvPicPr>
        <p:blipFill>
          <a:blip r:embed="rId2"/>
          <a:stretch>
            <a:fillRect/>
          </a:stretch>
        </p:blipFill>
        <p:spPr>
          <a:xfrm>
            <a:off x="6279920" y="1344675"/>
            <a:ext cx="5212851" cy="4168649"/>
          </a:xfrm>
          <a:prstGeom prst="rect">
            <a:avLst/>
          </a:prstGeom>
        </p:spPr>
      </p:pic>
    </p:spTree>
    <p:extLst>
      <p:ext uri="{BB962C8B-B14F-4D97-AF65-F5344CB8AC3E}">
        <p14:creationId xmlns:p14="http://schemas.microsoft.com/office/powerpoint/2010/main" val="383661853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2F16BA-F4F2-21E6-C143-59256D723D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6567B0-050D-152A-9168-91305B740C03}"/>
              </a:ext>
            </a:extLst>
          </p:cNvPr>
          <p:cNvSpPr>
            <a:spLocks noGrp="1"/>
          </p:cNvSpPr>
          <p:nvPr>
            <p:ph type="ctrTitle"/>
          </p:nvPr>
        </p:nvSpPr>
        <p:spPr/>
        <p:txBody>
          <a:bodyPr/>
          <a:lstStyle/>
          <a:p>
            <a:r>
              <a:rPr lang="en-GB" dirty="0"/>
              <a:t>ArUco Markers</a:t>
            </a:r>
          </a:p>
        </p:txBody>
      </p:sp>
      <p:sp>
        <p:nvSpPr>
          <p:cNvPr id="3" name="Subtitle 2">
            <a:extLst>
              <a:ext uri="{FF2B5EF4-FFF2-40B4-BE49-F238E27FC236}">
                <a16:creationId xmlns:a16="http://schemas.microsoft.com/office/drawing/2014/main" id="{1EB84CDE-B045-EB32-2653-78C0A3165E91}"/>
              </a:ext>
            </a:extLst>
          </p:cNvPr>
          <p:cNvSpPr>
            <a:spLocks noGrp="1"/>
          </p:cNvSpPr>
          <p:nvPr>
            <p:ph type="subTitle" idx="1"/>
          </p:nvPr>
        </p:nvSpPr>
        <p:spPr/>
        <p:txBody>
          <a:bodyPr>
            <a:normAutofit/>
          </a:bodyPr>
          <a:lstStyle/>
          <a:p>
            <a:r>
              <a:rPr lang="en-GB" dirty="0"/>
              <a:t>ArUco Markers in ROS</a:t>
            </a:r>
          </a:p>
        </p:txBody>
      </p:sp>
    </p:spTree>
    <p:extLst>
      <p:ext uri="{BB962C8B-B14F-4D97-AF65-F5344CB8AC3E}">
        <p14:creationId xmlns:p14="http://schemas.microsoft.com/office/powerpoint/2010/main" val="358822412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D2854A3-7EC7-2F72-E24E-E0ACDAAF9679}"/>
              </a:ext>
            </a:extLst>
          </p:cNvPr>
          <p:cNvSpPr>
            <a:spLocks noGrp="1"/>
          </p:cNvSpPr>
          <p:nvPr>
            <p:ph sz="half" idx="1"/>
          </p:nvPr>
        </p:nvSpPr>
        <p:spPr>
          <a:xfrm>
            <a:off x="838200" y="1825624"/>
            <a:ext cx="5181600" cy="4602069"/>
          </a:xfrm>
        </p:spPr>
        <p:txBody>
          <a:bodyPr>
            <a:noAutofit/>
          </a:bodyPr>
          <a:lstStyle/>
          <a:p>
            <a:pPr>
              <a:lnSpc>
                <a:spcPct val="170000"/>
              </a:lnSpc>
            </a:pPr>
            <a:endParaRPr lang="en-GB" sz="1400" b="1" u="sng" dirty="0"/>
          </a:p>
          <a:p>
            <a:pPr marL="0" indent="0">
              <a:lnSpc>
                <a:spcPct val="170000"/>
              </a:lnSpc>
              <a:buNone/>
            </a:pPr>
            <a:endParaRPr lang="en-GB" sz="1400" b="1" u="sng" dirty="0"/>
          </a:p>
          <a:p>
            <a:pPr marL="0" indent="0">
              <a:lnSpc>
                <a:spcPct val="170000"/>
              </a:lnSpc>
              <a:buNone/>
            </a:pPr>
            <a:r>
              <a:rPr lang="en-GB" sz="1400" b="1" u="sng" dirty="0"/>
              <a:t>The following tutorial is for ROS only.</a:t>
            </a:r>
          </a:p>
          <a:p>
            <a:pPr marL="0" indent="0">
              <a:lnSpc>
                <a:spcPct val="170000"/>
              </a:lnSpc>
              <a:buNone/>
            </a:pPr>
            <a:r>
              <a:rPr lang="en-GB" sz="1400" b="1" u="sng" dirty="0"/>
              <a:t>If using the Puzzlebot with the MCR2 image, you do not need to follow this tutorial, since the ArUco Library and calibration are already done; follow the instructions on how to activate the ArUco detection on the Puzzlebot Manual.</a:t>
            </a:r>
          </a:p>
        </p:txBody>
      </p:sp>
      <p:pic>
        <p:nvPicPr>
          <p:cNvPr id="9" name="Content Placeholder 8">
            <a:extLst>
              <a:ext uri="{FF2B5EF4-FFF2-40B4-BE49-F238E27FC236}">
                <a16:creationId xmlns:a16="http://schemas.microsoft.com/office/drawing/2014/main" id="{AA1D0F33-CAEE-3E2D-0FE2-635B765E1A44}"/>
              </a:ext>
            </a:extLst>
          </p:cNvPr>
          <p:cNvPicPr>
            <a:picLocks noGrp="1" noChangeAspect="1"/>
          </p:cNvPicPr>
          <p:nvPr>
            <p:ph sz="half" idx="2"/>
          </p:nvPr>
        </p:nvPicPr>
        <p:blipFill>
          <a:blip r:embed="rId2"/>
          <a:stretch>
            <a:fillRect/>
          </a:stretch>
        </p:blipFill>
        <p:spPr>
          <a:xfrm>
            <a:off x="6172200" y="2057097"/>
            <a:ext cx="5181600" cy="4139219"/>
          </a:xfrm>
          <a:prstGeom prst="rect">
            <a:avLst/>
          </a:prstGeom>
        </p:spPr>
      </p:pic>
      <p:sp>
        <p:nvSpPr>
          <p:cNvPr id="4" name="Title 3">
            <a:extLst>
              <a:ext uri="{FF2B5EF4-FFF2-40B4-BE49-F238E27FC236}">
                <a16:creationId xmlns:a16="http://schemas.microsoft.com/office/drawing/2014/main" id="{BD71B213-D4E9-5D61-74C9-06E06544599C}"/>
              </a:ext>
            </a:extLst>
          </p:cNvPr>
          <p:cNvSpPr>
            <a:spLocks noGrp="1"/>
          </p:cNvSpPr>
          <p:nvPr>
            <p:ph type="title"/>
          </p:nvPr>
        </p:nvSpPr>
        <p:spPr/>
        <p:txBody>
          <a:bodyPr/>
          <a:lstStyle/>
          <a:p>
            <a:r>
              <a:rPr lang="en-GB" dirty="0"/>
              <a:t>ArUco ROS</a:t>
            </a:r>
          </a:p>
        </p:txBody>
      </p:sp>
    </p:spTree>
    <p:extLst>
      <p:ext uri="{BB962C8B-B14F-4D97-AF65-F5344CB8AC3E}">
        <p14:creationId xmlns:p14="http://schemas.microsoft.com/office/powerpoint/2010/main" val="166704032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1ACF77-EE08-C1D1-2555-63683FCBA6D3}"/>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164A675-D436-DC72-DE02-904526A22551}"/>
              </a:ext>
            </a:extLst>
          </p:cNvPr>
          <p:cNvSpPr>
            <a:spLocks noGrp="1"/>
          </p:cNvSpPr>
          <p:nvPr>
            <p:ph sz="half" idx="1"/>
          </p:nvPr>
        </p:nvSpPr>
        <p:spPr>
          <a:xfrm>
            <a:off x="838200" y="1825624"/>
            <a:ext cx="5181600" cy="4602069"/>
          </a:xfrm>
        </p:spPr>
        <p:txBody>
          <a:bodyPr>
            <a:noAutofit/>
          </a:bodyPr>
          <a:lstStyle/>
          <a:p>
            <a:pPr>
              <a:lnSpc>
                <a:spcPct val="170000"/>
              </a:lnSpc>
            </a:pPr>
            <a:r>
              <a:rPr lang="en-GB" sz="1400" dirty="0"/>
              <a:t>ROS has two different ways of interacting with ArUco Markers.</a:t>
            </a:r>
          </a:p>
          <a:p>
            <a:pPr>
              <a:lnSpc>
                <a:spcPct val="170000"/>
              </a:lnSpc>
            </a:pPr>
            <a:r>
              <a:rPr lang="en-GB" sz="1400" dirty="0"/>
              <a:t>The classic way is to use “</a:t>
            </a:r>
            <a:r>
              <a:rPr lang="en-GB" sz="1400" dirty="0" err="1"/>
              <a:t>cvbridge</a:t>
            </a:r>
            <a:r>
              <a:rPr lang="en-GB" sz="1400" dirty="0"/>
              <a:t>” to get the image from a camera and then use the OpenCV libraries to rectify the image and detect the ArUco Markers.</a:t>
            </a:r>
          </a:p>
          <a:p>
            <a:pPr>
              <a:lnSpc>
                <a:spcPct val="170000"/>
              </a:lnSpc>
            </a:pPr>
            <a:r>
              <a:rPr lang="en-GB" sz="1400" dirty="0"/>
              <a:t>Another way is to use some predefined nodes to detect ArUco Markers, usually these nodes come predefined and optimised for ArUco detection. Also, some of them do not require OpenCV to be installed.</a:t>
            </a:r>
          </a:p>
          <a:p>
            <a:pPr>
              <a:lnSpc>
                <a:spcPct val="170000"/>
              </a:lnSpc>
            </a:pPr>
            <a:r>
              <a:rPr lang="en-GB" sz="1400" dirty="0"/>
              <a:t>In this tutorial, the second manner will be used.</a:t>
            </a:r>
          </a:p>
        </p:txBody>
      </p:sp>
      <p:sp>
        <p:nvSpPr>
          <p:cNvPr id="3" name="Content Placeholder 2">
            <a:extLst>
              <a:ext uri="{FF2B5EF4-FFF2-40B4-BE49-F238E27FC236}">
                <a16:creationId xmlns:a16="http://schemas.microsoft.com/office/drawing/2014/main" id="{C48C8401-2D72-6076-165C-486EC7C3A1F6}"/>
              </a:ext>
            </a:extLst>
          </p:cNvPr>
          <p:cNvSpPr>
            <a:spLocks noGrp="1"/>
          </p:cNvSpPr>
          <p:nvPr>
            <p:ph sz="half" idx="2"/>
          </p:nvPr>
        </p:nvSpPr>
        <p:spPr>
          <a:xfrm>
            <a:off x="6172200" y="1825624"/>
            <a:ext cx="5181600" cy="4602069"/>
          </a:xfrm>
        </p:spPr>
        <p:txBody>
          <a:bodyPr>
            <a:normAutofit/>
          </a:bodyPr>
          <a:lstStyle/>
          <a:p>
            <a:pPr>
              <a:lnSpc>
                <a:spcPct val="150000"/>
              </a:lnSpc>
            </a:pPr>
            <a:r>
              <a:rPr lang="en-GB" sz="1600" dirty="0"/>
              <a:t>For this tutorial, the following nodes must be installed in your Ubuntu environment.</a:t>
            </a:r>
          </a:p>
          <a:p>
            <a:pPr lvl="1">
              <a:lnSpc>
                <a:spcPct val="150000"/>
              </a:lnSpc>
            </a:pPr>
            <a:r>
              <a:rPr lang="en-GB" sz="1200" dirty="0">
                <a:hlinkClick r:id="rId2"/>
              </a:rPr>
              <a:t>USB cam </a:t>
            </a:r>
            <a:r>
              <a:rPr lang="en-GB" sz="1200" dirty="0"/>
              <a:t>node</a:t>
            </a:r>
          </a:p>
          <a:p>
            <a:pPr lvl="1">
              <a:lnSpc>
                <a:spcPct val="150000"/>
              </a:lnSpc>
            </a:pPr>
            <a:endParaRPr lang="en-GB" sz="1200" dirty="0"/>
          </a:p>
          <a:p>
            <a:pPr marL="457200" lvl="1" indent="0">
              <a:lnSpc>
                <a:spcPct val="150000"/>
              </a:lnSpc>
              <a:buNone/>
            </a:pPr>
            <a:endParaRPr lang="en-GB" sz="1200" dirty="0"/>
          </a:p>
          <a:p>
            <a:pPr lvl="1">
              <a:lnSpc>
                <a:spcPct val="150000"/>
              </a:lnSpc>
            </a:pPr>
            <a:r>
              <a:rPr lang="en-GB" sz="1200" dirty="0">
                <a:hlinkClick r:id="rId3"/>
              </a:rPr>
              <a:t>Camera calibration node</a:t>
            </a:r>
            <a:endParaRPr lang="en-GB" sz="1200" dirty="0"/>
          </a:p>
          <a:p>
            <a:pPr lvl="1">
              <a:lnSpc>
                <a:spcPct val="150000"/>
              </a:lnSpc>
            </a:pPr>
            <a:endParaRPr lang="en-GB" sz="1200" dirty="0"/>
          </a:p>
          <a:p>
            <a:pPr lvl="1">
              <a:lnSpc>
                <a:spcPct val="150000"/>
              </a:lnSpc>
            </a:pPr>
            <a:endParaRPr lang="en-GB" sz="1200" dirty="0"/>
          </a:p>
          <a:p>
            <a:pPr lvl="1">
              <a:lnSpc>
                <a:spcPct val="150000"/>
              </a:lnSpc>
            </a:pPr>
            <a:r>
              <a:rPr lang="en-GB" sz="1200" dirty="0">
                <a:hlinkClick r:id="rId4"/>
              </a:rPr>
              <a:t>Ros </a:t>
            </a:r>
            <a:r>
              <a:rPr lang="en-GB" sz="1200" dirty="0" err="1">
                <a:hlinkClick r:id="rId4"/>
              </a:rPr>
              <a:t>Aruco</a:t>
            </a:r>
            <a:r>
              <a:rPr lang="en-GB" sz="1200" dirty="0">
                <a:hlinkClick r:id="rId4"/>
              </a:rPr>
              <a:t> </a:t>
            </a:r>
            <a:r>
              <a:rPr lang="en-GB" sz="1200" dirty="0" err="1">
                <a:hlinkClick r:id="rId4"/>
              </a:rPr>
              <a:t>opencv</a:t>
            </a:r>
            <a:r>
              <a:rPr lang="en-GB" sz="1200" dirty="0">
                <a:hlinkClick r:id="rId4"/>
              </a:rPr>
              <a:t> node</a:t>
            </a:r>
            <a:endParaRPr lang="en-GB" sz="1200" dirty="0"/>
          </a:p>
          <a:p>
            <a:pPr marL="0" indent="0">
              <a:lnSpc>
                <a:spcPct val="150000"/>
              </a:lnSpc>
              <a:buNone/>
            </a:pPr>
            <a:endParaRPr lang="en-GB" sz="1600" dirty="0">
              <a:latin typeface="Nexa-Regular" panose="01000000000000000000" pitchFamily="2" charset="0"/>
            </a:endParaRPr>
          </a:p>
        </p:txBody>
      </p:sp>
      <p:sp>
        <p:nvSpPr>
          <p:cNvPr id="4" name="Title 3">
            <a:extLst>
              <a:ext uri="{FF2B5EF4-FFF2-40B4-BE49-F238E27FC236}">
                <a16:creationId xmlns:a16="http://schemas.microsoft.com/office/drawing/2014/main" id="{9FAFF04C-F1C2-55AA-D692-6BF9C84B3358}"/>
              </a:ext>
            </a:extLst>
          </p:cNvPr>
          <p:cNvSpPr>
            <a:spLocks noGrp="1"/>
          </p:cNvSpPr>
          <p:nvPr>
            <p:ph type="title"/>
          </p:nvPr>
        </p:nvSpPr>
        <p:spPr/>
        <p:txBody>
          <a:bodyPr/>
          <a:lstStyle/>
          <a:p>
            <a:r>
              <a:rPr lang="en-GB" dirty="0"/>
              <a:t>ArUco ROS</a:t>
            </a:r>
          </a:p>
        </p:txBody>
      </p:sp>
      <p:sp>
        <p:nvSpPr>
          <p:cNvPr id="5" name="Rectangle 4">
            <a:extLst>
              <a:ext uri="{FF2B5EF4-FFF2-40B4-BE49-F238E27FC236}">
                <a16:creationId xmlns:a16="http://schemas.microsoft.com/office/drawing/2014/main" id="{9C168BC2-B1F1-AEB6-D479-8DF30EC4223E}"/>
              </a:ext>
            </a:extLst>
          </p:cNvPr>
          <p:cNvSpPr/>
          <p:nvPr/>
        </p:nvSpPr>
        <p:spPr>
          <a:xfrm>
            <a:off x="6697156" y="3176727"/>
            <a:ext cx="4809043" cy="252273"/>
          </a:xfrm>
          <a:prstGeom prst="rect">
            <a:avLst/>
          </a:prstGeom>
          <a:solidFill>
            <a:schemeClr val="bg1">
              <a:lumMod val="95000"/>
            </a:schemeClr>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r>
              <a:rPr lang="en-GB" sz="1200" dirty="0" err="1">
                <a:solidFill>
                  <a:srgbClr val="6C6C6C"/>
                </a:solidFill>
                <a:latin typeface="Consolas" panose="020B0609020204030204" pitchFamily="49" charset="0"/>
              </a:rPr>
              <a:t>sudo</a:t>
            </a:r>
            <a:r>
              <a:rPr lang="en-GB" sz="1200" dirty="0">
                <a:solidFill>
                  <a:srgbClr val="6C6C6C"/>
                </a:solidFill>
                <a:latin typeface="Consolas" panose="020B0609020204030204" pitchFamily="49" charset="0"/>
              </a:rPr>
              <a:t> apt install </a:t>
            </a:r>
            <a:r>
              <a:rPr lang="en-GB" sz="1200" dirty="0" err="1">
                <a:solidFill>
                  <a:srgbClr val="6C6C6C"/>
                </a:solidFill>
                <a:latin typeface="Consolas" panose="020B0609020204030204" pitchFamily="49" charset="0"/>
              </a:rPr>
              <a:t>ros</a:t>
            </a:r>
            <a:r>
              <a:rPr lang="en-GB" sz="1200" dirty="0">
                <a:solidFill>
                  <a:srgbClr val="6C6C6C"/>
                </a:solidFill>
                <a:latin typeface="Consolas" panose="020B0609020204030204" pitchFamily="49" charset="0"/>
              </a:rPr>
              <a:t>-humble-</a:t>
            </a:r>
            <a:r>
              <a:rPr lang="en-GB" sz="1200" dirty="0" err="1">
                <a:solidFill>
                  <a:srgbClr val="6C6C6C"/>
                </a:solidFill>
                <a:latin typeface="Consolas" panose="020B0609020204030204" pitchFamily="49" charset="0"/>
              </a:rPr>
              <a:t>usb</a:t>
            </a:r>
            <a:r>
              <a:rPr lang="en-GB" sz="1200" dirty="0">
                <a:solidFill>
                  <a:srgbClr val="6C6C6C"/>
                </a:solidFill>
                <a:latin typeface="Consolas" panose="020B0609020204030204" pitchFamily="49" charset="0"/>
              </a:rPr>
              <a:t>-cam</a:t>
            </a:r>
          </a:p>
        </p:txBody>
      </p:sp>
      <p:sp>
        <p:nvSpPr>
          <p:cNvPr id="6" name="Rectangle 5">
            <a:extLst>
              <a:ext uri="{FF2B5EF4-FFF2-40B4-BE49-F238E27FC236}">
                <a16:creationId xmlns:a16="http://schemas.microsoft.com/office/drawing/2014/main" id="{17E08DE7-A814-D902-CA91-E51AD225C124}"/>
              </a:ext>
            </a:extLst>
          </p:cNvPr>
          <p:cNvSpPr/>
          <p:nvPr/>
        </p:nvSpPr>
        <p:spPr>
          <a:xfrm>
            <a:off x="6697157" y="4152291"/>
            <a:ext cx="4809043" cy="252273"/>
          </a:xfrm>
          <a:prstGeom prst="rect">
            <a:avLst/>
          </a:prstGeom>
          <a:solidFill>
            <a:schemeClr val="bg1">
              <a:lumMod val="95000"/>
            </a:schemeClr>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r>
              <a:rPr lang="en-GB" sz="1200" dirty="0" err="1">
                <a:solidFill>
                  <a:srgbClr val="6C6C6C"/>
                </a:solidFill>
                <a:latin typeface="Consolas" panose="020B0609020204030204" pitchFamily="49" charset="0"/>
              </a:rPr>
              <a:t>sudo</a:t>
            </a:r>
            <a:r>
              <a:rPr lang="en-GB" sz="1200" dirty="0">
                <a:solidFill>
                  <a:srgbClr val="6C6C6C"/>
                </a:solidFill>
                <a:latin typeface="Consolas" panose="020B0609020204030204" pitchFamily="49" charset="0"/>
              </a:rPr>
              <a:t> apt install </a:t>
            </a:r>
            <a:r>
              <a:rPr lang="en-GB" sz="1200" dirty="0" err="1">
                <a:solidFill>
                  <a:srgbClr val="6C6C6C"/>
                </a:solidFill>
                <a:latin typeface="Consolas" panose="020B0609020204030204" pitchFamily="49" charset="0"/>
              </a:rPr>
              <a:t>ros</a:t>
            </a:r>
            <a:r>
              <a:rPr lang="en-GB" sz="1200" dirty="0">
                <a:solidFill>
                  <a:srgbClr val="6C6C6C"/>
                </a:solidFill>
                <a:latin typeface="Consolas" panose="020B0609020204030204" pitchFamily="49" charset="0"/>
              </a:rPr>
              <a:t>-humble-camera-calibration</a:t>
            </a:r>
          </a:p>
        </p:txBody>
      </p:sp>
      <p:sp>
        <p:nvSpPr>
          <p:cNvPr id="7" name="Rectangle 6">
            <a:extLst>
              <a:ext uri="{FF2B5EF4-FFF2-40B4-BE49-F238E27FC236}">
                <a16:creationId xmlns:a16="http://schemas.microsoft.com/office/drawing/2014/main" id="{052C4312-07B6-ED85-1596-242145C9405C}"/>
              </a:ext>
            </a:extLst>
          </p:cNvPr>
          <p:cNvSpPr/>
          <p:nvPr/>
        </p:nvSpPr>
        <p:spPr>
          <a:xfrm>
            <a:off x="6697156" y="5051655"/>
            <a:ext cx="4809043" cy="252273"/>
          </a:xfrm>
          <a:prstGeom prst="rect">
            <a:avLst/>
          </a:prstGeom>
          <a:solidFill>
            <a:schemeClr val="bg1">
              <a:lumMod val="95000"/>
            </a:schemeClr>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r>
              <a:rPr lang="en-GB" sz="1200" dirty="0" err="1">
                <a:solidFill>
                  <a:srgbClr val="6C6C6C"/>
                </a:solidFill>
                <a:latin typeface="Consolas" panose="020B0609020204030204" pitchFamily="49" charset="0"/>
              </a:rPr>
              <a:t>sudo</a:t>
            </a:r>
            <a:r>
              <a:rPr lang="en-GB" sz="1200" dirty="0">
                <a:solidFill>
                  <a:srgbClr val="6C6C6C"/>
                </a:solidFill>
                <a:latin typeface="Consolas" panose="020B0609020204030204" pitchFamily="49" charset="0"/>
              </a:rPr>
              <a:t> apt install </a:t>
            </a:r>
            <a:r>
              <a:rPr lang="en-GB" sz="1200" dirty="0" err="1">
                <a:solidFill>
                  <a:srgbClr val="6C6C6C"/>
                </a:solidFill>
                <a:latin typeface="Consolas" panose="020B0609020204030204" pitchFamily="49" charset="0"/>
              </a:rPr>
              <a:t>ros</a:t>
            </a:r>
            <a:r>
              <a:rPr lang="en-GB" sz="1200" dirty="0">
                <a:solidFill>
                  <a:srgbClr val="6C6C6C"/>
                </a:solidFill>
                <a:latin typeface="Consolas" panose="020B0609020204030204" pitchFamily="49" charset="0"/>
              </a:rPr>
              <a:t>-humble-</a:t>
            </a:r>
            <a:r>
              <a:rPr lang="en-GB" sz="1200" dirty="0" err="1">
                <a:solidFill>
                  <a:srgbClr val="6C6C6C"/>
                </a:solidFill>
                <a:latin typeface="Consolas" panose="020B0609020204030204" pitchFamily="49" charset="0"/>
              </a:rPr>
              <a:t>aruco</a:t>
            </a:r>
            <a:r>
              <a:rPr lang="en-GB" sz="1200" dirty="0">
                <a:solidFill>
                  <a:srgbClr val="6C6C6C"/>
                </a:solidFill>
                <a:latin typeface="Consolas" panose="020B0609020204030204" pitchFamily="49" charset="0"/>
              </a:rPr>
              <a:t>-</a:t>
            </a:r>
            <a:r>
              <a:rPr lang="en-GB" sz="1200" dirty="0" err="1">
                <a:solidFill>
                  <a:srgbClr val="6C6C6C"/>
                </a:solidFill>
                <a:latin typeface="Consolas" panose="020B0609020204030204" pitchFamily="49" charset="0"/>
              </a:rPr>
              <a:t>opencv</a:t>
            </a:r>
            <a:endParaRPr lang="en-GB" sz="1200" dirty="0">
              <a:solidFill>
                <a:srgbClr val="6C6C6C"/>
              </a:solidFill>
              <a:latin typeface="Consolas" panose="020B0609020204030204" pitchFamily="49" charset="0"/>
            </a:endParaRPr>
          </a:p>
        </p:txBody>
      </p:sp>
    </p:spTree>
    <p:extLst>
      <p:ext uri="{BB962C8B-B14F-4D97-AF65-F5344CB8AC3E}">
        <p14:creationId xmlns:p14="http://schemas.microsoft.com/office/powerpoint/2010/main" val="200690934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86A064-2FEE-30A6-F488-124F9BA9BC8C}"/>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7D224D2-CA76-893A-2F78-D2C9C74A5FD6}"/>
              </a:ext>
            </a:extLst>
          </p:cNvPr>
          <p:cNvSpPr>
            <a:spLocks noGrp="1"/>
          </p:cNvSpPr>
          <p:nvPr>
            <p:ph sz="half" idx="1"/>
          </p:nvPr>
        </p:nvSpPr>
        <p:spPr>
          <a:xfrm>
            <a:off x="838200" y="1825625"/>
            <a:ext cx="5181600" cy="4602068"/>
          </a:xfrm>
        </p:spPr>
        <p:txBody>
          <a:bodyPr>
            <a:noAutofit/>
          </a:bodyPr>
          <a:lstStyle/>
          <a:p>
            <a:pPr>
              <a:lnSpc>
                <a:spcPct val="170000"/>
              </a:lnSpc>
            </a:pPr>
            <a:r>
              <a:rPr lang="en-GB" sz="1500" dirty="0"/>
              <a:t>Run the USB cam node as follows</a:t>
            </a:r>
          </a:p>
          <a:p>
            <a:pPr>
              <a:lnSpc>
                <a:spcPct val="170000"/>
              </a:lnSpc>
            </a:pPr>
            <a:endParaRPr lang="en-GB" sz="1500" dirty="0"/>
          </a:p>
          <a:p>
            <a:pPr>
              <a:lnSpc>
                <a:spcPct val="170000"/>
              </a:lnSpc>
            </a:pPr>
            <a:endParaRPr lang="en-GB" sz="1500" dirty="0"/>
          </a:p>
          <a:p>
            <a:pPr>
              <a:lnSpc>
                <a:spcPct val="170000"/>
              </a:lnSpc>
            </a:pPr>
            <a:r>
              <a:rPr lang="en-GB" sz="1500" dirty="0"/>
              <a:t>The </a:t>
            </a:r>
            <a:r>
              <a:rPr lang="en-GB" sz="1500" dirty="0" err="1"/>
              <a:t>usb</a:t>
            </a:r>
            <a:r>
              <a:rPr lang="en-GB" sz="1500" dirty="0"/>
              <a:t> camera node publish the image form an USB camera, under the “</a:t>
            </a:r>
            <a:r>
              <a:rPr lang="en-GB" sz="1500" dirty="0" err="1"/>
              <a:t>image_raw</a:t>
            </a:r>
            <a:r>
              <a:rPr lang="en-GB" sz="1500" dirty="0"/>
              <a:t>” topic and the calibration information in the topic “</a:t>
            </a:r>
            <a:r>
              <a:rPr lang="en-GB" sz="1500" dirty="0" err="1"/>
              <a:t>camera_info</a:t>
            </a:r>
            <a:r>
              <a:rPr lang="en-GB" sz="1500" dirty="0"/>
              <a:t>”.</a:t>
            </a:r>
          </a:p>
          <a:p>
            <a:pPr lvl="1">
              <a:lnSpc>
                <a:spcPct val="170000"/>
              </a:lnSpc>
            </a:pPr>
            <a:r>
              <a:rPr lang="en-GB" sz="1500" dirty="0"/>
              <a:t>More information about the </a:t>
            </a:r>
            <a:r>
              <a:rPr lang="en-GB" sz="1500" dirty="0" err="1"/>
              <a:t>cameraInfo</a:t>
            </a:r>
            <a:r>
              <a:rPr lang="en-GB" sz="1500" dirty="0"/>
              <a:t> message </a:t>
            </a:r>
            <a:r>
              <a:rPr lang="en-GB" sz="1500" dirty="0">
                <a:hlinkClick r:id="rId2"/>
              </a:rPr>
              <a:t>here</a:t>
            </a:r>
            <a:r>
              <a:rPr lang="en-GB" sz="1500" dirty="0"/>
              <a:t>.</a:t>
            </a:r>
          </a:p>
          <a:p>
            <a:pPr>
              <a:lnSpc>
                <a:spcPct val="170000"/>
              </a:lnSpc>
            </a:pPr>
            <a:endParaRPr lang="en-GB" sz="1400" dirty="0"/>
          </a:p>
        </p:txBody>
      </p:sp>
      <p:sp>
        <p:nvSpPr>
          <p:cNvPr id="3" name="Content Placeholder 2">
            <a:extLst>
              <a:ext uri="{FF2B5EF4-FFF2-40B4-BE49-F238E27FC236}">
                <a16:creationId xmlns:a16="http://schemas.microsoft.com/office/drawing/2014/main" id="{577A5CAB-97DF-F461-B6BF-098944B0FFD4}"/>
              </a:ext>
            </a:extLst>
          </p:cNvPr>
          <p:cNvSpPr>
            <a:spLocks noGrp="1"/>
          </p:cNvSpPr>
          <p:nvPr>
            <p:ph sz="half" idx="2"/>
          </p:nvPr>
        </p:nvSpPr>
        <p:spPr>
          <a:xfrm>
            <a:off x="6172200" y="1825624"/>
            <a:ext cx="5181600" cy="4602069"/>
          </a:xfrm>
        </p:spPr>
        <p:txBody>
          <a:bodyPr>
            <a:normAutofit fontScale="92500" lnSpcReduction="20000"/>
          </a:bodyPr>
          <a:lstStyle/>
          <a:p>
            <a:pPr>
              <a:lnSpc>
                <a:spcPct val="150000"/>
              </a:lnSpc>
            </a:pPr>
            <a:r>
              <a:rPr lang="en-GB" sz="1600" b="1" dirty="0" err="1"/>
              <a:t>Pixel_format</a:t>
            </a:r>
            <a:r>
              <a:rPr lang="en-GB" sz="1600" b="1" dirty="0"/>
              <a:t>: </a:t>
            </a:r>
            <a:r>
              <a:rPr lang="en-GB" sz="1600" dirty="0"/>
              <a:t>Pixel format for Video4linux device more info </a:t>
            </a:r>
            <a:r>
              <a:rPr lang="en-GB" sz="1600" dirty="0">
                <a:hlinkClick r:id="rId3"/>
              </a:rPr>
              <a:t>here</a:t>
            </a:r>
            <a:r>
              <a:rPr lang="en-GB" sz="1600" dirty="0"/>
              <a:t>. </a:t>
            </a:r>
          </a:p>
          <a:p>
            <a:pPr>
              <a:lnSpc>
                <a:spcPct val="150000"/>
              </a:lnSpc>
            </a:pPr>
            <a:r>
              <a:rPr lang="en-GB" sz="1600" b="1" dirty="0"/>
              <a:t>Image width/height</a:t>
            </a:r>
            <a:r>
              <a:rPr lang="en-GB" sz="1600" dirty="0"/>
              <a:t>: Frame width/height in pixels</a:t>
            </a:r>
          </a:p>
          <a:p>
            <a:pPr>
              <a:lnSpc>
                <a:spcPct val="150000"/>
              </a:lnSpc>
            </a:pPr>
            <a:r>
              <a:rPr lang="en-GB" sz="1600" b="1" dirty="0"/>
              <a:t>Framerate</a:t>
            </a:r>
            <a:r>
              <a:rPr lang="en-GB" sz="1600" dirty="0"/>
              <a:t>: Camera polling frequency, Hz</a:t>
            </a:r>
          </a:p>
          <a:p>
            <a:pPr>
              <a:lnSpc>
                <a:spcPct val="150000"/>
              </a:lnSpc>
            </a:pPr>
            <a:r>
              <a:rPr lang="en-GB" sz="1600" b="1" dirty="0"/>
              <a:t>Video device</a:t>
            </a:r>
            <a:r>
              <a:rPr lang="en-GB" sz="1600" dirty="0"/>
              <a:t>: Device driver's entry point in Linux kernel's virtual filesystem. Check in terminal using “</a:t>
            </a:r>
            <a:r>
              <a:rPr lang="en-GB" sz="1600" dirty="0">
                <a:latin typeface="Consolas" panose="020B0609020204030204" pitchFamily="49" charset="0"/>
              </a:rPr>
              <a:t>cd /dev/</a:t>
            </a:r>
            <a:r>
              <a:rPr lang="en-GB" sz="1600" dirty="0"/>
              <a:t>” and look for the “</a:t>
            </a:r>
            <a:r>
              <a:rPr lang="en-GB" sz="1600" dirty="0">
                <a:latin typeface="Consolas" panose="020B0609020204030204" pitchFamily="49" charset="0"/>
              </a:rPr>
              <a:t>video0</a:t>
            </a:r>
            <a:r>
              <a:rPr lang="en-GB" sz="1600" dirty="0"/>
              <a:t>” or “</a:t>
            </a:r>
            <a:r>
              <a:rPr lang="en-GB" sz="1600" dirty="0">
                <a:latin typeface="Consolas" panose="020B0609020204030204" pitchFamily="49" charset="0"/>
              </a:rPr>
              <a:t>video1</a:t>
            </a:r>
            <a:r>
              <a:rPr lang="en-GB" sz="1600" dirty="0"/>
              <a:t>” that is the port where your camera is connected.</a:t>
            </a:r>
          </a:p>
          <a:p>
            <a:pPr>
              <a:lnSpc>
                <a:spcPct val="150000"/>
              </a:lnSpc>
            </a:pPr>
            <a:r>
              <a:rPr lang="en-GB" sz="1600" dirty="0"/>
              <a:t>To publish the “</a:t>
            </a:r>
            <a:r>
              <a:rPr lang="en-GB" sz="1600" dirty="0" err="1"/>
              <a:t>camera_info</a:t>
            </a:r>
            <a:r>
              <a:rPr lang="en-GB" sz="1600" dirty="0"/>
              <a:t>” topic, the node requires the camera parameters to be set in a YAML file. </a:t>
            </a:r>
          </a:p>
          <a:p>
            <a:pPr>
              <a:lnSpc>
                <a:spcPct val="150000"/>
              </a:lnSpc>
            </a:pPr>
            <a:r>
              <a:rPr lang="en-GB" sz="1600" dirty="0"/>
              <a:t>More information about the parameters can be found </a:t>
            </a:r>
            <a:r>
              <a:rPr lang="en-GB" sz="1600" dirty="0">
                <a:hlinkClick r:id="rId4"/>
              </a:rPr>
              <a:t>here</a:t>
            </a:r>
            <a:r>
              <a:rPr lang="en-GB" sz="1600" dirty="0"/>
              <a:t> and </a:t>
            </a:r>
            <a:r>
              <a:rPr lang="en-GB" sz="1600" dirty="0">
                <a:hlinkClick r:id="rId3"/>
              </a:rPr>
              <a:t>here</a:t>
            </a:r>
            <a:r>
              <a:rPr lang="en-GB" sz="1600" dirty="0"/>
              <a:t>.</a:t>
            </a:r>
            <a:endParaRPr lang="en-GB" sz="1200" dirty="0"/>
          </a:p>
          <a:p>
            <a:pPr marL="0" indent="0">
              <a:lnSpc>
                <a:spcPct val="150000"/>
              </a:lnSpc>
              <a:buNone/>
            </a:pPr>
            <a:endParaRPr lang="en-GB" sz="1600" dirty="0">
              <a:latin typeface="Nexa-Regular" panose="01000000000000000000" pitchFamily="2" charset="0"/>
            </a:endParaRPr>
          </a:p>
        </p:txBody>
      </p:sp>
      <p:sp>
        <p:nvSpPr>
          <p:cNvPr id="4" name="Title 3">
            <a:extLst>
              <a:ext uri="{FF2B5EF4-FFF2-40B4-BE49-F238E27FC236}">
                <a16:creationId xmlns:a16="http://schemas.microsoft.com/office/drawing/2014/main" id="{CFFD90D1-13F9-6B79-415C-E207C63F70A2}"/>
              </a:ext>
            </a:extLst>
          </p:cNvPr>
          <p:cNvSpPr>
            <a:spLocks noGrp="1"/>
          </p:cNvSpPr>
          <p:nvPr>
            <p:ph type="title"/>
          </p:nvPr>
        </p:nvSpPr>
        <p:spPr/>
        <p:txBody>
          <a:bodyPr/>
          <a:lstStyle/>
          <a:p>
            <a:r>
              <a:rPr lang="en-GB" dirty="0"/>
              <a:t>ArUco ROS – USB Camera</a:t>
            </a:r>
          </a:p>
        </p:txBody>
      </p:sp>
      <p:pic>
        <p:nvPicPr>
          <p:cNvPr id="9" name="Picture 8">
            <a:extLst>
              <a:ext uri="{FF2B5EF4-FFF2-40B4-BE49-F238E27FC236}">
                <a16:creationId xmlns:a16="http://schemas.microsoft.com/office/drawing/2014/main" id="{3CE1610E-F5C8-CFCA-8FF1-B62A75F6AF86}"/>
              </a:ext>
            </a:extLst>
          </p:cNvPr>
          <p:cNvPicPr>
            <a:picLocks noChangeAspect="1"/>
          </p:cNvPicPr>
          <p:nvPr/>
        </p:nvPicPr>
        <p:blipFill>
          <a:blip r:embed="rId5"/>
          <a:stretch>
            <a:fillRect/>
          </a:stretch>
        </p:blipFill>
        <p:spPr>
          <a:xfrm>
            <a:off x="3173178" y="5361250"/>
            <a:ext cx="2846622" cy="1376011"/>
          </a:xfrm>
          <a:prstGeom prst="rect">
            <a:avLst/>
          </a:prstGeom>
        </p:spPr>
      </p:pic>
      <p:sp>
        <p:nvSpPr>
          <p:cNvPr id="10" name="Rectangle 9">
            <a:extLst>
              <a:ext uri="{FF2B5EF4-FFF2-40B4-BE49-F238E27FC236}">
                <a16:creationId xmlns:a16="http://schemas.microsoft.com/office/drawing/2014/main" id="{85BEA131-8EED-90C0-E925-0D35C3D4A2A1}"/>
              </a:ext>
            </a:extLst>
          </p:cNvPr>
          <p:cNvSpPr/>
          <p:nvPr/>
        </p:nvSpPr>
        <p:spPr>
          <a:xfrm>
            <a:off x="1024478" y="2469819"/>
            <a:ext cx="4809043" cy="824710"/>
          </a:xfrm>
          <a:prstGeom prst="rect">
            <a:avLst/>
          </a:prstGeom>
          <a:solidFill>
            <a:schemeClr val="bg1">
              <a:lumMod val="95000"/>
            </a:schemeClr>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r>
              <a:rPr lang="en-GB" sz="1200" dirty="0">
                <a:solidFill>
                  <a:srgbClr val="6C6C6C"/>
                </a:solidFill>
                <a:latin typeface="Consolas" panose="020B0609020204030204" pitchFamily="49" charset="0"/>
              </a:rPr>
              <a:t>ros2 run </a:t>
            </a:r>
            <a:r>
              <a:rPr lang="en-GB" sz="1200" dirty="0" err="1">
                <a:solidFill>
                  <a:srgbClr val="6C6C6C"/>
                </a:solidFill>
                <a:latin typeface="Consolas" panose="020B0609020204030204" pitchFamily="49" charset="0"/>
              </a:rPr>
              <a:t>usb_cam</a:t>
            </a:r>
            <a:r>
              <a:rPr lang="en-GB" sz="1200" dirty="0">
                <a:solidFill>
                  <a:srgbClr val="6C6C6C"/>
                </a:solidFill>
                <a:latin typeface="Consolas" panose="020B0609020204030204" pitchFamily="49" charset="0"/>
              </a:rPr>
              <a:t> </a:t>
            </a:r>
            <a:r>
              <a:rPr lang="en-GB" sz="1200" dirty="0" err="1">
                <a:solidFill>
                  <a:srgbClr val="6C6C6C"/>
                </a:solidFill>
                <a:latin typeface="Consolas" panose="020B0609020204030204" pitchFamily="49" charset="0"/>
              </a:rPr>
              <a:t>usb_cam_node_exe</a:t>
            </a:r>
            <a:r>
              <a:rPr lang="en-GB" sz="1200" dirty="0">
                <a:solidFill>
                  <a:srgbClr val="6C6C6C"/>
                </a:solidFill>
                <a:latin typeface="Consolas" panose="020B0609020204030204" pitchFamily="49" charset="0"/>
              </a:rPr>
              <a:t>   --</a:t>
            </a:r>
            <a:r>
              <a:rPr lang="en-GB" sz="1200" dirty="0" err="1">
                <a:solidFill>
                  <a:srgbClr val="6C6C6C"/>
                </a:solidFill>
                <a:latin typeface="Consolas" panose="020B0609020204030204" pitchFamily="49" charset="0"/>
              </a:rPr>
              <a:t>ros-args</a:t>
            </a:r>
            <a:r>
              <a:rPr lang="en-GB" sz="1200" dirty="0">
                <a:solidFill>
                  <a:srgbClr val="6C6C6C"/>
                </a:solidFill>
                <a:latin typeface="Consolas" panose="020B0609020204030204" pitchFamily="49" charset="0"/>
              </a:rPr>
              <a:t>  -p </a:t>
            </a:r>
            <a:r>
              <a:rPr lang="en-GB" sz="1200" dirty="0" err="1">
                <a:solidFill>
                  <a:srgbClr val="6C6C6C"/>
                </a:solidFill>
                <a:latin typeface="Consolas" panose="020B0609020204030204" pitchFamily="49" charset="0"/>
              </a:rPr>
              <a:t>pixel_format</a:t>
            </a:r>
            <a:r>
              <a:rPr lang="en-GB" sz="1200" dirty="0">
                <a:solidFill>
                  <a:srgbClr val="6C6C6C"/>
                </a:solidFill>
                <a:latin typeface="Consolas" panose="020B0609020204030204" pitchFamily="49" charset="0"/>
              </a:rPr>
              <a:t>:=mjpeg2rgb  -p </a:t>
            </a:r>
            <a:r>
              <a:rPr lang="en-GB" sz="1200" dirty="0" err="1">
                <a:solidFill>
                  <a:srgbClr val="6C6C6C"/>
                </a:solidFill>
                <a:latin typeface="Consolas" panose="020B0609020204030204" pitchFamily="49" charset="0"/>
              </a:rPr>
              <a:t>image_width</a:t>
            </a:r>
            <a:r>
              <a:rPr lang="en-GB" sz="1200" dirty="0">
                <a:solidFill>
                  <a:srgbClr val="6C6C6C"/>
                </a:solidFill>
                <a:latin typeface="Consolas" panose="020B0609020204030204" pitchFamily="49" charset="0"/>
              </a:rPr>
              <a:t>:=640   -p </a:t>
            </a:r>
            <a:r>
              <a:rPr lang="en-GB" sz="1200" dirty="0" err="1">
                <a:solidFill>
                  <a:srgbClr val="6C6C6C"/>
                </a:solidFill>
                <a:latin typeface="Consolas" panose="020B0609020204030204" pitchFamily="49" charset="0"/>
              </a:rPr>
              <a:t>image_height</a:t>
            </a:r>
            <a:r>
              <a:rPr lang="en-GB" sz="1200" dirty="0">
                <a:solidFill>
                  <a:srgbClr val="6C6C6C"/>
                </a:solidFill>
                <a:latin typeface="Consolas" panose="020B0609020204030204" pitchFamily="49" charset="0"/>
              </a:rPr>
              <a:t>:=360   -p framerate:=30.0   -p </a:t>
            </a:r>
            <a:r>
              <a:rPr lang="en-GB" sz="1200" dirty="0" err="1">
                <a:solidFill>
                  <a:srgbClr val="6C6C6C"/>
                </a:solidFill>
                <a:latin typeface="Consolas" panose="020B0609020204030204" pitchFamily="49" charset="0"/>
              </a:rPr>
              <a:t>video_device</a:t>
            </a:r>
            <a:r>
              <a:rPr lang="en-GB" sz="1200" dirty="0">
                <a:solidFill>
                  <a:srgbClr val="6C6C6C"/>
                </a:solidFill>
                <a:latin typeface="Consolas" panose="020B0609020204030204" pitchFamily="49" charset="0"/>
              </a:rPr>
              <a:t>:=/dev/video0</a:t>
            </a:r>
          </a:p>
        </p:txBody>
      </p:sp>
    </p:spTree>
    <p:extLst>
      <p:ext uri="{BB962C8B-B14F-4D97-AF65-F5344CB8AC3E}">
        <p14:creationId xmlns:p14="http://schemas.microsoft.com/office/powerpoint/2010/main" val="150140220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E04C82-9D6B-457A-43B1-792F539315F7}"/>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06134B4-36BE-5D41-E284-5F972A6ED5EC}"/>
              </a:ext>
            </a:extLst>
          </p:cNvPr>
          <p:cNvSpPr>
            <a:spLocks noGrp="1"/>
          </p:cNvSpPr>
          <p:nvPr>
            <p:ph sz="half" idx="1"/>
          </p:nvPr>
        </p:nvSpPr>
        <p:spPr>
          <a:xfrm>
            <a:off x="838200" y="1825625"/>
            <a:ext cx="5181600" cy="4602068"/>
          </a:xfrm>
        </p:spPr>
        <p:txBody>
          <a:bodyPr>
            <a:noAutofit/>
          </a:bodyPr>
          <a:lstStyle/>
          <a:p>
            <a:pPr>
              <a:lnSpc>
                <a:spcPct val="170000"/>
              </a:lnSpc>
            </a:pPr>
            <a:r>
              <a:rPr lang="en-GB" sz="1500" dirty="0"/>
              <a:t>ROS provides a simple GUI for calibrating the camera, making the process more efficient.</a:t>
            </a:r>
          </a:p>
          <a:p>
            <a:pPr>
              <a:lnSpc>
                <a:spcPct val="150000"/>
              </a:lnSpc>
            </a:pPr>
            <a:r>
              <a:rPr lang="en-GB" sz="1400" dirty="0"/>
              <a:t>Print the chessboard from </a:t>
            </a:r>
            <a:r>
              <a:rPr lang="en-GB" sz="1400" dirty="0">
                <a:hlinkClick r:id="rId2"/>
              </a:rPr>
              <a:t>here</a:t>
            </a:r>
            <a:endParaRPr lang="en-GB" sz="1400" dirty="0"/>
          </a:p>
          <a:p>
            <a:pPr>
              <a:lnSpc>
                <a:spcPct val="150000"/>
              </a:lnSpc>
            </a:pPr>
            <a:r>
              <a:rPr lang="en-GB" sz="1400" dirty="0"/>
              <a:t>Run the USB camera node as in the previous slide</a:t>
            </a:r>
          </a:p>
          <a:p>
            <a:pPr>
              <a:lnSpc>
                <a:spcPct val="150000"/>
              </a:lnSpc>
            </a:pPr>
            <a:r>
              <a:rPr lang="en-GB" sz="1400" dirty="0"/>
              <a:t>Run the camera calibration node as follows </a:t>
            </a:r>
          </a:p>
          <a:p>
            <a:pPr>
              <a:lnSpc>
                <a:spcPct val="150000"/>
              </a:lnSpc>
            </a:pPr>
            <a:endParaRPr lang="en-GB" sz="1400" dirty="0"/>
          </a:p>
          <a:p>
            <a:pPr>
              <a:lnSpc>
                <a:spcPct val="150000"/>
              </a:lnSpc>
            </a:pPr>
            <a:endParaRPr lang="en-GB" sz="1400" dirty="0"/>
          </a:p>
          <a:p>
            <a:pPr>
              <a:lnSpc>
                <a:spcPct val="150000"/>
              </a:lnSpc>
            </a:pPr>
            <a:r>
              <a:rPr lang="en-GB" sz="1400" b="1" dirty="0"/>
              <a:t>This will open a calibration window</a:t>
            </a:r>
          </a:p>
          <a:p>
            <a:pPr>
              <a:lnSpc>
                <a:spcPct val="150000"/>
              </a:lnSpc>
            </a:pPr>
            <a:r>
              <a:rPr lang="en-GB" sz="1400" b="1" dirty="0"/>
              <a:t>Size:</a:t>
            </a:r>
            <a:r>
              <a:rPr lang="en-GB" sz="1400" dirty="0"/>
              <a:t> is the size of the chessboard (inner squares)</a:t>
            </a:r>
          </a:p>
          <a:p>
            <a:pPr>
              <a:lnSpc>
                <a:spcPct val="150000"/>
              </a:lnSpc>
            </a:pPr>
            <a:r>
              <a:rPr lang="en-GB" sz="1400" b="1" dirty="0"/>
              <a:t>Square: </a:t>
            </a:r>
            <a:r>
              <a:rPr lang="en-GB" sz="1400" dirty="0"/>
              <a:t>dimension in meters of the squares </a:t>
            </a:r>
          </a:p>
          <a:p>
            <a:pPr>
              <a:lnSpc>
                <a:spcPct val="150000"/>
              </a:lnSpc>
            </a:pPr>
            <a:r>
              <a:rPr lang="en-GB" sz="1400" b="1" dirty="0"/>
              <a:t>Image</a:t>
            </a:r>
            <a:r>
              <a:rPr lang="en-GB" sz="1400" dirty="0"/>
              <a:t>: image topic</a:t>
            </a:r>
          </a:p>
          <a:p>
            <a:pPr>
              <a:lnSpc>
                <a:spcPct val="170000"/>
              </a:lnSpc>
            </a:pPr>
            <a:endParaRPr lang="en-GB" sz="1400" dirty="0"/>
          </a:p>
        </p:txBody>
      </p:sp>
      <p:sp>
        <p:nvSpPr>
          <p:cNvPr id="3" name="Content Placeholder 2">
            <a:extLst>
              <a:ext uri="{FF2B5EF4-FFF2-40B4-BE49-F238E27FC236}">
                <a16:creationId xmlns:a16="http://schemas.microsoft.com/office/drawing/2014/main" id="{CF0986AE-A566-773F-CD34-5495BA7C85E9}"/>
              </a:ext>
            </a:extLst>
          </p:cNvPr>
          <p:cNvSpPr>
            <a:spLocks noGrp="1"/>
          </p:cNvSpPr>
          <p:nvPr>
            <p:ph sz="half" idx="2"/>
          </p:nvPr>
        </p:nvSpPr>
        <p:spPr>
          <a:xfrm>
            <a:off x="6172200" y="1825624"/>
            <a:ext cx="5181600" cy="4602069"/>
          </a:xfrm>
        </p:spPr>
        <p:txBody>
          <a:bodyPr>
            <a:normAutofit/>
          </a:bodyPr>
          <a:lstStyle/>
          <a:p>
            <a:pPr>
              <a:lnSpc>
                <a:spcPct val="150000"/>
              </a:lnSpc>
            </a:pPr>
            <a:r>
              <a:rPr lang="en-GB" sz="1600" dirty="0"/>
              <a:t>To get a good calibration, you will need to move the chessboard around in the camera frame from left to right, top to bottom, towards and away from the field of view, and you must tilt the chessboard left, right, top and bottom. </a:t>
            </a:r>
          </a:p>
          <a:p>
            <a:pPr>
              <a:lnSpc>
                <a:spcPct val="150000"/>
              </a:lnSpc>
            </a:pPr>
            <a:r>
              <a:rPr lang="en-GB" sz="1600" dirty="0"/>
              <a:t>Green bars will show you your progress: </a:t>
            </a:r>
            <a:r>
              <a:rPr lang="en-GB" sz="1600" b="1" dirty="0"/>
              <a:t>X bar </a:t>
            </a:r>
            <a:r>
              <a:rPr lang="en-GB" sz="1600" dirty="0"/>
              <a:t>- left/right in field of view, </a:t>
            </a:r>
            <a:r>
              <a:rPr lang="en-GB" sz="1600" b="1" dirty="0"/>
              <a:t>Y bar </a:t>
            </a:r>
            <a:r>
              <a:rPr lang="en-GB" sz="1600" dirty="0"/>
              <a:t>- top/bottom in field of view, </a:t>
            </a:r>
            <a:r>
              <a:rPr lang="en-GB" sz="1600" b="1" dirty="0"/>
              <a:t>Size bar </a:t>
            </a:r>
            <a:r>
              <a:rPr lang="en-GB" sz="1600" dirty="0"/>
              <a:t>- toward/away, </a:t>
            </a:r>
            <a:r>
              <a:rPr lang="en-GB" sz="1600" b="1" dirty="0"/>
              <a:t>Skew</a:t>
            </a:r>
            <a:r>
              <a:rPr lang="en-GB" sz="1600" dirty="0"/>
              <a:t> bar shows the tilting progress.</a:t>
            </a:r>
          </a:p>
        </p:txBody>
      </p:sp>
      <p:sp>
        <p:nvSpPr>
          <p:cNvPr id="4" name="Title 3">
            <a:extLst>
              <a:ext uri="{FF2B5EF4-FFF2-40B4-BE49-F238E27FC236}">
                <a16:creationId xmlns:a16="http://schemas.microsoft.com/office/drawing/2014/main" id="{C60007DE-C21A-48BF-BA85-A773978F9749}"/>
              </a:ext>
            </a:extLst>
          </p:cNvPr>
          <p:cNvSpPr>
            <a:spLocks noGrp="1"/>
          </p:cNvSpPr>
          <p:nvPr>
            <p:ph type="title"/>
          </p:nvPr>
        </p:nvSpPr>
        <p:spPr/>
        <p:txBody>
          <a:bodyPr/>
          <a:lstStyle/>
          <a:p>
            <a:r>
              <a:rPr lang="en-GB" dirty="0"/>
              <a:t>ArUco ROS – Camera Calibration</a:t>
            </a:r>
          </a:p>
        </p:txBody>
      </p:sp>
      <p:sp>
        <p:nvSpPr>
          <p:cNvPr id="10" name="Rectangle 9">
            <a:extLst>
              <a:ext uri="{FF2B5EF4-FFF2-40B4-BE49-F238E27FC236}">
                <a16:creationId xmlns:a16="http://schemas.microsoft.com/office/drawing/2014/main" id="{881557E0-DD5C-24CA-D2DB-678C461F0D7F}"/>
              </a:ext>
            </a:extLst>
          </p:cNvPr>
          <p:cNvSpPr/>
          <p:nvPr/>
        </p:nvSpPr>
        <p:spPr>
          <a:xfrm>
            <a:off x="838200" y="4359785"/>
            <a:ext cx="4809043" cy="427368"/>
          </a:xfrm>
          <a:prstGeom prst="rect">
            <a:avLst/>
          </a:prstGeom>
          <a:solidFill>
            <a:schemeClr val="bg1">
              <a:lumMod val="95000"/>
            </a:schemeClr>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r>
              <a:rPr lang="en-GB" sz="1200" dirty="0">
                <a:solidFill>
                  <a:srgbClr val="6C6C6C"/>
                </a:solidFill>
                <a:latin typeface="Consolas" panose="020B0609020204030204" pitchFamily="49" charset="0"/>
              </a:rPr>
              <a:t>ros2 run camera_calibration </a:t>
            </a:r>
            <a:r>
              <a:rPr lang="en-GB" sz="1200" dirty="0" err="1">
                <a:solidFill>
                  <a:srgbClr val="6C6C6C"/>
                </a:solidFill>
                <a:latin typeface="Consolas" panose="020B0609020204030204" pitchFamily="49" charset="0"/>
              </a:rPr>
              <a:t>cameracalibrator</a:t>
            </a:r>
            <a:r>
              <a:rPr lang="en-GB" sz="1200" dirty="0">
                <a:solidFill>
                  <a:srgbClr val="6C6C6C"/>
                </a:solidFill>
                <a:latin typeface="Consolas" panose="020B0609020204030204" pitchFamily="49" charset="0"/>
              </a:rPr>
              <a:t> --size 6x9 --square 0.028   --</a:t>
            </a:r>
            <a:r>
              <a:rPr lang="en-GB" sz="1200" dirty="0" err="1">
                <a:solidFill>
                  <a:srgbClr val="6C6C6C"/>
                </a:solidFill>
                <a:latin typeface="Consolas" panose="020B0609020204030204" pitchFamily="49" charset="0"/>
              </a:rPr>
              <a:t>ros-args</a:t>
            </a:r>
            <a:r>
              <a:rPr lang="en-GB" sz="1200" dirty="0">
                <a:solidFill>
                  <a:srgbClr val="6C6C6C"/>
                </a:solidFill>
                <a:latin typeface="Consolas" panose="020B0609020204030204" pitchFamily="49" charset="0"/>
              </a:rPr>
              <a:t> -r image:=/</a:t>
            </a:r>
            <a:r>
              <a:rPr lang="en-GB" sz="1200" dirty="0" err="1">
                <a:solidFill>
                  <a:srgbClr val="6C6C6C"/>
                </a:solidFill>
                <a:latin typeface="Consolas" panose="020B0609020204030204" pitchFamily="49" charset="0"/>
              </a:rPr>
              <a:t>image_raw</a:t>
            </a:r>
            <a:endParaRPr lang="en-GB" sz="1200" dirty="0">
              <a:solidFill>
                <a:srgbClr val="6C6C6C"/>
              </a:solidFill>
              <a:latin typeface="Consolas" panose="020B0609020204030204" pitchFamily="49" charset="0"/>
            </a:endParaRPr>
          </a:p>
        </p:txBody>
      </p:sp>
    </p:spTree>
    <p:extLst>
      <p:ext uri="{BB962C8B-B14F-4D97-AF65-F5344CB8AC3E}">
        <p14:creationId xmlns:p14="http://schemas.microsoft.com/office/powerpoint/2010/main" val="161468085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DDA86257-5929-4F36-2862-4A5E5C7E2731}"/>
              </a:ext>
            </a:extLst>
          </p:cNvPr>
          <p:cNvPicPr>
            <a:picLocks noGrp="1" noChangeAspect="1"/>
          </p:cNvPicPr>
          <p:nvPr>
            <p:ph sz="half" idx="1"/>
          </p:nvPr>
        </p:nvPicPr>
        <p:blipFill>
          <a:blip r:embed="rId2"/>
          <a:stretch>
            <a:fillRect/>
          </a:stretch>
        </p:blipFill>
        <p:spPr>
          <a:xfrm>
            <a:off x="838200" y="2058194"/>
            <a:ext cx="5181600" cy="3886200"/>
          </a:xfrm>
          <a:prstGeom prst="rect">
            <a:avLst/>
          </a:prstGeom>
        </p:spPr>
      </p:pic>
      <p:sp>
        <p:nvSpPr>
          <p:cNvPr id="3" name="Content Placeholder 2">
            <a:extLst>
              <a:ext uri="{FF2B5EF4-FFF2-40B4-BE49-F238E27FC236}">
                <a16:creationId xmlns:a16="http://schemas.microsoft.com/office/drawing/2014/main" id="{D67AA088-C643-4EED-4672-5027883252A8}"/>
              </a:ext>
            </a:extLst>
          </p:cNvPr>
          <p:cNvSpPr>
            <a:spLocks noGrp="1"/>
          </p:cNvSpPr>
          <p:nvPr>
            <p:ph sz="half" idx="2"/>
          </p:nvPr>
        </p:nvSpPr>
        <p:spPr/>
        <p:txBody>
          <a:bodyPr>
            <a:normAutofit fontScale="92500"/>
          </a:bodyPr>
          <a:lstStyle/>
          <a:p>
            <a:pPr>
              <a:lnSpc>
                <a:spcPct val="150000"/>
              </a:lnSpc>
            </a:pPr>
            <a:r>
              <a:rPr lang="en-GB" sz="1600" dirty="0"/>
              <a:t>When all 4 bars are green and enough data is available for calibration, the CALIBRATE button will light up. </a:t>
            </a:r>
          </a:p>
          <a:p>
            <a:pPr>
              <a:lnSpc>
                <a:spcPct val="150000"/>
              </a:lnSpc>
            </a:pPr>
            <a:r>
              <a:rPr lang="en-GB" sz="1600" dirty="0"/>
              <a:t>Click it to see the results. It takes a few minutes for calibration to take place.</a:t>
            </a:r>
          </a:p>
          <a:p>
            <a:pPr>
              <a:lnSpc>
                <a:spcPct val="150000"/>
              </a:lnSpc>
            </a:pPr>
            <a:r>
              <a:rPr lang="en-GB" sz="1600" dirty="0"/>
              <a:t>After the calibration is completed, press the “save” button.</a:t>
            </a:r>
          </a:p>
          <a:p>
            <a:pPr>
              <a:lnSpc>
                <a:spcPct val="150000"/>
              </a:lnSpc>
            </a:pPr>
            <a:r>
              <a:rPr lang="en-GB" sz="1600" dirty="0"/>
              <a:t>Data is saved to “/</a:t>
            </a:r>
            <a:r>
              <a:rPr lang="en-GB" sz="1600" dirty="0" err="1"/>
              <a:t>tmp</a:t>
            </a:r>
            <a:r>
              <a:rPr lang="en-GB" sz="1600" dirty="0"/>
              <a:t>/calibrationdata.tar.gz”</a:t>
            </a:r>
          </a:p>
          <a:p>
            <a:pPr>
              <a:lnSpc>
                <a:spcPct val="150000"/>
              </a:lnSpc>
            </a:pPr>
            <a:r>
              <a:rPr lang="en-GB" sz="1600" dirty="0"/>
              <a:t>To use the data, unzip the “calibration.tar.gz” and move the “</a:t>
            </a:r>
            <a:r>
              <a:rPr lang="en-GB" sz="1600" dirty="0" err="1"/>
              <a:t>ost.yaml</a:t>
            </a:r>
            <a:r>
              <a:rPr lang="en-GB" sz="1600" dirty="0"/>
              <a:t>” YAML file to a known location (usually in your package or in “.</a:t>
            </a:r>
            <a:r>
              <a:rPr lang="en-GB" sz="1600" dirty="0" err="1"/>
              <a:t>ros</a:t>
            </a:r>
            <a:r>
              <a:rPr lang="en-GB" sz="1600" dirty="0"/>
              <a:t>” hidden folder)</a:t>
            </a:r>
          </a:p>
        </p:txBody>
      </p:sp>
      <p:sp>
        <p:nvSpPr>
          <p:cNvPr id="4" name="Title 3">
            <a:extLst>
              <a:ext uri="{FF2B5EF4-FFF2-40B4-BE49-F238E27FC236}">
                <a16:creationId xmlns:a16="http://schemas.microsoft.com/office/drawing/2014/main" id="{693B1DCF-BDE7-5D7F-794B-4882C34A4EF0}"/>
              </a:ext>
            </a:extLst>
          </p:cNvPr>
          <p:cNvSpPr>
            <a:spLocks noGrp="1"/>
          </p:cNvSpPr>
          <p:nvPr>
            <p:ph type="title"/>
          </p:nvPr>
        </p:nvSpPr>
        <p:spPr/>
        <p:txBody>
          <a:bodyPr/>
          <a:lstStyle/>
          <a:p>
            <a:r>
              <a:rPr lang="en-GB" dirty="0"/>
              <a:t>ArUco ROS – Camera Calibration</a:t>
            </a:r>
          </a:p>
        </p:txBody>
      </p:sp>
    </p:spTree>
    <p:extLst>
      <p:ext uri="{BB962C8B-B14F-4D97-AF65-F5344CB8AC3E}">
        <p14:creationId xmlns:p14="http://schemas.microsoft.com/office/powerpoint/2010/main" val="196509480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14CB8B-5454-AAA2-D4B1-B8E4DD5A80B5}"/>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E96DC3A-4540-A88C-3667-4C11508AF123}"/>
              </a:ext>
            </a:extLst>
          </p:cNvPr>
          <p:cNvSpPr>
            <a:spLocks noGrp="1"/>
          </p:cNvSpPr>
          <p:nvPr>
            <p:ph sz="half" idx="2"/>
          </p:nvPr>
        </p:nvSpPr>
        <p:spPr/>
        <p:txBody>
          <a:bodyPr>
            <a:normAutofit fontScale="77500" lnSpcReduction="20000"/>
          </a:bodyPr>
          <a:lstStyle/>
          <a:p>
            <a:pPr>
              <a:lnSpc>
                <a:spcPct val="170000"/>
              </a:lnSpc>
            </a:pPr>
            <a:r>
              <a:rPr lang="en-GB" sz="1600" dirty="0"/>
              <a:t>Launch the ArUco detection node as follows. </a:t>
            </a:r>
          </a:p>
          <a:p>
            <a:pPr>
              <a:lnSpc>
                <a:spcPct val="170000"/>
              </a:lnSpc>
            </a:pPr>
            <a:endParaRPr lang="en-GB" sz="1600" dirty="0"/>
          </a:p>
          <a:p>
            <a:pPr>
              <a:lnSpc>
                <a:spcPct val="170000"/>
              </a:lnSpc>
            </a:pPr>
            <a:endParaRPr lang="en-GB" sz="1600" dirty="0"/>
          </a:p>
          <a:p>
            <a:pPr>
              <a:lnSpc>
                <a:spcPct val="170000"/>
              </a:lnSpc>
            </a:pPr>
            <a:r>
              <a:rPr lang="en-GB" sz="1600" dirty="0"/>
              <a:t> launch the “</a:t>
            </a:r>
            <a:r>
              <a:rPr lang="en-GB" sz="1600" dirty="0" err="1"/>
              <a:t>rqt_image_view</a:t>
            </a:r>
            <a:r>
              <a:rPr lang="en-GB" sz="1600" dirty="0"/>
              <a:t>” node to observe the results on the “/</a:t>
            </a:r>
            <a:r>
              <a:rPr lang="en-GB" sz="1600" dirty="0" err="1"/>
              <a:t>aruco_tracker</a:t>
            </a:r>
            <a:r>
              <a:rPr lang="en-GB" sz="1600" dirty="0"/>
              <a:t>/debug” topic.</a:t>
            </a:r>
          </a:p>
          <a:p>
            <a:pPr>
              <a:lnSpc>
                <a:spcPct val="170000"/>
              </a:lnSpc>
            </a:pPr>
            <a:r>
              <a:rPr lang="en-GB" sz="1600" dirty="0"/>
              <a:t>For each received image, </a:t>
            </a:r>
            <a:r>
              <a:rPr lang="en-GB" sz="1600" dirty="0" err="1"/>
              <a:t>aruco_tracker</a:t>
            </a:r>
            <a:r>
              <a:rPr lang="en-GB" sz="1600" dirty="0"/>
              <a:t> will publish a message on </a:t>
            </a:r>
            <a:r>
              <a:rPr lang="en-GB" sz="1600" dirty="0" err="1"/>
              <a:t>aruco_detections</a:t>
            </a:r>
            <a:r>
              <a:rPr lang="en-GB" sz="1600" dirty="0"/>
              <a:t> topic</a:t>
            </a:r>
          </a:p>
          <a:p>
            <a:pPr>
              <a:lnSpc>
                <a:spcPct val="170000"/>
              </a:lnSpc>
            </a:pPr>
            <a:r>
              <a:rPr lang="en-GB" sz="1600" dirty="0"/>
              <a:t>Put the marker in front of the camera. If the marker is detected, the markers array should contain the marker poses.</a:t>
            </a:r>
          </a:p>
          <a:p>
            <a:pPr>
              <a:lnSpc>
                <a:spcPct val="170000"/>
              </a:lnSpc>
            </a:pPr>
            <a:r>
              <a:rPr lang="en-GB" sz="1600" dirty="0"/>
              <a:t>The marker poses are also published on TF. You can visualize the data in </a:t>
            </a:r>
            <a:r>
              <a:rPr lang="en-GB" sz="1600" dirty="0" err="1"/>
              <a:t>RViz</a:t>
            </a:r>
            <a:r>
              <a:rPr lang="en-GB" sz="1600" dirty="0"/>
              <a:t> by setting fixed frame to the </a:t>
            </a:r>
            <a:r>
              <a:rPr lang="en-GB" sz="1600" dirty="0" err="1"/>
              <a:t>frame_id</a:t>
            </a:r>
            <a:r>
              <a:rPr lang="en-GB" sz="1600" dirty="0"/>
              <a:t> of the camera and adding the TF display.</a:t>
            </a:r>
          </a:p>
        </p:txBody>
      </p:sp>
      <p:sp>
        <p:nvSpPr>
          <p:cNvPr id="4" name="Title 3">
            <a:extLst>
              <a:ext uri="{FF2B5EF4-FFF2-40B4-BE49-F238E27FC236}">
                <a16:creationId xmlns:a16="http://schemas.microsoft.com/office/drawing/2014/main" id="{3FC726F7-EE40-5320-DF58-191E97D5168B}"/>
              </a:ext>
            </a:extLst>
          </p:cNvPr>
          <p:cNvSpPr>
            <a:spLocks noGrp="1"/>
          </p:cNvSpPr>
          <p:nvPr>
            <p:ph type="title"/>
          </p:nvPr>
        </p:nvSpPr>
        <p:spPr/>
        <p:txBody>
          <a:bodyPr/>
          <a:lstStyle/>
          <a:p>
            <a:r>
              <a:rPr lang="en-GB" dirty="0"/>
              <a:t>ArUco ROS – ArUco Detection</a:t>
            </a:r>
          </a:p>
        </p:txBody>
      </p:sp>
      <p:sp>
        <p:nvSpPr>
          <p:cNvPr id="6" name="Content Placeholder 5">
            <a:extLst>
              <a:ext uri="{FF2B5EF4-FFF2-40B4-BE49-F238E27FC236}">
                <a16:creationId xmlns:a16="http://schemas.microsoft.com/office/drawing/2014/main" id="{3335081B-B8AF-B178-4C5B-9C9933B1566E}"/>
              </a:ext>
            </a:extLst>
          </p:cNvPr>
          <p:cNvSpPr>
            <a:spLocks noGrp="1"/>
          </p:cNvSpPr>
          <p:nvPr>
            <p:ph sz="half" idx="1"/>
          </p:nvPr>
        </p:nvSpPr>
        <p:spPr/>
        <p:txBody>
          <a:bodyPr>
            <a:normAutofit lnSpcReduction="10000"/>
          </a:bodyPr>
          <a:lstStyle/>
          <a:p>
            <a:pPr>
              <a:lnSpc>
                <a:spcPct val="150000"/>
              </a:lnSpc>
            </a:pPr>
            <a:r>
              <a:rPr lang="en-GB" sz="1600" dirty="0"/>
              <a:t>Once the calibration parameters have been obtained, we can use them to publish the “/</a:t>
            </a:r>
            <a:r>
              <a:rPr lang="en-GB" sz="1600" dirty="0" err="1"/>
              <a:t>camera_info</a:t>
            </a:r>
            <a:r>
              <a:rPr lang="en-GB" sz="1600" dirty="0"/>
              <a:t>” topic from the USB camera node.</a:t>
            </a:r>
          </a:p>
          <a:p>
            <a:pPr>
              <a:lnSpc>
                <a:spcPct val="150000"/>
              </a:lnSpc>
            </a:pPr>
            <a:endParaRPr lang="en-GB" sz="1600" dirty="0"/>
          </a:p>
          <a:p>
            <a:pPr>
              <a:lnSpc>
                <a:spcPct val="150000"/>
              </a:lnSpc>
            </a:pPr>
            <a:endParaRPr lang="en-GB" sz="1600" dirty="0"/>
          </a:p>
          <a:p>
            <a:pPr>
              <a:lnSpc>
                <a:spcPct val="150000"/>
              </a:lnSpc>
            </a:pPr>
            <a:endParaRPr lang="en-GB" sz="1600" dirty="0"/>
          </a:p>
          <a:p>
            <a:pPr>
              <a:lnSpc>
                <a:spcPct val="150000"/>
              </a:lnSpc>
            </a:pPr>
            <a:r>
              <a:rPr lang="en-GB" sz="1600" dirty="0"/>
              <a:t>Change the </a:t>
            </a:r>
            <a:r>
              <a:rPr lang="en-GB" sz="1600" dirty="0" err="1"/>
              <a:t>url</a:t>
            </a:r>
            <a:r>
              <a:rPr lang="en-GB" sz="1600" dirty="0"/>
              <a:t> to the one where you put your calibration file (YAML).</a:t>
            </a:r>
          </a:p>
          <a:p>
            <a:pPr>
              <a:lnSpc>
                <a:spcPct val="150000"/>
              </a:lnSpc>
            </a:pPr>
            <a:r>
              <a:rPr lang="en-GB" sz="1600" dirty="0"/>
              <a:t>Set a camera frame for the TF.</a:t>
            </a:r>
          </a:p>
          <a:p>
            <a:pPr>
              <a:lnSpc>
                <a:spcPct val="150000"/>
              </a:lnSpc>
            </a:pPr>
            <a:endParaRPr lang="en-GB" sz="1600" dirty="0"/>
          </a:p>
          <a:p>
            <a:pPr>
              <a:lnSpc>
                <a:spcPct val="150000"/>
              </a:lnSpc>
            </a:pPr>
            <a:endParaRPr lang="en-GB" sz="1600" dirty="0"/>
          </a:p>
        </p:txBody>
      </p:sp>
      <p:sp>
        <p:nvSpPr>
          <p:cNvPr id="7" name="Rectangle 6">
            <a:extLst>
              <a:ext uri="{FF2B5EF4-FFF2-40B4-BE49-F238E27FC236}">
                <a16:creationId xmlns:a16="http://schemas.microsoft.com/office/drawing/2014/main" id="{D5A85DEC-068E-F118-B879-72428BC7F05B}"/>
              </a:ext>
            </a:extLst>
          </p:cNvPr>
          <p:cNvSpPr/>
          <p:nvPr/>
        </p:nvSpPr>
        <p:spPr>
          <a:xfrm>
            <a:off x="838200" y="3429000"/>
            <a:ext cx="4809043" cy="1347697"/>
          </a:xfrm>
          <a:prstGeom prst="rect">
            <a:avLst/>
          </a:prstGeom>
          <a:solidFill>
            <a:schemeClr val="bg1">
              <a:lumMod val="95000"/>
            </a:schemeClr>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r>
              <a:rPr lang="en-GB" sz="1200" dirty="0">
                <a:solidFill>
                  <a:srgbClr val="6C6C6C"/>
                </a:solidFill>
                <a:latin typeface="Consolas" panose="020B0609020204030204" pitchFamily="49" charset="0"/>
              </a:rPr>
              <a:t>ros2 run </a:t>
            </a:r>
            <a:r>
              <a:rPr lang="en-GB" sz="1200" dirty="0" err="1">
                <a:solidFill>
                  <a:srgbClr val="6C6C6C"/>
                </a:solidFill>
                <a:latin typeface="Consolas" panose="020B0609020204030204" pitchFamily="49" charset="0"/>
              </a:rPr>
              <a:t>usb_cam</a:t>
            </a:r>
            <a:r>
              <a:rPr lang="en-GB" sz="1200" dirty="0">
                <a:solidFill>
                  <a:srgbClr val="6C6C6C"/>
                </a:solidFill>
                <a:latin typeface="Consolas" panose="020B0609020204030204" pitchFamily="49" charset="0"/>
              </a:rPr>
              <a:t> </a:t>
            </a:r>
            <a:r>
              <a:rPr lang="en-GB" sz="1200" dirty="0" err="1">
                <a:solidFill>
                  <a:srgbClr val="6C6C6C"/>
                </a:solidFill>
                <a:latin typeface="Consolas" panose="020B0609020204030204" pitchFamily="49" charset="0"/>
              </a:rPr>
              <a:t>usb_cam_node_exe</a:t>
            </a:r>
            <a:r>
              <a:rPr lang="en-GB" sz="1200" dirty="0">
                <a:solidFill>
                  <a:srgbClr val="6C6C6C"/>
                </a:solidFill>
                <a:latin typeface="Consolas" panose="020B0609020204030204" pitchFamily="49" charset="0"/>
              </a:rPr>
              <a:t>   --</a:t>
            </a:r>
            <a:r>
              <a:rPr lang="en-GB" sz="1200" dirty="0" err="1">
                <a:solidFill>
                  <a:srgbClr val="6C6C6C"/>
                </a:solidFill>
                <a:latin typeface="Consolas" panose="020B0609020204030204" pitchFamily="49" charset="0"/>
              </a:rPr>
              <a:t>ros-args</a:t>
            </a:r>
            <a:r>
              <a:rPr lang="en-GB" sz="1200" dirty="0">
                <a:solidFill>
                  <a:srgbClr val="6C6C6C"/>
                </a:solidFill>
                <a:latin typeface="Consolas" panose="020B0609020204030204" pitchFamily="49" charset="0"/>
              </a:rPr>
              <a:t>   -p </a:t>
            </a:r>
            <a:r>
              <a:rPr lang="en-GB" sz="1200" dirty="0" err="1">
                <a:solidFill>
                  <a:srgbClr val="6C6C6C"/>
                </a:solidFill>
                <a:latin typeface="Consolas" panose="020B0609020204030204" pitchFamily="49" charset="0"/>
              </a:rPr>
              <a:t>camera_name</a:t>
            </a:r>
            <a:r>
              <a:rPr lang="en-GB" sz="1200" dirty="0">
                <a:solidFill>
                  <a:srgbClr val="6C6C6C"/>
                </a:solidFill>
                <a:latin typeface="Consolas" panose="020B0609020204030204" pitchFamily="49" charset="0"/>
              </a:rPr>
              <a:t>:=brio100   -p </a:t>
            </a:r>
            <a:r>
              <a:rPr lang="en-GB" sz="1200" dirty="0" err="1">
                <a:solidFill>
                  <a:srgbClr val="6C6C6C"/>
                </a:solidFill>
                <a:latin typeface="Consolas" panose="020B0609020204030204" pitchFamily="49" charset="0"/>
              </a:rPr>
              <a:t>pixel_format</a:t>
            </a:r>
            <a:r>
              <a:rPr lang="en-GB" sz="1200" dirty="0">
                <a:solidFill>
                  <a:srgbClr val="6C6C6C"/>
                </a:solidFill>
                <a:latin typeface="Consolas" panose="020B0609020204030204" pitchFamily="49" charset="0"/>
              </a:rPr>
              <a:t>:=mjpeg2rgb -p </a:t>
            </a:r>
            <a:r>
              <a:rPr lang="en-GB" sz="1200" dirty="0" err="1">
                <a:solidFill>
                  <a:srgbClr val="6C6C6C"/>
                </a:solidFill>
                <a:highlight>
                  <a:srgbClr val="FFFF00"/>
                </a:highlight>
                <a:latin typeface="Consolas" panose="020B0609020204030204" pitchFamily="49" charset="0"/>
              </a:rPr>
              <a:t>frame_id</a:t>
            </a:r>
            <a:r>
              <a:rPr lang="en-GB" sz="1200" dirty="0">
                <a:solidFill>
                  <a:srgbClr val="6C6C6C"/>
                </a:solidFill>
                <a:highlight>
                  <a:srgbClr val="FFFF00"/>
                </a:highlight>
                <a:latin typeface="Consolas" panose="020B0609020204030204" pitchFamily="49" charset="0"/>
              </a:rPr>
              <a:t>:=</a:t>
            </a:r>
            <a:r>
              <a:rPr lang="en-GB" sz="1200" dirty="0" err="1">
                <a:solidFill>
                  <a:srgbClr val="6C6C6C"/>
                </a:solidFill>
                <a:highlight>
                  <a:srgbClr val="FFFF00"/>
                </a:highlight>
                <a:latin typeface="Consolas" panose="020B0609020204030204" pitchFamily="49" charset="0"/>
              </a:rPr>
              <a:t>camera_optical</a:t>
            </a:r>
            <a:r>
              <a:rPr lang="en-GB" sz="1200" dirty="0">
                <a:solidFill>
                  <a:srgbClr val="6C6C6C"/>
                </a:solidFill>
                <a:highlight>
                  <a:srgbClr val="FFFF00"/>
                </a:highlight>
                <a:latin typeface="Consolas" panose="020B0609020204030204" pitchFamily="49" charset="0"/>
              </a:rPr>
              <a:t>  </a:t>
            </a:r>
            <a:r>
              <a:rPr lang="en-GB" sz="1200" dirty="0">
                <a:solidFill>
                  <a:srgbClr val="6C6C6C"/>
                </a:solidFill>
                <a:latin typeface="Consolas" panose="020B0609020204030204" pitchFamily="49" charset="0"/>
              </a:rPr>
              <a:t>-p </a:t>
            </a:r>
            <a:r>
              <a:rPr lang="en-GB" sz="1200" dirty="0" err="1">
                <a:solidFill>
                  <a:srgbClr val="6C6C6C"/>
                </a:solidFill>
                <a:latin typeface="Consolas" panose="020B0609020204030204" pitchFamily="49" charset="0"/>
              </a:rPr>
              <a:t>image_width</a:t>
            </a:r>
            <a:r>
              <a:rPr lang="en-GB" sz="1200" dirty="0">
                <a:solidFill>
                  <a:srgbClr val="6C6C6C"/>
                </a:solidFill>
                <a:latin typeface="Consolas" panose="020B0609020204030204" pitchFamily="49" charset="0"/>
              </a:rPr>
              <a:t>:=640   -p </a:t>
            </a:r>
            <a:r>
              <a:rPr lang="en-GB" sz="1200" dirty="0" err="1">
                <a:solidFill>
                  <a:srgbClr val="6C6C6C"/>
                </a:solidFill>
                <a:latin typeface="Consolas" panose="020B0609020204030204" pitchFamily="49" charset="0"/>
              </a:rPr>
              <a:t>image_height</a:t>
            </a:r>
            <a:r>
              <a:rPr lang="en-GB" sz="1200" dirty="0">
                <a:solidFill>
                  <a:srgbClr val="6C6C6C"/>
                </a:solidFill>
                <a:latin typeface="Consolas" panose="020B0609020204030204" pitchFamily="49" charset="0"/>
              </a:rPr>
              <a:t>:=360   -p framerate:=30.0   -p </a:t>
            </a:r>
            <a:r>
              <a:rPr lang="en-GB" sz="1200" dirty="0" err="1">
                <a:solidFill>
                  <a:srgbClr val="6C6C6C"/>
                </a:solidFill>
                <a:latin typeface="Consolas" panose="020B0609020204030204" pitchFamily="49" charset="0"/>
              </a:rPr>
              <a:t>video_device</a:t>
            </a:r>
            <a:r>
              <a:rPr lang="en-GB" sz="1200" dirty="0">
                <a:solidFill>
                  <a:srgbClr val="6C6C6C"/>
                </a:solidFill>
                <a:latin typeface="Consolas" panose="020B0609020204030204" pitchFamily="49" charset="0"/>
              </a:rPr>
              <a:t>:=/dev/video0   -p </a:t>
            </a:r>
            <a:r>
              <a:rPr lang="en-GB" sz="1200" dirty="0" err="1">
                <a:solidFill>
                  <a:srgbClr val="6C6C6C"/>
                </a:solidFill>
                <a:highlight>
                  <a:srgbClr val="FFFF00"/>
                </a:highlight>
                <a:latin typeface="Consolas" panose="020B0609020204030204" pitchFamily="49" charset="0"/>
              </a:rPr>
              <a:t>camera_info_url</a:t>
            </a:r>
            <a:r>
              <a:rPr lang="en-GB" sz="1200" dirty="0">
                <a:solidFill>
                  <a:srgbClr val="6C6C6C"/>
                </a:solidFill>
                <a:highlight>
                  <a:srgbClr val="FFFF00"/>
                </a:highlight>
                <a:latin typeface="Consolas" panose="020B0609020204030204" pitchFamily="49" charset="0"/>
              </a:rPr>
              <a:t>:=file:///home/mario/.ros/camera_info/brio100.yaml</a:t>
            </a:r>
          </a:p>
        </p:txBody>
      </p:sp>
      <p:sp>
        <p:nvSpPr>
          <p:cNvPr id="8" name="Rectangle 7">
            <a:extLst>
              <a:ext uri="{FF2B5EF4-FFF2-40B4-BE49-F238E27FC236}">
                <a16:creationId xmlns:a16="http://schemas.microsoft.com/office/drawing/2014/main" id="{59D44561-0C27-DF74-6CE0-06E1ACA69540}"/>
              </a:ext>
            </a:extLst>
          </p:cNvPr>
          <p:cNvSpPr/>
          <p:nvPr/>
        </p:nvSpPr>
        <p:spPr>
          <a:xfrm>
            <a:off x="6358478" y="2317377"/>
            <a:ext cx="4809043" cy="533400"/>
          </a:xfrm>
          <a:prstGeom prst="rect">
            <a:avLst/>
          </a:prstGeom>
          <a:solidFill>
            <a:schemeClr val="bg1">
              <a:lumMod val="95000"/>
            </a:schemeClr>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r>
              <a:rPr lang="en-GB" sz="1200" dirty="0">
                <a:solidFill>
                  <a:srgbClr val="6C6C6C"/>
                </a:solidFill>
                <a:latin typeface="Consolas" panose="020B0609020204030204" pitchFamily="49" charset="0"/>
              </a:rPr>
              <a:t>ros2 run </a:t>
            </a:r>
            <a:r>
              <a:rPr lang="en-GB" sz="1200" dirty="0" err="1">
                <a:solidFill>
                  <a:srgbClr val="6C6C6C"/>
                </a:solidFill>
                <a:latin typeface="Consolas" panose="020B0609020204030204" pitchFamily="49" charset="0"/>
              </a:rPr>
              <a:t>aruco_opencv</a:t>
            </a:r>
            <a:r>
              <a:rPr lang="en-GB" sz="1200" dirty="0">
                <a:solidFill>
                  <a:srgbClr val="6C6C6C"/>
                </a:solidFill>
                <a:latin typeface="Consolas" panose="020B0609020204030204" pitchFamily="49" charset="0"/>
              </a:rPr>
              <a:t> </a:t>
            </a:r>
            <a:r>
              <a:rPr lang="en-GB" sz="1200" dirty="0" err="1">
                <a:solidFill>
                  <a:srgbClr val="6C6C6C"/>
                </a:solidFill>
                <a:latin typeface="Consolas" panose="020B0609020204030204" pitchFamily="49" charset="0"/>
              </a:rPr>
              <a:t>aruco_tracker_autostart</a:t>
            </a:r>
            <a:r>
              <a:rPr lang="en-GB" sz="1200" dirty="0">
                <a:solidFill>
                  <a:srgbClr val="6C6C6C"/>
                </a:solidFill>
                <a:latin typeface="Consolas" panose="020B0609020204030204" pitchFamily="49" charset="0"/>
              </a:rPr>
              <a:t> --</a:t>
            </a:r>
            <a:r>
              <a:rPr lang="en-GB" sz="1200" dirty="0" err="1">
                <a:solidFill>
                  <a:srgbClr val="6C6C6C"/>
                </a:solidFill>
                <a:latin typeface="Consolas" panose="020B0609020204030204" pitchFamily="49" charset="0"/>
              </a:rPr>
              <a:t>ros-args</a:t>
            </a:r>
            <a:r>
              <a:rPr lang="en-GB" sz="1200" dirty="0">
                <a:solidFill>
                  <a:srgbClr val="6C6C6C"/>
                </a:solidFill>
                <a:latin typeface="Consolas" panose="020B0609020204030204" pitchFamily="49" charset="0"/>
              </a:rPr>
              <a:t> -p </a:t>
            </a:r>
            <a:r>
              <a:rPr lang="en-GB" sz="1200" dirty="0" err="1">
                <a:solidFill>
                  <a:srgbClr val="6C6C6C"/>
                </a:solidFill>
                <a:latin typeface="Consolas" panose="020B0609020204030204" pitchFamily="49" charset="0"/>
              </a:rPr>
              <a:t>cam_base_topic</a:t>
            </a:r>
            <a:r>
              <a:rPr lang="en-GB" sz="1200" dirty="0">
                <a:solidFill>
                  <a:srgbClr val="6C6C6C"/>
                </a:solidFill>
                <a:latin typeface="Consolas" panose="020B0609020204030204" pitchFamily="49" charset="0"/>
              </a:rPr>
              <a:t>:=</a:t>
            </a:r>
            <a:r>
              <a:rPr lang="en-GB" sz="1200" dirty="0" err="1">
                <a:solidFill>
                  <a:srgbClr val="6C6C6C"/>
                </a:solidFill>
                <a:latin typeface="Consolas" panose="020B0609020204030204" pitchFamily="49" charset="0"/>
              </a:rPr>
              <a:t>image_raw</a:t>
            </a:r>
            <a:r>
              <a:rPr lang="en-GB" sz="1200" dirty="0">
                <a:solidFill>
                  <a:srgbClr val="6C6C6C"/>
                </a:solidFill>
                <a:latin typeface="Consolas" panose="020B0609020204030204" pitchFamily="49" charset="0"/>
              </a:rPr>
              <a:t> -p </a:t>
            </a:r>
            <a:r>
              <a:rPr lang="en-GB" sz="1200" dirty="0" err="1">
                <a:solidFill>
                  <a:srgbClr val="6C6C6C"/>
                </a:solidFill>
                <a:latin typeface="Consolas" panose="020B0609020204030204" pitchFamily="49" charset="0"/>
              </a:rPr>
              <a:t>marker_size</a:t>
            </a:r>
            <a:r>
              <a:rPr lang="en-GB" sz="1200" dirty="0">
                <a:solidFill>
                  <a:srgbClr val="6C6C6C"/>
                </a:solidFill>
                <a:latin typeface="Consolas" panose="020B0609020204030204" pitchFamily="49" charset="0"/>
              </a:rPr>
              <a:t>:=0.06</a:t>
            </a:r>
            <a:endParaRPr lang="en-GB" sz="1200" dirty="0">
              <a:solidFill>
                <a:srgbClr val="6C6C6C"/>
              </a:solidFill>
              <a:highlight>
                <a:srgbClr val="FFFF00"/>
              </a:highlight>
              <a:latin typeface="Consolas" panose="020B0609020204030204" pitchFamily="49" charset="0"/>
            </a:endParaRPr>
          </a:p>
        </p:txBody>
      </p:sp>
    </p:spTree>
    <p:extLst>
      <p:ext uri="{BB962C8B-B14F-4D97-AF65-F5344CB8AC3E}">
        <p14:creationId xmlns:p14="http://schemas.microsoft.com/office/powerpoint/2010/main" val="196320966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9A9AABB5-C3C4-28DB-E05E-43549AEAD988}"/>
              </a:ext>
            </a:extLst>
          </p:cNvPr>
          <p:cNvPicPr>
            <a:picLocks noGrp="1" noChangeAspect="1"/>
          </p:cNvPicPr>
          <p:nvPr>
            <p:ph sz="half" idx="1"/>
          </p:nvPr>
        </p:nvPicPr>
        <p:blipFill>
          <a:blip r:embed="rId2"/>
          <a:stretch>
            <a:fillRect/>
          </a:stretch>
        </p:blipFill>
        <p:spPr>
          <a:xfrm>
            <a:off x="186018" y="2451902"/>
            <a:ext cx="4064807" cy="2828310"/>
          </a:xfrm>
          <a:prstGeom prst="rect">
            <a:avLst/>
          </a:prstGeom>
        </p:spPr>
      </p:pic>
      <p:sp>
        <p:nvSpPr>
          <p:cNvPr id="4" name="Title 3">
            <a:extLst>
              <a:ext uri="{FF2B5EF4-FFF2-40B4-BE49-F238E27FC236}">
                <a16:creationId xmlns:a16="http://schemas.microsoft.com/office/drawing/2014/main" id="{98171502-3AF4-C6CD-B0E9-4AE2EAC37F8A}"/>
              </a:ext>
            </a:extLst>
          </p:cNvPr>
          <p:cNvSpPr>
            <a:spLocks noGrp="1"/>
          </p:cNvSpPr>
          <p:nvPr>
            <p:ph type="title"/>
          </p:nvPr>
        </p:nvSpPr>
        <p:spPr/>
        <p:txBody>
          <a:bodyPr/>
          <a:lstStyle/>
          <a:p>
            <a:r>
              <a:rPr lang="en-GB" dirty="0"/>
              <a:t>ArUco ROS – ArUco Detection</a:t>
            </a:r>
          </a:p>
        </p:txBody>
      </p:sp>
      <p:pic>
        <p:nvPicPr>
          <p:cNvPr id="7" name="Picture 6">
            <a:extLst>
              <a:ext uri="{FF2B5EF4-FFF2-40B4-BE49-F238E27FC236}">
                <a16:creationId xmlns:a16="http://schemas.microsoft.com/office/drawing/2014/main" id="{EB02D0B8-A376-BD02-3961-2AF433FA9520}"/>
              </a:ext>
            </a:extLst>
          </p:cNvPr>
          <p:cNvPicPr>
            <a:picLocks noChangeAspect="1"/>
          </p:cNvPicPr>
          <p:nvPr/>
        </p:nvPicPr>
        <p:blipFill>
          <a:blip r:embed="rId3"/>
          <a:stretch>
            <a:fillRect/>
          </a:stretch>
        </p:blipFill>
        <p:spPr>
          <a:xfrm>
            <a:off x="9031152" y="2451902"/>
            <a:ext cx="3010690" cy="3219524"/>
          </a:xfrm>
          <a:prstGeom prst="rect">
            <a:avLst/>
          </a:prstGeom>
        </p:spPr>
      </p:pic>
      <p:pic>
        <p:nvPicPr>
          <p:cNvPr id="9" name="Picture 8">
            <a:extLst>
              <a:ext uri="{FF2B5EF4-FFF2-40B4-BE49-F238E27FC236}">
                <a16:creationId xmlns:a16="http://schemas.microsoft.com/office/drawing/2014/main" id="{498DA270-3011-46DE-50DA-D66FC30F5263}"/>
              </a:ext>
            </a:extLst>
          </p:cNvPr>
          <p:cNvPicPr>
            <a:picLocks noChangeAspect="1"/>
          </p:cNvPicPr>
          <p:nvPr/>
        </p:nvPicPr>
        <p:blipFill>
          <a:blip r:embed="rId4"/>
          <a:stretch>
            <a:fillRect/>
          </a:stretch>
        </p:blipFill>
        <p:spPr>
          <a:xfrm>
            <a:off x="4404122" y="2451902"/>
            <a:ext cx="4473733" cy="3744111"/>
          </a:xfrm>
          <a:prstGeom prst="rect">
            <a:avLst/>
          </a:prstGeom>
        </p:spPr>
      </p:pic>
    </p:spTree>
    <p:extLst>
      <p:ext uri="{BB962C8B-B14F-4D97-AF65-F5344CB8AC3E}">
        <p14:creationId xmlns:p14="http://schemas.microsoft.com/office/powerpoint/2010/main" val="96687972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8B8D1C-B2D9-3BC0-72D7-AD9191700AE7}"/>
              </a:ext>
            </a:extLst>
          </p:cNvPr>
          <p:cNvSpPr>
            <a:spLocks noGrp="1"/>
          </p:cNvSpPr>
          <p:nvPr>
            <p:ph type="ctrTitle"/>
          </p:nvPr>
        </p:nvSpPr>
        <p:spPr/>
        <p:txBody>
          <a:bodyPr/>
          <a:lstStyle/>
          <a:p>
            <a:r>
              <a:rPr lang="en-GB" dirty="0"/>
              <a:t>Thank you</a:t>
            </a:r>
          </a:p>
        </p:txBody>
      </p:sp>
    </p:spTree>
    <p:extLst>
      <p:ext uri="{BB962C8B-B14F-4D97-AF65-F5344CB8AC3E}">
        <p14:creationId xmlns:p14="http://schemas.microsoft.com/office/powerpoint/2010/main" val="177466762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8B8D1C-B2D9-3BC0-72D7-AD9191700AE7}"/>
              </a:ext>
            </a:extLst>
          </p:cNvPr>
          <p:cNvSpPr>
            <a:spLocks noGrp="1"/>
          </p:cNvSpPr>
          <p:nvPr>
            <p:ph type="ctrTitle"/>
          </p:nvPr>
        </p:nvSpPr>
        <p:spPr/>
        <p:txBody>
          <a:bodyPr/>
          <a:lstStyle/>
          <a:p>
            <a:r>
              <a:rPr lang="en-GB" dirty="0"/>
              <a:t>T&amp;C</a:t>
            </a:r>
          </a:p>
        </p:txBody>
      </p:sp>
      <p:sp>
        <p:nvSpPr>
          <p:cNvPr id="3" name="Subtitle 2">
            <a:extLst>
              <a:ext uri="{FF2B5EF4-FFF2-40B4-BE49-F238E27FC236}">
                <a16:creationId xmlns:a16="http://schemas.microsoft.com/office/drawing/2014/main" id="{0DF30728-853D-CB16-E6B8-3F0812CE4D97}"/>
              </a:ext>
            </a:extLst>
          </p:cNvPr>
          <p:cNvSpPr>
            <a:spLocks noGrp="1"/>
          </p:cNvSpPr>
          <p:nvPr>
            <p:ph type="subTitle" idx="1"/>
          </p:nvPr>
        </p:nvSpPr>
        <p:spPr/>
        <p:txBody>
          <a:bodyPr/>
          <a:lstStyle/>
          <a:p>
            <a:r>
              <a:rPr lang="en-GB" dirty="0"/>
              <a:t>Terms and conditions</a:t>
            </a:r>
          </a:p>
        </p:txBody>
      </p:sp>
    </p:spTree>
    <p:extLst>
      <p:ext uri="{BB962C8B-B14F-4D97-AF65-F5344CB8AC3E}">
        <p14:creationId xmlns:p14="http://schemas.microsoft.com/office/powerpoint/2010/main" val="4028357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686A80-AE02-89F9-C377-0834733824BA}"/>
              </a:ext>
            </a:extLst>
          </p:cNvPr>
          <p:cNvSpPr>
            <a:spLocks noGrp="1"/>
          </p:cNvSpPr>
          <p:nvPr>
            <p:ph type="title"/>
          </p:nvPr>
        </p:nvSpPr>
        <p:spPr/>
        <p:txBody>
          <a:bodyPr/>
          <a:lstStyle/>
          <a:p>
            <a:r>
              <a:rPr lang="en-GB" dirty="0"/>
              <a:t>Terms and conditions</a:t>
            </a:r>
          </a:p>
        </p:txBody>
      </p:sp>
      <p:sp>
        <p:nvSpPr>
          <p:cNvPr id="3" name="Content Placeholder 2">
            <a:extLst>
              <a:ext uri="{FF2B5EF4-FFF2-40B4-BE49-F238E27FC236}">
                <a16:creationId xmlns:a16="http://schemas.microsoft.com/office/drawing/2014/main" id="{F5AD3413-1B06-B2E0-59AA-F6B78AB70A94}"/>
              </a:ext>
            </a:extLst>
          </p:cNvPr>
          <p:cNvSpPr>
            <a:spLocks noGrp="1"/>
          </p:cNvSpPr>
          <p:nvPr>
            <p:ph idx="1"/>
          </p:nvPr>
        </p:nvSpPr>
        <p:spPr/>
        <p:txBody>
          <a:bodyPr>
            <a:normAutofit/>
          </a:bodyPr>
          <a:lstStyle/>
          <a:p>
            <a:pPr algn="l">
              <a:lnSpc>
                <a:spcPct val="150000"/>
              </a:lnSpc>
            </a:pPr>
            <a:r>
              <a:rPr lang="en-GB" sz="1400" b="0" i="1" dirty="0">
                <a:solidFill>
                  <a:srgbClr val="1F2328"/>
                </a:solidFill>
                <a:effectLst/>
                <a:latin typeface="Nexa ExtraLight" panose="01000000000000000000" pitchFamily="2" charset="0"/>
              </a:rPr>
              <a:t>THE PIECES, IMAGES, VIDEOS, DOCUMENTATION, ETC. SHOWN HERE ARE FOR INFORMATIVE PURPOSES ONLY. THE DESIGN IS PROPRIETARY AND CONFIDENTIAL TO MANCHESTER ROBOTICS LTD. (MCR2). THE INFORMATION, CODE, SIMULATORS, DRAWINGS, VIDEOS PRESENTATIONS ETC. CONTAINED IN THIS PRESENTATION IS THE SOLE PROPERTY OF MANCHESTER ROBOTICS LTD. ANY REPRODUCTION, RESELL, REDISTRIBUTION OR USAGE IN PART OR AS A WHOLE WITHOUT THE WRITTEN PERMISSION OF MANCHESTER ROBOTICS LTD. IS STRICTLY PROHIBITED.</a:t>
            </a:r>
            <a:endParaRPr lang="en-GB" sz="1400" b="0" i="0" dirty="0">
              <a:solidFill>
                <a:srgbClr val="1F2328"/>
              </a:solidFill>
              <a:effectLst/>
              <a:latin typeface="Nexa ExtraLight" panose="01000000000000000000" pitchFamily="2" charset="0"/>
            </a:endParaRPr>
          </a:p>
          <a:p>
            <a:pPr algn="l">
              <a:lnSpc>
                <a:spcPct val="150000"/>
              </a:lnSpc>
            </a:pPr>
            <a:r>
              <a:rPr lang="en-GB" sz="1400" b="0" i="1" dirty="0">
                <a:solidFill>
                  <a:srgbClr val="1F2328"/>
                </a:solidFill>
                <a:effectLst/>
                <a:latin typeface="Nexa ExtraLight" panose="01000000000000000000" pitchFamily="2" charset="0"/>
              </a:rPr>
              <a:t>THIS PRESENTATION MAY CONTAIN LINKS TO OTHER WEBSITES OR CONTENT BELONGING TO OR ORIGINATING FROM THIRD PARTIES OR LINKS TO WEBSITES AND FEATURES IN BANNERS OR OTHER ADVERTISING. SUCH EXTERNAL LINKS ARE NOT INVESTIGATED, MONITORED, OR CHECKED FOR ACCURACY, ADEQUACY, VALIDITY, RELIABILITY, AVAILABILITY OR COMPLETENESS BY US.</a:t>
            </a:r>
            <a:endParaRPr lang="en-GB" sz="1400" b="0" i="0" dirty="0">
              <a:solidFill>
                <a:srgbClr val="1F2328"/>
              </a:solidFill>
              <a:effectLst/>
              <a:latin typeface="Nexa ExtraLight" panose="01000000000000000000" pitchFamily="2" charset="0"/>
            </a:endParaRPr>
          </a:p>
          <a:p>
            <a:pPr algn="l">
              <a:lnSpc>
                <a:spcPct val="150000"/>
              </a:lnSpc>
            </a:pPr>
            <a:r>
              <a:rPr lang="en-GB" sz="1400" b="0" i="1" dirty="0">
                <a:solidFill>
                  <a:srgbClr val="1F2328"/>
                </a:solidFill>
                <a:effectLst/>
                <a:latin typeface="Nexa ExtraLight" panose="01000000000000000000" pitchFamily="2" charset="0"/>
              </a:rPr>
              <a:t>WE DO NOT WARRANT, ENDORSE, GUARANTEE, OR ASSUME RESPONSIBILITY FOR THE ACCURACY OR RELIABILITY OF ANY INFORMATION OFFERED BY THIRD-PARTY WEBSITES LINKED THROUGH THE SITE OR ANY WEBSITE OR FEATURE LINKED IN ANY BANNER OR OTHER ADVERTISING.</a:t>
            </a:r>
            <a:endParaRPr lang="en-GB" sz="1400" b="0" i="0" dirty="0">
              <a:solidFill>
                <a:srgbClr val="1F2328"/>
              </a:solidFill>
              <a:effectLst/>
              <a:latin typeface="Nexa ExtraLight" panose="01000000000000000000" pitchFamily="2" charset="0"/>
            </a:endParaRPr>
          </a:p>
          <a:p>
            <a:endParaRPr lang="en-GB" dirty="0"/>
          </a:p>
        </p:txBody>
      </p:sp>
    </p:spTree>
    <p:extLst>
      <p:ext uri="{BB962C8B-B14F-4D97-AF65-F5344CB8AC3E}">
        <p14:creationId xmlns:p14="http://schemas.microsoft.com/office/powerpoint/2010/main" val="2483843246"/>
      </p:ext>
    </p:extLst>
  </p:cSld>
  <p:clrMapOvr>
    <a:masterClrMapping/>
  </p:clrMapOvr>
</p:sld>
</file>

<file path=ppt/theme/theme1.xml><?xml version="1.0" encoding="utf-8"?>
<a:theme xmlns:a="http://schemas.openxmlformats.org/drawingml/2006/main" name="MCR2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CR2_Presentation_Master" id="{EB165CC2-8675-499F-9884-C7ACF92FC34D}" vid="{1180BA1F-845E-4705-BAFA-AE8DCB5491D3}"/>
    </a:ext>
  </a:extLst>
</a:theme>
</file>

<file path=docProps/app.xml><?xml version="1.0" encoding="utf-8"?>
<Properties xmlns="http://schemas.openxmlformats.org/officeDocument/2006/extended-properties" xmlns:vt="http://schemas.openxmlformats.org/officeDocument/2006/docPropsVTypes">
  <Template>MCR2_PowerPoint_Template</Template>
  <TotalTime>946</TotalTime>
  <Words>6636</Words>
  <Application>Microsoft Office PowerPoint</Application>
  <PresentationFormat>Widescreen</PresentationFormat>
  <Paragraphs>581</Paragraphs>
  <Slides>54</Slides>
  <Notes>0</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54</vt:i4>
      </vt:variant>
    </vt:vector>
  </HeadingPairs>
  <TitlesOfParts>
    <vt:vector size="66" baseType="lpstr">
      <vt:lpstr>Arial</vt:lpstr>
      <vt:lpstr>Calibri</vt:lpstr>
      <vt:lpstr>Calibri Light</vt:lpstr>
      <vt:lpstr>Cambria Math</vt:lpstr>
      <vt:lpstr>Consolas</vt:lpstr>
      <vt:lpstr>Nexa Bold</vt:lpstr>
      <vt:lpstr>Nexa ExtraLight</vt:lpstr>
      <vt:lpstr>Nexa-Bold</vt:lpstr>
      <vt:lpstr>Nexa-Book</vt:lpstr>
      <vt:lpstr>Nexa-Light</vt:lpstr>
      <vt:lpstr>Nexa-Regular</vt:lpstr>
      <vt:lpstr>MCR2 Theme</vt:lpstr>
      <vt:lpstr>Open CV</vt:lpstr>
      <vt:lpstr>ArUco Markers</vt:lpstr>
      <vt:lpstr>ArUco Markers</vt:lpstr>
      <vt:lpstr>ArUco Markers</vt:lpstr>
      <vt:lpstr>ArUco Markers</vt:lpstr>
      <vt:lpstr>ArUco Markers</vt:lpstr>
      <vt:lpstr>ArUco Markers</vt:lpstr>
      <vt:lpstr>ArUco Markers</vt:lpstr>
      <vt:lpstr>Installing the ArUco library</vt:lpstr>
      <vt:lpstr>Installing the ArUco library</vt:lpstr>
      <vt:lpstr>ArUco Markers</vt:lpstr>
      <vt:lpstr>ArUco Markers in OpenCV (No ROS)</vt:lpstr>
      <vt:lpstr>ArUco Markers in OpenCV (No ROS)</vt:lpstr>
      <vt:lpstr>ArUco Markers in OpenCV (No ROS)</vt:lpstr>
      <vt:lpstr>Activity 1</vt:lpstr>
      <vt:lpstr>Simple ARUCO detection</vt:lpstr>
      <vt:lpstr>Simple ARUCO detection</vt:lpstr>
      <vt:lpstr>PowerPoint Presentation</vt:lpstr>
      <vt:lpstr>Results</vt:lpstr>
      <vt:lpstr>Simple ARUCO detection V1.2</vt:lpstr>
      <vt:lpstr>PowerPoint Presentation</vt:lpstr>
      <vt:lpstr>ArUco Markers Detection</vt:lpstr>
      <vt:lpstr>Camera Calibration</vt:lpstr>
      <vt:lpstr>Camera Calibration</vt:lpstr>
      <vt:lpstr>Camera Calibration</vt:lpstr>
      <vt:lpstr>Camera Calibration</vt:lpstr>
      <vt:lpstr>Camera Calibration</vt:lpstr>
      <vt:lpstr>Camera Calibration</vt:lpstr>
      <vt:lpstr>Camera Calibration</vt:lpstr>
      <vt:lpstr>Camera Calibration</vt:lpstr>
      <vt:lpstr>Camera Calibration</vt:lpstr>
      <vt:lpstr>Activity 2</vt:lpstr>
      <vt:lpstr>Activity 2</vt:lpstr>
      <vt:lpstr>PowerPoint Presentation</vt:lpstr>
      <vt:lpstr>Activity 2</vt:lpstr>
      <vt:lpstr>Activity 2</vt:lpstr>
      <vt:lpstr>PowerPoint Presentation</vt:lpstr>
      <vt:lpstr>PowerPoint Presentation</vt:lpstr>
      <vt:lpstr>Activity 2: Results</vt:lpstr>
      <vt:lpstr>Activity 3</vt:lpstr>
      <vt:lpstr>Aruco Pose detection</vt:lpstr>
      <vt:lpstr>PowerPoint Presentation</vt:lpstr>
      <vt:lpstr>PowerPoint Presentation</vt:lpstr>
      <vt:lpstr>ArUco Markers</vt:lpstr>
      <vt:lpstr>ArUco ROS</vt:lpstr>
      <vt:lpstr>ArUco ROS</vt:lpstr>
      <vt:lpstr>ArUco ROS – USB Camera</vt:lpstr>
      <vt:lpstr>ArUco ROS – Camera Calibration</vt:lpstr>
      <vt:lpstr>ArUco ROS – Camera Calibration</vt:lpstr>
      <vt:lpstr>ArUco ROS – ArUco Detection</vt:lpstr>
      <vt:lpstr>ArUco ROS – ArUco Detection</vt:lpstr>
      <vt:lpstr>Thank you</vt:lpstr>
      <vt:lpstr>T&amp;C</vt:lpstr>
      <vt:lpstr>Terms and conditions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Open CV</dc:title>
  <dc:creator>Mario Martinez</dc:creator>
  <cp:lastModifiedBy>Mario Martinez</cp:lastModifiedBy>
  <cp:revision>25</cp:revision>
  <dcterms:created xsi:type="dcterms:W3CDTF">2023-05-12T11:47:47Z</dcterms:created>
  <dcterms:modified xsi:type="dcterms:W3CDTF">2025-04-18T14:40:40Z</dcterms:modified>
</cp:coreProperties>
</file>